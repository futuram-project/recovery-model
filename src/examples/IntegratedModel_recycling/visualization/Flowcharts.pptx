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jyoti Das" userId="33a4dad7-e199-4720-9203-2fa1c8dadfbf" providerId="ADAL" clId="{20B8BDF5-4357-4302-A7C4-ACC1EEAD8BFA}"/>
    <pc:docChg chg="custSel addSld modSld">
      <pc:chgData name="Deepjyoti Das" userId="33a4dad7-e199-4720-9203-2fa1c8dadfbf" providerId="ADAL" clId="{20B8BDF5-4357-4302-A7C4-ACC1EEAD8BFA}" dt="2023-08-14T07:55:25.886" v="12" actId="14100"/>
      <pc:docMkLst>
        <pc:docMk/>
      </pc:docMkLst>
      <pc:sldChg chg="addSp delSp modSp new mod">
        <pc:chgData name="Deepjyoti Das" userId="33a4dad7-e199-4720-9203-2fa1c8dadfbf" providerId="ADAL" clId="{20B8BDF5-4357-4302-A7C4-ACC1EEAD8BFA}" dt="2023-08-14T07:42:13.568" v="6" actId="14100"/>
        <pc:sldMkLst>
          <pc:docMk/>
          <pc:sldMk cId="2406658176" sldId="256"/>
        </pc:sldMkLst>
        <pc:spChg chg="del">
          <ac:chgData name="Deepjyoti Das" userId="33a4dad7-e199-4720-9203-2fa1c8dadfbf" providerId="ADAL" clId="{20B8BDF5-4357-4302-A7C4-ACC1EEAD8BFA}" dt="2023-08-14T07:41:23.520" v="1" actId="478"/>
          <ac:spMkLst>
            <pc:docMk/>
            <pc:sldMk cId="2406658176" sldId="256"/>
            <ac:spMk id="2" creationId="{5D66EC71-DE6A-7ADF-383D-69921211D833}"/>
          </ac:spMkLst>
        </pc:spChg>
        <pc:spChg chg="del">
          <ac:chgData name="Deepjyoti Das" userId="33a4dad7-e199-4720-9203-2fa1c8dadfbf" providerId="ADAL" clId="{20B8BDF5-4357-4302-A7C4-ACC1EEAD8BFA}" dt="2023-08-14T07:41:26.924" v="2" actId="478"/>
          <ac:spMkLst>
            <pc:docMk/>
            <pc:sldMk cId="2406658176" sldId="256"/>
            <ac:spMk id="3" creationId="{0AEF8EE1-78CC-C3CB-2402-C39D46C3A1C5}"/>
          </ac:spMkLst>
        </pc:spChg>
        <pc:picChg chg="add mod">
          <ac:chgData name="Deepjyoti Das" userId="33a4dad7-e199-4720-9203-2fa1c8dadfbf" providerId="ADAL" clId="{20B8BDF5-4357-4302-A7C4-ACC1EEAD8BFA}" dt="2023-08-14T07:42:13.568" v="6" actId="14100"/>
          <ac:picMkLst>
            <pc:docMk/>
            <pc:sldMk cId="2406658176" sldId="256"/>
            <ac:picMk id="5" creationId="{5C51D342-C016-E813-6E02-C2D141D5A3CE}"/>
          </ac:picMkLst>
        </pc:picChg>
      </pc:sldChg>
      <pc:sldChg chg="addSp delSp modSp new mod">
        <pc:chgData name="Deepjyoti Das" userId="33a4dad7-e199-4720-9203-2fa1c8dadfbf" providerId="ADAL" clId="{20B8BDF5-4357-4302-A7C4-ACC1EEAD8BFA}" dt="2023-08-14T07:55:25.886" v="12" actId="14100"/>
        <pc:sldMkLst>
          <pc:docMk/>
          <pc:sldMk cId="2037652158" sldId="257"/>
        </pc:sldMkLst>
        <pc:spChg chg="del">
          <ac:chgData name="Deepjyoti Das" userId="33a4dad7-e199-4720-9203-2fa1c8dadfbf" providerId="ADAL" clId="{20B8BDF5-4357-4302-A7C4-ACC1EEAD8BFA}" dt="2023-08-14T07:55:11.823" v="8" actId="478"/>
          <ac:spMkLst>
            <pc:docMk/>
            <pc:sldMk cId="2037652158" sldId="257"/>
            <ac:spMk id="2" creationId="{3DF8E893-9483-2A6D-58BD-09216EC1CF21}"/>
          </ac:spMkLst>
        </pc:spChg>
        <pc:spChg chg="del">
          <ac:chgData name="Deepjyoti Das" userId="33a4dad7-e199-4720-9203-2fa1c8dadfbf" providerId="ADAL" clId="{20B8BDF5-4357-4302-A7C4-ACC1EEAD8BFA}" dt="2023-08-14T07:55:14.291" v="9" actId="478"/>
          <ac:spMkLst>
            <pc:docMk/>
            <pc:sldMk cId="2037652158" sldId="257"/>
            <ac:spMk id="3" creationId="{870C6673-76D8-5ADD-739D-6074C64623D9}"/>
          </ac:spMkLst>
        </pc:spChg>
        <pc:picChg chg="add mod">
          <ac:chgData name="Deepjyoti Das" userId="33a4dad7-e199-4720-9203-2fa1c8dadfbf" providerId="ADAL" clId="{20B8BDF5-4357-4302-A7C4-ACC1EEAD8BFA}" dt="2023-08-14T07:55:25.886" v="12" actId="14100"/>
          <ac:picMkLst>
            <pc:docMk/>
            <pc:sldMk cId="2037652158" sldId="257"/>
            <ac:picMk id="5" creationId="{6BEE01FF-3AED-4892-C353-A7B972A9159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996D-2BA8-E8B3-EA49-D3FD5B619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778CC-8EFF-6E0F-53D7-651E9B0B4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025C3-C11D-2AE4-6F66-54E36F5A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EA7EB-706A-8901-2A9D-16B5A6944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6C5DE-004A-A61F-3C74-3C5EA5C5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41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2480-5AB4-1D61-A498-A3203672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F6C03-8B75-DDDB-0554-570C1B9FC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1D878-F7C1-4A13-AD39-9933B6EC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5F1B9-6D4C-6947-28CB-AFF69356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794F-33C6-9134-911D-169D8B8E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81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0AFE-0E4C-A7C5-2EA0-882F728C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96DF4-FA5F-67F4-C031-3F443107E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263CC-5E2E-3F8C-006F-B7A1224F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F5592-5A24-52F4-92DB-351AF620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35510-5465-6F22-56E5-26E84F63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87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ECEA-CA01-C6F0-0628-B9F33029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BBC2-667D-66E1-93CF-5B353C5B1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65820-04C0-F530-579D-C35B9EA07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12B66-AA88-5157-3956-834486CD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01A76-D067-352E-AC3B-39566639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BD22E-C646-17C8-84CB-A7E00482C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9D68-96A0-AF44-DE11-F259311A2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A3127-A48D-652A-092D-41C9D87A6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8C8D-D823-3041-4C47-7CBBF359D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BEEC01-CD54-A007-BAA2-1EE1DD5BF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D513D-A628-A8C9-0148-6AB183D587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4C258E-5107-3BE0-9748-5244E01A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C65C7-2939-B95B-C800-45FCFA28F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62B9A-C644-2997-3C39-825ACD95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49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D7E90-9184-45EE-E08A-7E504BADE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DC7B0-62A5-13BB-FEF8-B9275DC7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40078-6B53-1375-785C-D3A13F42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77767-060C-DCE7-9096-E8D31D64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37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AFA19-F99E-046A-208D-D5B78A22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F974B-5A1F-BF20-1DA1-290149BF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FE3A6-6AE8-757D-634E-BEF3889C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68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F54C-7E17-DC38-9A30-8B67D9BAD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344A0-4F10-84BC-C100-0C696ED2C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41194-44EB-4FB7-6A4A-205AF2BF3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42A48-AB81-CC5D-4ED9-DEC2AB91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7BC44-7A71-43C2-E7E4-A73B5FBC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52534-4718-197C-B30E-6476E883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82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704C-1A2C-4988-D1F5-47B0D5E5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0400D-9DE9-DA1C-88C0-DAC7E2F9B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96257-3E78-C64B-13B7-8A3951105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F89C9-5272-B209-C482-0F346609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0ACBC-2734-E94B-99D4-CDC8CA3EC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F04AF-2A96-C3C7-ADD8-3F3FCB41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1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8968A-AFCC-5905-AC75-37EEA4F8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7148CF-0F66-3BCD-9702-AC66DF29A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C4C27-8B7E-B793-41CB-2CBA8ED3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BA078-9CA8-0598-9E21-CD6E462A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BB504-3BC3-F224-79BF-70AFD957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38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F866B9-70FA-033E-447B-3F876B09D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107CE-740C-3575-8A5F-E35AC3D4B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47D87-3EE4-FCEA-3F49-6BB9C9A0D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CCEAE-F337-78AA-0139-8C7D4B36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A88D2-45DC-384E-FB3A-A3C797C2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85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FBDCA-2B98-6A59-C855-C799F7FF7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75C29-0678-FAD9-E7B0-524013A5A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BE391-9FC5-5098-8298-6EECB4FB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84169-7B75-4D62-AA7B-C71FE546FD19}" type="datetimeFigureOut">
              <a:rPr lang="en-IN" smtClean="0"/>
              <a:t>14-08-2023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C344F-BE7D-96E4-2F53-30EC53D25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662F6-26C5-5321-5B89-92B8F5DC7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26DE4-3BD9-45B7-830E-7887C0896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80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51D342-C016-E813-6E02-C2D141D5A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5029"/>
            <a:ext cx="13061227" cy="423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5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EE01FF-3AED-4892-C353-A7B972A91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10" y="1611086"/>
            <a:ext cx="12286675" cy="348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52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Deepjyoti Das</dc:creator>
  <cp:lastModifiedBy>Deepjyoti Das</cp:lastModifiedBy>
  <cp:revision>1</cp:revision>
  <dcterms:created xsi:type="dcterms:W3CDTF">2023-08-14T07:41:17Z</dcterms:created>
  <dcterms:modified xsi:type="dcterms:W3CDTF">2023-08-14T07:55:26Z</dcterms:modified>
</cp:coreProperties>
</file>