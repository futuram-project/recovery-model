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19" r:id="rId4"/>
  </p:sldMasterIdLst>
  <p:sldIdLst>
    <p:sldId id="256" r:id="rId5"/>
    <p:sldId id="280" r:id="rId6"/>
    <p:sldId id="260" r:id="rId7"/>
    <p:sldId id="258" r:id="rId8"/>
    <p:sldId id="261" r:id="rId9"/>
    <p:sldId id="259" r:id="rId10"/>
    <p:sldId id="264" r:id="rId11"/>
    <p:sldId id="257" r:id="rId12"/>
    <p:sldId id="275" r:id="rId13"/>
    <p:sldId id="269" r:id="rId14"/>
    <p:sldId id="276" r:id="rId15"/>
    <p:sldId id="272" r:id="rId16"/>
    <p:sldId id="273" r:id="rId17"/>
    <p:sldId id="277" r:id="rId18"/>
    <p:sldId id="278" r:id="rId19"/>
    <p:sldId id="279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80DABA7-89F4-7040-E993-7FBD146A5BD9}" name="James Horne" initials="JH" userId="S::JHE@weee-forum.org::636ecc24-fc90-4002-b281-4925fb0be686" providerId="AD"/>
  <p188:author id="{591F05D5-2560-323B-82C4-387E47EAC24F}" name="Team Spade" initials="TS" userId="S::team@spadescrl.onmicrosoft.com::9b32b1d7-b8f3-4ccc-8a27-3dc5061d62a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42"/>
    <a:srgbClr val="000066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F0EA1F-36EF-B658-91DF-115C2461256D}" v="2" dt="2023-05-30T13:09:01.650"/>
    <p1510:client id="{B071A03A-9366-3BF4-32C4-A73704F0710F}" v="10" dt="2023-05-31T15:47:34.9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1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A3C833-D061-4322-8A7D-E8D15B8F2CD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759DE543-9C04-4C2A-B39D-2E1E4531673A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err="1"/>
            <a:t>carbonSteel</a:t>
          </a:r>
          <a:endParaRPr lang="de-DE" sz="1100"/>
        </a:p>
      </dgm:t>
    </dgm:pt>
    <dgm:pt modelId="{EE6F40DB-A3FB-40D2-B921-3BD145115C1B}" type="parTrans" cxnId="{411B066C-750D-4DC1-9195-40157759FE22}">
      <dgm:prSet/>
      <dgm:spPr/>
      <dgm:t>
        <a:bodyPr/>
        <a:lstStyle/>
        <a:p>
          <a:endParaRPr lang="de-DE" sz="1100"/>
        </a:p>
      </dgm:t>
    </dgm:pt>
    <dgm:pt modelId="{4DA5A76D-023C-4415-8568-1E5FD42FCC37}" type="sibTrans" cxnId="{411B066C-750D-4DC1-9195-40157759FE22}">
      <dgm:prSet/>
      <dgm:spPr/>
      <dgm:t>
        <a:bodyPr/>
        <a:lstStyle/>
        <a:p>
          <a:endParaRPr lang="de-DE"/>
        </a:p>
      </dgm:t>
    </dgm:pt>
    <dgm:pt modelId="{48BF0DE3-D0C1-4385-81D2-FD28A82D6DA5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err="1"/>
            <a:t>alloySteel</a:t>
          </a:r>
          <a:endParaRPr lang="de-DE" sz="1100"/>
        </a:p>
      </dgm:t>
    </dgm:pt>
    <dgm:pt modelId="{C3A2FCA3-3F16-43CE-915F-0C372C8AE2F6}" type="parTrans" cxnId="{591672B0-51DA-4CFE-8BB6-7A02C85B75AF}">
      <dgm:prSet/>
      <dgm:spPr/>
      <dgm:t>
        <a:bodyPr/>
        <a:lstStyle/>
        <a:p>
          <a:endParaRPr lang="de-DE" sz="1100"/>
        </a:p>
      </dgm:t>
    </dgm:pt>
    <dgm:pt modelId="{D9C81DF3-C81E-4F18-89F1-FABF4DBD470B}" type="sibTrans" cxnId="{591672B0-51DA-4CFE-8BB6-7A02C85B75AF}">
      <dgm:prSet/>
      <dgm:spPr/>
      <dgm:t>
        <a:bodyPr/>
        <a:lstStyle/>
        <a:p>
          <a:endParaRPr lang="de-DE"/>
        </a:p>
      </dgm:t>
    </dgm:pt>
    <dgm:pt modelId="{B5ECFC3F-0690-42B3-956D-D07A356726AD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err="1"/>
            <a:t>stainlessSteel</a:t>
          </a:r>
          <a:endParaRPr lang="de-DE" sz="1100"/>
        </a:p>
      </dgm:t>
    </dgm:pt>
    <dgm:pt modelId="{7EB5B4B4-77C7-4F5F-B39C-4B8554B6C9B8}" type="parTrans" cxnId="{7D7A91B4-2FF6-41D4-A1D8-0385160A59CF}">
      <dgm:prSet/>
      <dgm:spPr/>
      <dgm:t>
        <a:bodyPr/>
        <a:lstStyle/>
        <a:p>
          <a:endParaRPr lang="de-DE" sz="1100"/>
        </a:p>
      </dgm:t>
    </dgm:pt>
    <dgm:pt modelId="{828D3DBA-B910-474E-92B3-901C13AC202A}" type="sibTrans" cxnId="{7D7A91B4-2FF6-41D4-A1D8-0385160A59CF}">
      <dgm:prSet/>
      <dgm:spPr/>
      <dgm:t>
        <a:bodyPr/>
        <a:lstStyle/>
        <a:p>
          <a:endParaRPr lang="de-DE"/>
        </a:p>
      </dgm:t>
    </dgm:pt>
    <dgm:pt modelId="{B227C2AE-B1FF-4E19-9144-B1E4AF543E05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 err="1"/>
            <a:t>toolSteel</a:t>
          </a:r>
          <a:endParaRPr lang="de-DE" sz="1100" dirty="0"/>
        </a:p>
      </dgm:t>
    </dgm:pt>
    <dgm:pt modelId="{B2D0AFA5-CA9D-49D3-8CED-61C5D5631683}" type="parTrans" cxnId="{984C5648-4ECB-416F-8C33-AF084FC6585B}">
      <dgm:prSet/>
      <dgm:spPr/>
      <dgm:t>
        <a:bodyPr/>
        <a:lstStyle/>
        <a:p>
          <a:endParaRPr lang="de-DE" sz="1100"/>
        </a:p>
      </dgm:t>
    </dgm:pt>
    <dgm:pt modelId="{E6F577E9-D414-49E7-9E3D-636FA9D9E87E}" type="sibTrans" cxnId="{984C5648-4ECB-416F-8C33-AF084FC6585B}">
      <dgm:prSet/>
      <dgm:spPr/>
      <dgm:t>
        <a:bodyPr/>
        <a:lstStyle/>
        <a:p>
          <a:endParaRPr lang="de-DE"/>
        </a:p>
      </dgm:t>
    </dgm:pt>
    <dgm:pt modelId="{DD487C7C-326D-41F2-B713-57FB329F82E8}">
      <dgm:prSet phldrT="[Text]" custT="1"/>
      <dgm:spPr/>
      <dgm:t>
        <a:bodyPr/>
        <a:lstStyle/>
        <a:p>
          <a:r>
            <a:rPr lang="de-DE" sz="1100" err="1"/>
            <a:t>FeAndSteelAnd</a:t>
          </a:r>
          <a:endParaRPr lang="de-DE" sz="1100"/>
        </a:p>
        <a:p>
          <a:r>
            <a:rPr lang="de-DE" sz="1100" err="1"/>
            <a:t>SteelAlloys</a:t>
          </a:r>
          <a:endParaRPr lang="de-DE" sz="1100"/>
        </a:p>
      </dgm:t>
    </dgm:pt>
    <dgm:pt modelId="{565E0BA1-CBA1-49A4-9AEA-2AA14B569A97}" type="parTrans" cxnId="{9351017F-1887-4444-AB71-8AB06BF1582A}">
      <dgm:prSet/>
      <dgm:spPr/>
      <dgm:t>
        <a:bodyPr/>
        <a:lstStyle/>
        <a:p>
          <a:endParaRPr lang="de-DE"/>
        </a:p>
      </dgm:t>
    </dgm:pt>
    <dgm:pt modelId="{222A6167-F565-4055-A725-280DCC2307AE}" type="sibTrans" cxnId="{9351017F-1887-4444-AB71-8AB06BF1582A}">
      <dgm:prSet/>
      <dgm:spPr/>
      <dgm:t>
        <a:bodyPr/>
        <a:lstStyle/>
        <a:p>
          <a:endParaRPr lang="de-DE"/>
        </a:p>
      </dgm:t>
    </dgm:pt>
    <dgm:pt modelId="{D7447AAE-039D-4931-887A-5D2C3873D077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/>
            <a:t>iron</a:t>
          </a:r>
        </a:p>
      </dgm:t>
    </dgm:pt>
    <dgm:pt modelId="{32433D45-11DA-47DC-A938-BA2F9219ADF6}" type="parTrans" cxnId="{9B130EF4-0B48-48F0-B8B6-8EB32F2BDA02}">
      <dgm:prSet/>
      <dgm:spPr/>
      <dgm:t>
        <a:bodyPr/>
        <a:lstStyle/>
        <a:p>
          <a:endParaRPr lang="de-DE" sz="1100"/>
        </a:p>
      </dgm:t>
    </dgm:pt>
    <dgm:pt modelId="{EDBB62C3-8394-40E0-B016-0576948BB695}" type="sibTrans" cxnId="{9B130EF4-0B48-48F0-B8B6-8EB32F2BDA02}">
      <dgm:prSet/>
      <dgm:spPr/>
      <dgm:t>
        <a:bodyPr/>
        <a:lstStyle/>
        <a:p>
          <a:endParaRPr lang="de-DE"/>
        </a:p>
      </dgm:t>
    </dgm:pt>
    <dgm:pt modelId="{36E2C83B-DEB6-4F5B-9461-951E84F2E683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err="1"/>
            <a:t>steelAnd</a:t>
          </a:r>
          <a:endParaRPr lang="de-DE" sz="1100"/>
        </a:p>
        <a:p>
          <a:r>
            <a:rPr lang="de-DE" sz="1100" err="1"/>
            <a:t>SteelAlloys</a:t>
          </a:r>
          <a:endParaRPr lang="de-DE" sz="1100"/>
        </a:p>
      </dgm:t>
    </dgm:pt>
    <dgm:pt modelId="{C342F079-FC1E-4086-A339-195BDDC812DF}" type="parTrans" cxnId="{5F40C2BC-81A7-45DC-A100-4206C39E39B7}">
      <dgm:prSet/>
      <dgm:spPr/>
      <dgm:t>
        <a:bodyPr/>
        <a:lstStyle/>
        <a:p>
          <a:endParaRPr lang="de-DE" sz="1100"/>
        </a:p>
      </dgm:t>
    </dgm:pt>
    <dgm:pt modelId="{A8F828AC-1571-4682-BAFB-D0E83CDB87B4}" type="sibTrans" cxnId="{5F40C2BC-81A7-45DC-A100-4206C39E39B7}">
      <dgm:prSet/>
      <dgm:spPr/>
      <dgm:t>
        <a:bodyPr/>
        <a:lstStyle/>
        <a:p>
          <a:endParaRPr lang="de-DE"/>
        </a:p>
      </dgm:t>
    </dgm:pt>
    <dgm:pt modelId="{A87DCF02-2955-4BD2-91C9-6B677A893831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err="1"/>
            <a:t>castIron</a:t>
          </a:r>
          <a:endParaRPr lang="de-DE" sz="1100"/>
        </a:p>
      </dgm:t>
    </dgm:pt>
    <dgm:pt modelId="{804C34A1-C799-4CC3-9A61-525F45FCC2F1}" type="parTrans" cxnId="{9710CE70-9214-4FD7-8064-12D294D379CB}">
      <dgm:prSet/>
      <dgm:spPr/>
      <dgm:t>
        <a:bodyPr/>
        <a:lstStyle/>
        <a:p>
          <a:endParaRPr lang="de-DE" sz="1100"/>
        </a:p>
      </dgm:t>
    </dgm:pt>
    <dgm:pt modelId="{737DDC73-0495-401B-9831-699946E51905}" type="sibTrans" cxnId="{9710CE70-9214-4FD7-8064-12D294D379CB}">
      <dgm:prSet/>
      <dgm:spPr/>
      <dgm:t>
        <a:bodyPr/>
        <a:lstStyle/>
        <a:p>
          <a:endParaRPr lang="de-DE"/>
        </a:p>
      </dgm:t>
    </dgm:pt>
    <dgm:pt modelId="{F653A0E2-20E0-4C3E-B981-9C7A703B2748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err="1"/>
            <a:t>wroughtIron</a:t>
          </a:r>
          <a:endParaRPr lang="de-DE" sz="1100"/>
        </a:p>
      </dgm:t>
    </dgm:pt>
    <dgm:pt modelId="{BDC82A7C-0363-4D53-8417-4CC672585CCB}" type="parTrans" cxnId="{A14D218B-AC4A-4409-BB64-85885813789F}">
      <dgm:prSet/>
      <dgm:spPr/>
      <dgm:t>
        <a:bodyPr/>
        <a:lstStyle/>
        <a:p>
          <a:endParaRPr lang="de-DE" sz="1100"/>
        </a:p>
      </dgm:t>
    </dgm:pt>
    <dgm:pt modelId="{047A0ECD-9CB4-46EC-8E2C-369D9522B89A}" type="sibTrans" cxnId="{A14D218B-AC4A-4409-BB64-85885813789F}">
      <dgm:prSet/>
      <dgm:spPr/>
      <dgm:t>
        <a:bodyPr/>
        <a:lstStyle/>
        <a:p>
          <a:endParaRPr lang="de-DE"/>
        </a:p>
      </dgm:t>
    </dgm:pt>
    <dgm:pt modelId="{A85B8F5C-6AE4-4E11-9C74-FF4C25E76D1B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 err="1"/>
            <a:t>galvanizedSteel</a:t>
          </a:r>
          <a:endParaRPr lang="de-DE" sz="1100" dirty="0"/>
        </a:p>
      </dgm:t>
    </dgm:pt>
    <dgm:pt modelId="{382A49E7-EE4F-4A93-A54F-23B41810A1D4}" type="parTrans" cxnId="{130EFF5C-517F-41D5-8947-971029C815CB}">
      <dgm:prSet/>
      <dgm:spPr/>
      <dgm:t>
        <a:bodyPr/>
        <a:lstStyle/>
        <a:p>
          <a:endParaRPr lang="de-DE"/>
        </a:p>
      </dgm:t>
    </dgm:pt>
    <dgm:pt modelId="{DF8FBF94-6AA2-48EF-9E52-467660A994F6}" type="sibTrans" cxnId="{130EFF5C-517F-41D5-8947-971029C815CB}">
      <dgm:prSet/>
      <dgm:spPr/>
      <dgm:t>
        <a:bodyPr/>
        <a:lstStyle/>
        <a:p>
          <a:endParaRPr lang="de-DE"/>
        </a:p>
      </dgm:t>
    </dgm:pt>
    <dgm:pt modelId="{2A85D2DF-575A-4B23-88F1-82799F347DB6}" type="pres">
      <dgm:prSet presAssocID="{CAA3C833-D061-4322-8A7D-E8D15B8F2CD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26F8A02-8161-4FED-A842-68F8E2298260}" type="pres">
      <dgm:prSet presAssocID="{DD487C7C-326D-41F2-B713-57FB329F82E8}" presName="hierRoot1" presStyleCnt="0">
        <dgm:presLayoutVars>
          <dgm:hierBranch val="init"/>
        </dgm:presLayoutVars>
      </dgm:prSet>
      <dgm:spPr/>
    </dgm:pt>
    <dgm:pt modelId="{67ACCE7F-3DBA-4F6D-B5C4-1A489A116C6F}" type="pres">
      <dgm:prSet presAssocID="{DD487C7C-326D-41F2-B713-57FB329F82E8}" presName="rootComposite1" presStyleCnt="0"/>
      <dgm:spPr/>
    </dgm:pt>
    <dgm:pt modelId="{C4DA827F-8D4C-45FD-A944-F49859DA6E1F}" type="pres">
      <dgm:prSet presAssocID="{DD487C7C-326D-41F2-B713-57FB329F82E8}" presName="rootText1" presStyleLbl="node0" presStyleIdx="0" presStyleCnt="1">
        <dgm:presLayoutVars>
          <dgm:chPref val="3"/>
        </dgm:presLayoutVars>
      </dgm:prSet>
      <dgm:spPr/>
    </dgm:pt>
    <dgm:pt modelId="{11213EF3-B504-49E8-B33D-735626B241F8}" type="pres">
      <dgm:prSet presAssocID="{DD487C7C-326D-41F2-B713-57FB329F82E8}" presName="rootConnector1" presStyleLbl="node1" presStyleIdx="0" presStyleCnt="0"/>
      <dgm:spPr/>
    </dgm:pt>
    <dgm:pt modelId="{1C2C1BC8-2D88-4BCA-B426-6D7BAAFEEF11}" type="pres">
      <dgm:prSet presAssocID="{DD487C7C-326D-41F2-B713-57FB329F82E8}" presName="hierChild2" presStyleCnt="0"/>
      <dgm:spPr/>
    </dgm:pt>
    <dgm:pt modelId="{450BF9E7-38B0-426E-86C6-8443A0F54AA2}" type="pres">
      <dgm:prSet presAssocID="{32433D45-11DA-47DC-A938-BA2F9219ADF6}" presName="Name37" presStyleLbl="parChTrans1D2" presStyleIdx="0" presStyleCnt="2"/>
      <dgm:spPr/>
    </dgm:pt>
    <dgm:pt modelId="{FF65C904-FB79-4C3D-A768-579B16E90B84}" type="pres">
      <dgm:prSet presAssocID="{D7447AAE-039D-4931-887A-5D2C3873D077}" presName="hierRoot2" presStyleCnt="0">
        <dgm:presLayoutVars>
          <dgm:hierBranch val="init"/>
        </dgm:presLayoutVars>
      </dgm:prSet>
      <dgm:spPr/>
    </dgm:pt>
    <dgm:pt modelId="{575DFB55-C7A6-4D0D-A71C-FD6E3F9B7BE6}" type="pres">
      <dgm:prSet presAssocID="{D7447AAE-039D-4931-887A-5D2C3873D077}" presName="rootComposite" presStyleCnt="0"/>
      <dgm:spPr/>
    </dgm:pt>
    <dgm:pt modelId="{E47903C6-910E-4C11-9F47-A90C37BB960F}" type="pres">
      <dgm:prSet presAssocID="{D7447AAE-039D-4931-887A-5D2C3873D077}" presName="rootText" presStyleLbl="node2" presStyleIdx="0" presStyleCnt="2">
        <dgm:presLayoutVars>
          <dgm:chPref val="3"/>
        </dgm:presLayoutVars>
      </dgm:prSet>
      <dgm:spPr/>
    </dgm:pt>
    <dgm:pt modelId="{F69B9D90-CD38-4C9B-B159-1582FAD531FA}" type="pres">
      <dgm:prSet presAssocID="{D7447AAE-039D-4931-887A-5D2C3873D077}" presName="rootConnector" presStyleLbl="node2" presStyleIdx="0" presStyleCnt="2"/>
      <dgm:spPr/>
    </dgm:pt>
    <dgm:pt modelId="{4D915DDD-B159-467B-A2D2-4C0AFB2DAE44}" type="pres">
      <dgm:prSet presAssocID="{D7447AAE-039D-4931-887A-5D2C3873D077}" presName="hierChild4" presStyleCnt="0"/>
      <dgm:spPr/>
    </dgm:pt>
    <dgm:pt modelId="{F729D490-582C-413C-8272-094FE12B675A}" type="pres">
      <dgm:prSet presAssocID="{804C34A1-C799-4CC3-9A61-525F45FCC2F1}" presName="Name37" presStyleLbl="parChTrans1D3" presStyleIdx="0" presStyleCnt="7"/>
      <dgm:spPr/>
    </dgm:pt>
    <dgm:pt modelId="{2F519B8D-9663-451F-9EAB-132598A413DD}" type="pres">
      <dgm:prSet presAssocID="{A87DCF02-2955-4BD2-91C9-6B677A893831}" presName="hierRoot2" presStyleCnt="0">
        <dgm:presLayoutVars>
          <dgm:hierBranch val="init"/>
        </dgm:presLayoutVars>
      </dgm:prSet>
      <dgm:spPr/>
    </dgm:pt>
    <dgm:pt modelId="{89133D9B-69D4-4B3D-8007-E50F7CE6ED77}" type="pres">
      <dgm:prSet presAssocID="{A87DCF02-2955-4BD2-91C9-6B677A893831}" presName="rootComposite" presStyleCnt="0"/>
      <dgm:spPr/>
    </dgm:pt>
    <dgm:pt modelId="{9DAC3A2E-CBDD-43F8-B9FB-DBF3E327BEE6}" type="pres">
      <dgm:prSet presAssocID="{A87DCF02-2955-4BD2-91C9-6B677A893831}" presName="rootText" presStyleLbl="node3" presStyleIdx="0" presStyleCnt="7">
        <dgm:presLayoutVars>
          <dgm:chPref val="3"/>
        </dgm:presLayoutVars>
      </dgm:prSet>
      <dgm:spPr/>
    </dgm:pt>
    <dgm:pt modelId="{B4128B08-8A52-4FA1-B9EE-4F312451C991}" type="pres">
      <dgm:prSet presAssocID="{A87DCF02-2955-4BD2-91C9-6B677A893831}" presName="rootConnector" presStyleLbl="node3" presStyleIdx="0" presStyleCnt="7"/>
      <dgm:spPr/>
    </dgm:pt>
    <dgm:pt modelId="{E09E789C-681C-42C4-85BD-1084031D6A1A}" type="pres">
      <dgm:prSet presAssocID="{A87DCF02-2955-4BD2-91C9-6B677A893831}" presName="hierChild4" presStyleCnt="0"/>
      <dgm:spPr/>
    </dgm:pt>
    <dgm:pt modelId="{4D61E78B-36EB-45EC-8EE3-22428A391429}" type="pres">
      <dgm:prSet presAssocID="{A87DCF02-2955-4BD2-91C9-6B677A893831}" presName="hierChild5" presStyleCnt="0"/>
      <dgm:spPr/>
    </dgm:pt>
    <dgm:pt modelId="{16C9595D-2B33-4C6E-BF6D-E87994A7759C}" type="pres">
      <dgm:prSet presAssocID="{BDC82A7C-0363-4D53-8417-4CC672585CCB}" presName="Name37" presStyleLbl="parChTrans1D3" presStyleIdx="1" presStyleCnt="7"/>
      <dgm:spPr/>
    </dgm:pt>
    <dgm:pt modelId="{25762F8D-F10A-4CAF-A5A2-73F0AEF3E7A2}" type="pres">
      <dgm:prSet presAssocID="{F653A0E2-20E0-4C3E-B981-9C7A703B2748}" presName="hierRoot2" presStyleCnt="0">
        <dgm:presLayoutVars>
          <dgm:hierBranch val="init"/>
        </dgm:presLayoutVars>
      </dgm:prSet>
      <dgm:spPr/>
    </dgm:pt>
    <dgm:pt modelId="{DEB2732C-A2FA-452C-A26C-79BECFB47728}" type="pres">
      <dgm:prSet presAssocID="{F653A0E2-20E0-4C3E-B981-9C7A703B2748}" presName="rootComposite" presStyleCnt="0"/>
      <dgm:spPr/>
    </dgm:pt>
    <dgm:pt modelId="{2CC6D5F5-88AD-4C37-83B4-4FCB1BA0DF12}" type="pres">
      <dgm:prSet presAssocID="{F653A0E2-20E0-4C3E-B981-9C7A703B2748}" presName="rootText" presStyleLbl="node3" presStyleIdx="1" presStyleCnt="7">
        <dgm:presLayoutVars>
          <dgm:chPref val="3"/>
        </dgm:presLayoutVars>
      </dgm:prSet>
      <dgm:spPr/>
    </dgm:pt>
    <dgm:pt modelId="{75E060C2-5B14-4259-B568-41BBC208DD52}" type="pres">
      <dgm:prSet presAssocID="{F653A0E2-20E0-4C3E-B981-9C7A703B2748}" presName="rootConnector" presStyleLbl="node3" presStyleIdx="1" presStyleCnt="7"/>
      <dgm:spPr/>
    </dgm:pt>
    <dgm:pt modelId="{48523DB5-F008-4AC9-9E46-3AE907830E7A}" type="pres">
      <dgm:prSet presAssocID="{F653A0E2-20E0-4C3E-B981-9C7A703B2748}" presName="hierChild4" presStyleCnt="0"/>
      <dgm:spPr/>
    </dgm:pt>
    <dgm:pt modelId="{DCCBF0D2-9A35-47C8-A4F6-19244DBFDF53}" type="pres">
      <dgm:prSet presAssocID="{F653A0E2-20E0-4C3E-B981-9C7A703B2748}" presName="hierChild5" presStyleCnt="0"/>
      <dgm:spPr/>
    </dgm:pt>
    <dgm:pt modelId="{96CDBE80-F842-4627-BB2D-AA219B6C48B9}" type="pres">
      <dgm:prSet presAssocID="{D7447AAE-039D-4931-887A-5D2C3873D077}" presName="hierChild5" presStyleCnt="0"/>
      <dgm:spPr/>
    </dgm:pt>
    <dgm:pt modelId="{DB6FFACC-C2A5-4B8E-97E3-FBC73D906601}" type="pres">
      <dgm:prSet presAssocID="{C342F079-FC1E-4086-A339-195BDDC812DF}" presName="Name37" presStyleLbl="parChTrans1D2" presStyleIdx="1" presStyleCnt="2"/>
      <dgm:spPr/>
    </dgm:pt>
    <dgm:pt modelId="{C95DF795-E986-4365-B564-F3ADCE4F3D0D}" type="pres">
      <dgm:prSet presAssocID="{36E2C83B-DEB6-4F5B-9461-951E84F2E683}" presName="hierRoot2" presStyleCnt="0">
        <dgm:presLayoutVars>
          <dgm:hierBranch val="r"/>
        </dgm:presLayoutVars>
      </dgm:prSet>
      <dgm:spPr/>
    </dgm:pt>
    <dgm:pt modelId="{D32711CF-DF46-498C-BF66-D21987E191C6}" type="pres">
      <dgm:prSet presAssocID="{36E2C83B-DEB6-4F5B-9461-951E84F2E683}" presName="rootComposite" presStyleCnt="0"/>
      <dgm:spPr/>
    </dgm:pt>
    <dgm:pt modelId="{263D1683-6B34-4C65-AED7-245D357E5B71}" type="pres">
      <dgm:prSet presAssocID="{36E2C83B-DEB6-4F5B-9461-951E84F2E683}" presName="rootText" presStyleLbl="node2" presStyleIdx="1" presStyleCnt="2">
        <dgm:presLayoutVars>
          <dgm:chPref val="3"/>
        </dgm:presLayoutVars>
      </dgm:prSet>
      <dgm:spPr/>
    </dgm:pt>
    <dgm:pt modelId="{C24328F8-617A-48F8-8A3F-A21158DDA7BA}" type="pres">
      <dgm:prSet presAssocID="{36E2C83B-DEB6-4F5B-9461-951E84F2E683}" presName="rootConnector" presStyleLbl="node2" presStyleIdx="1" presStyleCnt="2"/>
      <dgm:spPr/>
    </dgm:pt>
    <dgm:pt modelId="{618EEEC4-3638-4BDB-A41D-AF1D4BCF8E21}" type="pres">
      <dgm:prSet presAssocID="{36E2C83B-DEB6-4F5B-9461-951E84F2E683}" presName="hierChild4" presStyleCnt="0"/>
      <dgm:spPr/>
    </dgm:pt>
    <dgm:pt modelId="{462654F9-B93D-4E85-ADBF-659451EBF481}" type="pres">
      <dgm:prSet presAssocID="{EE6F40DB-A3FB-40D2-B921-3BD145115C1B}" presName="Name50" presStyleLbl="parChTrans1D3" presStyleIdx="2" presStyleCnt="7"/>
      <dgm:spPr/>
    </dgm:pt>
    <dgm:pt modelId="{22A3934D-5BCD-4E3E-BC75-786E2E420F70}" type="pres">
      <dgm:prSet presAssocID="{759DE543-9C04-4C2A-B39D-2E1E4531673A}" presName="hierRoot2" presStyleCnt="0">
        <dgm:presLayoutVars>
          <dgm:hierBranch val="init"/>
        </dgm:presLayoutVars>
      </dgm:prSet>
      <dgm:spPr/>
    </dgm:pt>
    <dgm:pt modelId="{9DD6A01A-8120-451A-8B10-2958BE22755A}" type="pres">
      <dgm:prSet presAssocID="{759DE543-9C04-4C2A-B39D-2E1E4531673A}" presName="rootComposite" presStyleCnt="0"/>
      <dgm:spPr/>
    </dgm:pt>
    <dgm:pt modelId="{162268A3-7E5C-4295-BCD3-B643F53ADBF3}" type="pres">
      <dgm:prSet presAssocID="{759DE543-9C04-4C2A-B39D-2E1E4531673A}" presName="rootText" presStyleLbl="node3" presStyleIdx="2" presStyleCnt="7">
        <dgm:presLayoutVars>
          <dgm:chPref val="3"/>
        </dgm:presLayoutVars>
      </dgm:prSet>
      <dgm:spPr/>
    </dgm:pt>
    <dgm:pt modelId="{4252065B-A886-4BD3-A4E5-CD769B2F17A8}" type="pres">
      <dgm:prSet presAssocID="{759DE543-9C04-4C2A-B39D-2E1E4531673A}" presName="rootConnector" presStyleLbl="node3" presStyleIdx="2" presStyleCnt="7"/>
      <dgm:spPr/>
    </dgm:pt>
    <dgm:pt modelId="{5B29F176-2EF1-48B8-AF86-A451E344E5D3}" type="pres">
      <dgm:prSet presAssocID="{759DE543-9C04-4C2A-B39D-2E1E4531673A}" presName="hierChild4" presStyleCnt="0"/>
      <dgm:spPr/>
    </dgm:pt>
    <dgm:pt modelId="{4E279943-6F0B-4C8B-9A01-6D9C2BB6A0D9}" type="pres">
      <dgm:prSet presAssocID="{759DE543-9C04-4C2A-B39D-2E1E4531673A}" presName="hierChild5" presStyleCnt="0"/>
      <dgm:spPr/>
    </dgm:pt>
    <dgm:pt modelId="{C3F45F19-8530-4656-9191-9CDF8C6DABED}" type="pres">
      <dgm:prSet presAssocID="{C3A2FCA3-3F16-43CE-915F-0C372C8AE2F6}" presName="Name50" presStyleLbl="parChTrans1D3" presStyleIdx="3" presStyleCnt="7"/>
      <dgm:spPr/>
    </dgm:pt>
    <dgm:pt modelId="{BB302CDE-9F16-41D2-B862-7FA0922B5E99}" type="pres">
      <dgm:prSet presAssocID="{48BF0DE3-D0C1-4385-81D2-FD28A82D6DA5}" presName="hierRoot2" presStyleCnt="0">
        <dgm:presLayoutVars>
          <dgm:hierBranch val="init"/>
        </dgm:presLayoutVars>
      </dgm:prSet>
      <dgm:spPr/>
    </dgm:pt>
    <dgm:pt modelId="{AF8FE797-0451-4A50-BE50-43DF686168A7}" type="pres">
      <dgm:prSet presAssocID="{48BF0DE3-D0C1-4385-81D2-FD28A82D6DA5}" presName="rootComposite" presStyleCnt="0"/>
      <dgm:spPr/>
    </dgm:pt>
    <dgm:pt modelId="{022C3195-EA3B-4063-8780-2CAD88D6DA6B}" type="pres">
      <dgm:prSet presAssocID="{48BF0DE3-D0C1-4385-81D2-FD28A82D6DA5}" presName="rootText" presStyleLbl="node3" presStyleIdx="3" presStyleCnt="7">
        <dgm:presLayoutVars>
          <dgm:chPref val="3"/>
        </dgm:presLayoutVars>
      </dgm:prSet>
      <dgm:spPr/>
    </dgm:pt>
    <dgm:pt modelId="{933864DA-7314-45DA-AC97-90EC1B7D4238}" type="pres">
      <dgm:prSet presAssocID="{48BF0DE3-D0C1-4385-81D2-FD28A82D6DA5}" presName="rootConnector" presStyleLbl="node3" presStyleIdx="3" presStyleCnt="7"/>
      <dgm:spPr/>
    </dgm:pt>
    <dgm:pt modelId="{AEDFC0D9-2336-4D95-818A-97AE2D3ED75F}" type="pres">
      <dgm:prSet presAssocID="{48BF0DE3-D0C1-4385-81D2-FD28A82D6DA5}" presName="hierChild4" presStyleCnt="0"/>
      <dgm:spPr/>
    </dgm:pt>
    <dgm:pt modelId="{1A43B609-4410-4AD3-9B5E-15299C2D2959}" type="pres">
      <dgm:prSet presAssocID="{48BF0DE3-D0C1-4385-81D2-FD28A82D6DA5}" presName="hierChild5" presStyleCnt="0"/>
      <dgm:spPr/>
    </dgm:pt>
    <dgm:pt modelId="{FED30123-01D5-4516-A673-FC0A399790F1}" type="pres">
      <dgm:prSet presAssocID="{7EB5B4B4-77C7-4F5F-B39C-4B8554B6C9B8}" presName="Name50" presStyleLbl="parChTrans1D3" presStyleIdx="4" presStyleCnt="7"/>
      <dgm:spPr/>
    </dgm:pt>
    <dgm:pt modelId="{81C55482-28EB-415E-B6B2-6C8BE7888AAC}" type="pres">
      <dgm:prSet presAssocID="{B5ECFC3F-0690-42B3-956D-D07A356726AD}" presName="hierRoot2" presStyleCnt="0">
        <dgm:presLayoutVars>
          <dgm:hierBranch val="init"/>
        </dgm:presLayoutVars>
      </dgm:prSet>
      <dgm:spPr/>
    </dgm:pt>
    <dgm:pt modelId="{F525CF7D-4279-44D4-9DA2-7FA32DA52675}" type="pres">
      <dgm:prSet presAssocID="{B5ECFC3F-0690-42B3-956D-D07A356726AD}" presName="rootComposite" presStyleCnt="0"/>
      <dgm:spPr/>
    </dgm:pt>
    <dgm:pt modelId="{36164227-629F-4FA7-B07E-0705AF556E78}" type="pres">
      <dgm:prSet presAssocID="{B5ECFC3F-0690-42B3-956D-D07A356726AD}" presName="rootText" presStyleLbl="node3" presStyleIdx="4" presStyleCnt="7">
        <dgm:presLayoutVars>
          <dgm:chPref val="3"/>
        </dgm:presLayoutVars>
      </dgm:prSet>
      <dgm:spPr/>
    </dgm:pt>
    <dgm:pt modelId="{3D630241-1037-4F4A-AB03-07798EDA93BF}" type="pres">
      <dgm:prSet presAssocID="{B5ECFC3F-0690-42B3-956D-D07A356726AD}" presName="rootConnector" presStyleLbl="node3" presStyleIdx="4" presStyleCnt="7"/>
      <dgm:spPr/>
    </dgm:pt>
    <dgm:pt modelId="{BFFDE179-782A-40B6-8233-18012443C1BF}" type="pres">
      <dgm:prSet presAssocID="{B5ECFC3F-0690-42B3-956D-D07A356726AD}" presName="hierChild4" presStyleCnt="0"/>
      <dgm:spPr/>
    </dgm:pt>
    <dgm:pt modelId="{3C82EE7E-AFAC-4B3A-B913-69B107AC1C2A}" type="pres">
      <dgm:prSet presAssocID="{B5ECFC3F-0690-42B3-956D-D07A356726AD}" presName="hierChild5" presStyleCnt="0"/>
      <dgm:spPr/>
    </dgm:pt>
    <dgm:pt modelId="{1B2BC0BB-87AF-42AF-AAAA-1270CF698D3D}" type="pres">
      <dgm:prSet presAssocID="{B2D0AFA5-CA9D-49D3-8CED-61C5D5631683}" presName="Name50" presStyleLbl="parChTrans1D3" presStyleIdx="5" presStyleCnt="7"/>
      <dgm:spPr/>
    </dgm:pt>
    <dgm:pt modelId="{F2944326-9E29-45DE-A073-4AD6A7DB9A90}" type="pres">
      <dgm:prSet presAssocID="{B227C2AE-B1FF-4E19-9144-B1E4AF543E05}" presName="hierRoot2" presStyleCnt="0">
        <dgm:presLayoutVars>
          <dgm:hierBranch val="init"/>
        </dgm:presLayoutVars>
      </dgm:prSet>
      <dgm:spPr/>
    </dgm:pt>
    <dgm:pt modelId="{0520E1CD-CD8F-4A04-A379-21061778887B}" type="pres">
      <dgm:prSet presAssocID="{B227C2AE-B1FF-4E19-9144-B1E4AF543E05}" presName="rootComposite" presStyleCnt="0"/>
      <dgm:spPr/>
    </dgm:pt>
    <dgm:pt modelId="{E0D635E2-4281-44C6-92E0-08ACBCEFFFD1}" type="pres">
      <dgm:prSet presAssocID="{B227C2AE-B1FF-4E19-9144-B1E4AF543E05}" presName="rootText" presStyleLbl="node3" presStyleIdx="5" presStyleCnt="7">
        <dgm:presLayoutVars>
          <dgm:chPref val="3"/>
        </dgm:presLayoutVars>
      </dgm:prSet>
      <dgm:spPr/>
    </dgm:pt>
    <dgm:pt modelId="{BEB235DC-A5C6-432C-AFEA-8B2DD99A9F44}" type="pres">
      <dgm:prSet presAssocID="{B227C2AE-B1FF-4E19-9144-B1E4AF543E05}" presName="rootConnector" presStyleLbl="node3" presStyleIdx="5" presStyleCnt="7"/>
      <dgm:spPr/>
    </dgm:pt>
    <dgm:pt modelId="{85246755-FAB1-4CA8-9724-2A2A13DEA07B}" type="pres">
      <dgm:prSet presAssocID="{B227C2AE-B1FF-4E19-9144-B1E4AF543E05}" presName="hierChild4" presStyleCnt="0"/>
      <dgm:spPr/>
    </dgm:pt>
    <dgm:pt modelId="{A6B06758-9223-4F9B-BA6F-A1A272265CA2}" type="pres">
      <dgm:prSet presAssocID="{B227C2AE-B1FF-4E19-9144-B1E4AF543E05}" presName="hierChild5" presStyleCnt="0"/>
      <dgm:spPr/>
    </dgm:pt>
    <dgm:pt modelId="{F19A934B-92A0-47BB-B952-655A34607A33}" type="pres">
      <dgm:prSet presAssocID="{382A49E7-EE4F-4A93-A54F-23B41810A1D4}" presName="Name50" presStyleLbl="parChTrans1D3" presStyleIdx="6" presStyleCnt="7"/>
      <dgm:spPr/>
    </dgm:pt>
    <dgm:pt modelId="{7D249C72-1371-4660-8371-22F50334B289}" type="pres">
      <dgm:prSet presAssocID="{A85B8F5C-6AE4-4E11-9C74-FF4C25E76D1B}" presName="hierRoot2" presStyleCnt="0">
        <dgm:presLayoutVars>
          <dgm:hierBranch val="init"/>
        </dgm:presLayoutVars>
      </dgm:prSet>
      <dgm:spPr/>
    </dgm:pt>
    <dgm:pt modelId="{632DE8AB-9C58-407C-A639-1614CBB4A38A}" type="pres">
      <dgm:prSet presAssocID="{A85B8F5C-6AE4-4E11-9C74-FF4C25E76D1B}" presName="rootComposite" presStyleCnt="0"/>
      <dgm:spPr/>
    </dgm:pt>
    <dgm:pt modelId="{E4853F31-2566-4857-9ACE-A379CB917E8A}" type="pres">
      <dgm:prSet presAssocID="{A85B8F5C-6AE4-4E11-9C74-FF4C25E76D1B}" presName="rootText" presStyleLbl="node3" presStyleIdx="6" presStyleCnt="7">
        <dgm:presLayoutVars>
          <dgm:chPref val="3"/>
        </dgm:presLayoutVars>
      </dgm:prSet>
      <dgm:spPr/>
    </dgm:pt>
    <dgm:pt modelId="{0AF4A430-4E50-47F5-84DC-E637FDB4A8D9}" type="pres">
      <dgm:prSet presAssocID="{A85B8F5C-6AE4-4E11-9C74-FF4C25E76D1B}" presName="rootConnector" presStyleLbl="node3" presStyleIdx="6" presStyleCnt="7"/>
      <dgm:spPr/>
    </dgm:pt>
    <dgm:pt modelId="{BB01F791-5A8F-4896-A492-C9DC58EBD304}" type="pres">
      <dgm:prSet presAssocID="{A85B8F5C-6AE4-4E11-9C74-FF4C25E76D1B}" presName="hierChild4" presStyleCnt="0"/>
      <dgm:spPr/>
    </dgm:pt>
    <dgm:pt modelId="{CAED0B4F-CC40-4D9A-9163-4EBC4F3CFB05}" type="pres">
      <dgm:prSet presAssocID="{A85B8F5C-6AE4-4E11-9C74-FF4C25E76D1B}" presName="hierChild5" presStyleCnt="0"/>
      <dgm:spPr/>
    </dgm:pt>
    <dgm:pt modelId="{5BC87484-8653-4580-BB51-01C26D891CB8}" type="pres">
      <dgm:prSet presAssocID="{36E2C83B-DEB6-4F5B-9461-951E84F2E683}" presName="hierChild5" presStyleCnt="0"/>
      <dgm:spPr/>
    </dgm:pt>
    <dgm:pt modelId="{7379901A-87BC-4C77-B0C8-93BCCE151746}" type="pres">
      <dgm:prSet presAssocID="{DD487C7C-326D-41F2-B713-57FB329F82E8}" presName="hierChild3" presStyleCnt="0"/>
      <dgm:spPr/>
    </dgm:pt>
  </dgm:ptLst>
  <dgm:cxnLst>
    <dgm:cxn modelId="{E18C0004-475D-4302-8590-07585B5FB687}" type="presOf" srcId="{A87DCF02-2955-4BD2-91C9-6B677A893831}" destId="{B4128B08-8A52-4FA1-B9EE-4F312451C991}" srcOrd="1" destOrd="0" presId="urn:microsoft.com/office/officeart/2005/8/layout/orgChart1"/>
    <dgm:cxn modelId="{73E1BE09-DF3C-44EF-A1C4-634CF0EFAD20}" type="presOf" srcId="{A87DCF02-2955-4BD2-91C9-6B677A893831}" destId="{9DAC3A2E-CBDD-43F8-B9FB-DBF3E327BEE6}" srcOrd="0" destOrd="0" presId="urn:microsoft.com/office/officeart/2005/8/layout/orgChart1"/>
    <dgm:cxn modelId="{122FD80A-DA8A-4A45-93BC-00A0866C6F1E}" type="presOf" srcId="{F653A0E2-20E0-4C3E-B981-9C7A703B2748}" destId="{2CC6D5F5-88AD-4C37-83B4-4FCB1BA0DF12}" srcOrd="0" destOrd="0" presId="urn:microsoft.com/office/officeart/2005/8/layout/orgChart1"/>
    <dgm:cxn modelId="{D7570612-CBAF-44C2-8710-225AD33C14FC}" type="presOf" srcId="{C3A2FCA3-3F16-43CE-915F-0C372C8AE2F6}" destId="{C3F45F19-8530-4656-9191-9CDF8C6DABED}" srcOrd="0" destOrd="0" presId="urn:microsoft.com/office/officeart/2005/8/layout/orgChart1"/>
    <dgm:cxn modelId="{D487B015-0103-434B-869C-2DC8DE8BFABF}" type="presOf" srcId="{DD487C7C-326D-41F2-B713-57FB329F82E8}" destId="{C4DA827F-8D4C-45FD-A944-F49859DA6E1F}" srcOrd="0" destOrd="0" presId="urn:microsoft.com/office/officeart/2005/8/layout/orgChart1"/>
    <dgm:cxn modelId="{4544E121-9331-4139-B4AA-DF9F6A96FD82}" type="presOf" srcId="{804C34A1-C799-4CC3-9A61-525F45FCC2F1}" destId="{F729D490-582C-413C-8272-094FE12B675A}" srcOrd="0" destOrd="0" presId="urn:microsoft.com/office/officeart/2005/8/layout/orgChart1"/>
    <dgm:cxn modelId="{0E3E1C2D-3248-4B0E-B0C3-2A05DD440BB2}" type="presOf" srcId="{382A49E7-EE4F-4A93-A54F-23B41810A1D4}" destId="{F19A934B-92A0-47BB-B952-655A34607A33}" srcOrd="0" destOrd="0" presId="urn:microsoft.com/office/officeart/2005/8/layout/orgChart1"/>
    <dgm:cxn modelId="{C4A94938-8B7B-4039-8FD4-1A959B2287FD}" type="presOf" srcId="{F653A0E2-20E0-4C3E-B981-9C7A703B2748}" destId="{75E060C2-5B14-4259-B568-41BBC208DD52}" srcOrd="1" destOrd="0" presId="urn:microsoft.com/office/officeart/2005/8/layout/orgChart1"/>
    <dgm:cxn modelId="{CCD3D33D-DAB2-4E32-9A3B-AE8D828CEE7D}" type="presOf" srcId="{32433D45-11DA-47DC-A938-BA2F9219ADF6}" destId="{450BF9E7-38B0-426E-86C6-8443A0F54AA2}" srcOrd="0" destOrd="0" presId="urn:microsoft.com/office/officeart/2005/8/layout/orgChart1"/>
    <dgm:cxn modelId="{130EFF5C-517F-41D5-8947-971029C815CB}" srcId="{36E2C83B-DEB6-4F5B-9461-951E84F2E683}" destId="{A85B8F5C-6AE4-4E11-9C74-FF4C25E76D1B}" srcOrd="4" destOrd="0" parTransId="{382A49E7-EE4F-4A93-A54F-23B41810A1D4}" sibTransId="{DF8FBF94-6AA2-48EF-9E52-467660A994F6}"/>
    <dgm:cxn modelId="{1AA6045D-DC24-4E6D-A666-242C2502BF4B}" type="presOf" srcId="{B227C2AE-B1FF-4E19-9144-B1E4AF543E05}" destId="{E0D635E2-4281-44C6-92E0-08ACBCEFFFD1}" srcOrd="0" destOrd="0" presId="urn:microsoft.com/office/officeart/2005/8/layout/orgChart1"/>
    <dgm:cxn modelId="{6A53515D-72D2-4762-8007-C05257172802}" type="presOf" srcId="{B5ECFC3F-0690-42B3-956D-D07A356726AD}" destId="{3D630241-1037-4F4A-AB03-07798EDA93BF}" srcOrd="1" destOrd="0" presId="urn:microsoft.com/office/officeart/2005/8/layout/orgChart1"/>
    <dgm:cxn modelId="{20A80848-D2D2-4DD7-8B69-B7E6BCFA1330}" type="presOf" srcId="{48BF0DE3-D0C1-4385-81D2-FD28A82D6DA5}" destId="{933864DA-7314-45DA-AC97-90EC1B7D4238}" srcOrd="1" destOrd="0" presId="urn:microsoft.com/office/officeart/2005/8/layout/orgChart1"/>
    <dgm:cxn modelId="{984C5648-4ECB-416F-8C33-AF084FC6585B}" srcId="{36E2C83B-DEB6-4F5B-9461-951E84F2E683}" destId="{B227C2AE-B1FF-4E19-9144-B1E4AF543E05}" srcOrd="3" destOrd="0" parTransId="{B2D0AFA5-CA9D-49D3-8CED-61C5D5631683}" sibTransId="{E6F577E9-D414-49E7-9E3D-636FA9D9E87E}"/>
    <dgm:cxn modelId="{411B066C-750D-4DC1-9195-40157759FE22}" srcId="{36E2C83B-DEB6-4F5B-9461-951E84F2E683}" destId="{759DE543-9C04-4C2A-B39D-2E1E4531673A}" srcOrd="0" destOrd="0" parTransId="{EE6F40DB-A3FB-40D2-B921-3BD145115C1B}" sibTransId="{4DA5A76D-023C-4415-8568-1E5FD42FCC37}"/>
    <dgm:cxn modelId="{9710CE70-9214-4FD7-8064-12D294D379CB}" srcId="{D7447AAE-039D-4931-887A-5D2C3873D077}" destId="{A87DCF02-2955-4BD2-91C9-6B677A893831}" srcOrd="0" destOrd="0" parTransId="{804C34A1-C799-4CC3-9A61-525F45FCC2F1}" sibTransId="{737DDC73-0495-401B-9831-699946E51905}"/>
    <dgm:cxn modelId="{A787087A-CF6B-4925-8E37-97ED294886BA}" type="presOf" srcId="{BDC82A7C-0363-4D53-8417-4CC672585CCB}" destId="{16C9595D-2B33-4C6E-BF6D-E87994A7759C}" srcOrd="0" destOrd="0" presId="urn:microsoft.com/office/officeart/2005/8/layout/orgChart1"/>
    <dgm:cxn modelId="{4E819D7D-F9B6-4423-9619-CFADDF796E35}" type="presOf" srcId="{48BF0DE3-D0C1-4385-81D2-FD28A82D6DA5}" destId="{022C3195-EA3B-4063-8780-2CAD88D6DA6B}" srcOrd="0" destOrd="0" presId="urn:microsoft.com/office/officeart/2005/8/layout/orgChart1"/>
    <dgm:cxn modelId="{9351017F-1887-4444-AB71-8AB06BF1582A}" srcId="{CAA3C833-D061-4322-8A7D-E8D15B8F2CD9}" destId="{DD487C7C-326D-41F2-B713-57FB329F82E8}" srcOrd="0" destOrd="0" parTransId="{565E0BA1-CBA1-49A4-9AEA-2AA14B569A97}" sibTransId="{222A6167-F565-4055-A725-280DCC2307AE}"/>
    <dgm:cxn modelId="{0F6B527F-F4CB-4F24-BD58-C4EBDAF62B33}" type="presOf" srcId="{759DE543-9C04-4C2A-B39D-2E1E4531673A}" destId="{4252065B-A886-4BD3-A4E5-CD769B2F17A8}" srcOrd="1" destOrd="0" presId="urn:microsoft.com/office/officeart/2005/8/layout/orgChart1"/>
    <dgm:cxn modelId="{B0A87F81-7BBC-4D97-ABC9-C2D47AFD947E}" type="presOf" srcId="{EE6F40DB-A3FB-40D2-B921-3BD145115C1B}" destId="{462654F9-B93D-4E85-ADBF-659451EBF481}" srcOrd="0" destOrd="0" presId="urn:microsoft.com/office/officeart/2005/8/layout/orgChart1"/>
    <dgm:cxn modelId="{1651F787-253A-4CA8-9351-C682A2D02668}" type="presOf" srcId="{C342F079-FC1E-4086-A339-195BDDC812DF}" destId="{DB6FFACC-C2A5-4B8E-97E3-FBC73D906601}" srcOrd="0" destOrd="0" presId="urn:microsoft.com/office/officeart/2005/8/layout/orgChart1"/>
    <dgm:cxn modelId="{A14D218B-AC4A-4409-BB64-85885813789F}" srcId="{D7447AAE-039D-4931-887A-5D2C3873D077}" destId="{F653A0E2-20E0-4C3E-B981-9C7A703B2748}" srcOrd="1" destOrd="0" parTransId="{BDC82A7C-0363-4D53-8417-4CC672585CCB}" sibTransId="{047A0ECD-9CB4-46EC-8E2C-369D9522B89A}"/>
    <dgm:cxn modelId="{11A59E8C-6860-4273-B82A-CCDBAAAA5ED9}" type="presOf" srcId="{36E2C83B-DEB6-4F5B-9461-951E84F2E683}" destId="{263D1683-6B34-4C65-AED7-245D357E5B71}" srcOrd="0" destOrd="0" presId="urn:microsoft.com/office/officeart/2005/8/layout/orgChart1"/>
    <dgm:cxn modelId="{E857B091-EAA7-42E0-8A6B-74D714A237F7}" type="presOf" srcId="{759DE543-9C04-4C2A-B39D-2E1E4531673A}" destId="{162268A3-7E5C-4295-BCD3-B643F53ADBF3}" srcOrd="0" destOrd="0" presId="urn:microsoft.com/office/officeart/2005/8/layout/orgChart1"/>
    <dgm:cxn modelId="{5557EBA3-4F77-40BD-B0C1-69647A7BE772}" type="presOf" srcId="{B5ECFC3F-0690-42B3-956D-D07A356726AD}" destId="{36164227-629F-4FA7-B07E-0705AF556E78}" srcOrd="0" destOrd="0" presId="urn:microsoft.com/office/officeart/2005/8/layout/orgChart1"/>
    <dgm:cxn modelId="{591672B0-51DA-4CFE-8BB6-7A02C85B75AF}" srcId="{36E2C83B-DEB6-4F5B-9461-951E84F2E683}" destId="{48BF0DE3-D0C1-4385-81D2-FD28A82D6DA5}" srcOrd="1" destOrd="0" parTransId="{C3A2FCA3-3F16-43CE-915F-0C372C8AE2F6}" sibTransId="{D9C81DF3-C81E-4F18-89F1-FABF4DBD470B}"/>
    <dgm:cxn modelId="{7D7A91B4-2FF6-41D4-A1D8-0385160A59CF}" srcId="{36E2C83B-DEB6-4F5B-9461-951E84F2E683}" destId="{B5ECFC3F-0690-42B3-956D-D07A356726AD}" srcOrd="2" destOrd="0" parTransId="{7EB5B4B4-77C7-4F5F-B39C-4B8554B6C9B8}" sibTransId="{828D3DBA-B910-474E-92B3-901C13AC202A}"/>
    <dgm:cxn modelId="{5F40C2BC-81A7-45DC-A100-4206C39E39B7}" srcId="{DD487C7C-326D-41F2-B713-57FB329F82E8}" destId="{36E2C83B-DEB6-4F5B-9461-951E84F2E683}" srcOrd="1" destOrd="0" parTransId="{C342F079-FC1E-4086-A339-195BDDC812DF}" sibTransId="{A8F828AC-1571-4682-BAFB-D0E83CDB87B4}"/>
    <dgm:cxn modelId="{479740CF-9B4A-4B2A-8674-E991074B21CE}" type="presOf" srcId="{CAA3C833-D061-4322-8A7D-E8D15B8F2CD9}" destId="{2A85D2DF-575A-4B23-88F1-82799F347DB6}" srcOrd="0" destOrd="0" presId="urn:microsoft.com/office/officeart/2005/8/layout/orgChart1"/>
    <dgm:cxn modelId="{988CB9CF-E559-486E-9A9B-81C801A425FE}" type="presOf" srcId="{36E2C83B-DEB6-4F5B-9461-951E84F2E683}" destId="{C24328F8-617A-48F8-8A3F-A21158DDA7BA}" srcOrd="1" destOrd="0" presId="urn:microsoft.com/office/officeart/2005/8/layout/orgChart1"/>
    <dgm:cxn modelId="{D29243D3-E6EC-41C9-92A5-5C7773D33FE6}" type="presOf" srcId="{A85B8F5C-6AE4-4E11-9C74-FF4C25E76D1B}" destId="{E4853F31-2566-4857-9ACE-A379CB917E8A}" srcOrd="0" destOrd="0" presId="urn:microsoft.com/office/officeart/2005/8/layout/orgChart1"/>
    <dgm:cxn modelId="{41DCDCD8-9C9C-40C0-B224-A0ADF526DC91}" type="presOf" srcId="{DD487C7C-326D-41F2-B713-57FB329F82E8}" destId="{11213EF3-B504-49E8-B33D-735626B241F8}" srcOrd="1" destOrd="0" presId="urn:microsoft.com/office/officeart/2005/8/layout/orgChart1"/>
    <dgm:cxn modelId="{A5193BE0-0A99-4DAA-BEC2-26E6AB366C13}" type="presOf" srcId="{B2D0AFA5-CA9D-49D3-8CED-61C5D5631683}" destId="{1B2BC0BB-87AF-42AF-AAAA-1270CF698D3D}" srcOrd="0" destOrd="0" presId="urn:microsoft.com/office/officeart/2005/8/layout/orgChart1"/>
    <dgm:cxn modelId="{6351D9E5-0D32-4F01-A055-01872AA9F9BE}" type="presOf" srcId="{B227C2AE-B1FF-4E19-9144-B1E4AF543E05}" destId="{BEB235DC-A5C6-432C-AFEA-8B2DD99A9F44}" srcOrd="1" destOrd="0" presId="urn:microsoft.com/office/officeart/2005/8/layout/orgChart1"/>
    <dgm:cxn modelId="{6057B6EA-53CD-412F-891B-571E45CB7D73}" type="presOf" srcId="{D7447AAE-039D-4931-887A-5D2C3873D077}" destId="{E47903C6-910E-4C11-9F47-A90C37BB960F}" srcOrd="0" destOrd="0" presId="urn:microsoft.com/office/officeart/2005/8/layout/orgChart1"/>
    <dgm:cxn modelId="{9B130EF4-0B48-48F0-B8B6-8EB32F2BDA02}" srcId="{DD487C7C-326D-41F2-B713-57FB329F82E8}" destId="{D7447AAE-039D-4931-887A-5D2C3873D077}" srcOrd="0" destOrd="0" parTransId="{32433D45-11DA-47DC-A938-BA2F9219ADF6}" sibTransId="{EDBB62C3-8394-40E0-B016-0576948BB695}"/>
    <dgm:cxn modelId="{8CBC66F7-FC89-4B08-8609-EE3B4DAC9B65}" type="presOf" srcId="{A85B8F5C-6AE4-4E11-9C74-FF4C25E76D1B}" destId="{0AF4A430-4E50-47F5-84DC-E637FDB4A8D9}" srcOrd="1" destOrd="0" presId="urn:microsoft.com/office/officeart/2005/8/layout/orgChart1"/>
    <dgm:cxn modelId="{591D86FB-3961-4BE8-839F-649803F302F0}" type="presOf" srcId="{7EB5B4B4-77C7-4F5F-B39C-4B8554B6C9B8}" destId="{FED30123-01D5-4516-A673-FC0A399790F1}" srcOrd="0" destOrd="0" presId="urn:microsoft.com/office/officeart/2005/8/layout/orgChart1"/>
    <dgm:cxn modelId="{9F8017FE-0B10-4655-B556-821C70E15B08}" type="presOf" srcId="{D7447AAE-039D-4931-887A-5D2C3873D077}" destId="{F69B9D90-CD38-4C9B-B159-1582FAD531FA}" srcOrd="1" destOrd="0" presId="urn:microsoft.com/office/officeart/2005/8/layout/orgChart1"/>
    <dgm:cxn modelId="{1A941C95-F362-46E3-BA64-64F8A65805EE}" type="presParOf" srcId="{2A85D2DF-575A-4B23-88F1-82799F347DB6}" destId="{A26F8A02-8161-4FED-A842-68F8E2298260}" srcOrd="0" destOrd="0" presId="urn:microsoft.com/office/officeart/2005/8/layout/orgChart1"/>
    <dgm:cxn modelId="{A91B909E-F39F-4DEA-A362-6928FA129DBE}" type="presParOf" srcId="{A26F8A02-8161-4FED-A842-68F8E2298260}" destId="{67ACCE7F-3DBA-4F6D-B5C4-1A489A116C6F}" srcOrd="0" destOrd="0" presId="urn:microsoft.com/office/officeart/2005/8/layout/orgChart1"/>
    <dgm:cxn modelId="{BBED003C-71B5-4A22-B302-0D982E1C4B21}" type="presParOf" srcId="{67ACCE7F-3DBA-4F6D-B5C4-1A489A116C6F}" destId="{C4DA827F-8D4C-45FD-A944-F49859DA6E1F}" srcOrd="0" destOrd="0" presId="urn:microsoft.com/office/officeart/2005/8/layout/orgChart1"/>
    <dgm:cxn modelId="{5CAA2275-8970-440E-B998-9B7E6595C688}" type="presParOf" srcId="{67ACCE7F-3DBA-4F6D-B5C4-1A489A116C6F}" destId="{11213EF3-B504-49E8-B33D-735626B241F8}" srcOrd="1" destOrd="0" presId="urn:microsoft.com/office/officeart/2005/8/layout/orgChart1"/>
    <dgm:cxn modelId="{F9EF2ED4-F150-4BB9-ADBF-252E968592EF}" type="presParOf" srcId="{A26F8A02-8161-4FED-A842-68F8E2298260}" destId="{1C2C1BC8-2D88-4BCA-B426-6D7BAAFEEF11}" srcOrd="1" destOrd="0" presId="urn:microsoft.com/office/officeart/2005/8/layout/orgChart1"/>
    <dgm:cxn modelId="{9F140CF1-6843-4FB4-9B24-9E2EFA37B0CD}" type="presParOf" srcId="{1C2C1BC8-2D88-4BCA-B426-6D7BAAFEEF11}" destId="{450BF9E7-38B0-426E-86C6-8443A0F54AA2}" srcOrd="0" destOrd="0" presId="urn:microsoft.com/office/officeart/2005/8/layout/orgChart1"/>
    <dgm:cxn modelId="{284838A3-EAF9-4A6D-8D6E-A8342FB31260}" type="presParOf" srcId="{1C2C1BC8-2D88-4BCA-B426-6D7BAAFEEF11}" destId="{FF65C904-FB79-4C3D-A768-579B16E90B84}" srcOrd="1" destOrd="0" presId="urn:microsoft.com/office/officeart/2005/8/layout/orgChart1"/>
    <dgm:cxn modelId="{B839382D-0F72-47E8-BF8A-5EAF4964ED43}" type="presParOf" srcId="{FF65C904-FB79-4C3D-A768-579B16E90B84}" destId="{575DFB55-C7A6-4D0D-A71C-FD6E3F9B7BE6}" srcOrd="0" destOrd="0" presId="urn:microsoft.com/office/officeart/2005/8/layout/orgChart1"/>
    <dgm:cxn modelId="{B354D190-80FA-4AE2-BE9B-3D66C7D971F4}" type="presParOf" srcId="{575DFB55-C7A6-4D0D-A71C-FD6E3F9B7BE6}" destId="{E47903C6-910E-4C11-9F47-A90C37BB960F}" srcOrd="0" destOrd="0" presId="urn:microsoft.com/office/officeart/2005/8/layout/orgChart1"/>
    <dgm:cxn modelId="{4CD19F6E-A284-4654-91E1-274769FCDD2F}" type="presParOf" srcId="{575DFB55-C7A6-4D0D-A71C-FD6E3F9B7BE6}" destId="{F69B9D90-CD38-4C9B-B159-1582FAD531FA}" srcOrd="1" destOrd="0" presId="urn:microsoft.com/office/officeart/2005/8/layout/orgChart1"/>
    <dgm:cxn modelId="{F99F2727-E303-45EB-AAD9-DF19F1880289}" type="presParOf" srcId="{FF65C904-FB79-4C3D-A768-579B16E90B84}" destId="{4D915DDD-B159-467B-A2D2-4C0AFB2DAE44}" srcOrd="1" destOrd="0" presId="urn:microsoft.com/office/officeart/2005/8/layout/orgChart1"/>
    <dgm:cxn modelId="{FB3BB586-F62E-4A1C-AE4F-4043F590C5B5}" type="presParOf" srcId="{4D915DDD-B159-467B-A2D2-4C0AFB2DAE44}" destId="{F729D490-582C-413C-8272-094FE12B675A}" srcOrd="0" destOrd="0" presId="urn:microsoft.com/office/officeart/2005/8/layout/orgChart1"/>
    <dgm:cxn modelId="{87A74093-07C8-465E-9132-323FA9E8355A}" type="presParOf" srcId="{4D915DDD-B159-467B-A2D2-4C0AFB2DAE44}" destId="{2F519B8D-9663-451F-9EAB-132598A413DD}" srcOrd="1" destOrd="0" presId="urn:microsoft.com/office/officeart/2005/8/layout/orgChart1"/>
    <dgm:cxn modelId="{D216869B-AAE0-4B8B-8D1A-B24A06FBB78E}" type="presParOf" srcId="{2F519B8D-9663-451F-9EAB-132598A413DD}" destId="{89133D9B-69D4-4B3D-8007-E50F7CE6ED77}" srcOrd="0" destOrd="0" presId="urn:microsoft.com/office/officeart/2005/8/layout/orgChart1"/>
    <dgm:cxn modelId="{DC048B1C-F5C4-4C07-AB24-D01736BF2D37}" type="presParOf" srcId="{89133D9B-69D4-4B3D-8007-E50F7CE6ED77}" destId="{9DAC3A2E-CBDD-43F8-B9FB-DBF3E327BEE6}" srcOrd="0" destOrd="0" presId="urn:microsoft.com/office/officeart/2005/8/layout/orgChart1"/>
    <dgm:cxn modelId="{4EF70906-96EA-400D-B6D8-CFEE9D76EA0A}" type="presParOf" srcId="{89133D9B-69D4-4B3D-8007-E50F7CE6ED77}" destId="{B4128B08-8A52-4FA1-B9EE-4F312451C991}" srcOrd="1" destOrd="0" presId="urn:microsoft.com/office/officeart/2005/8/layout/orgChart1"/>
    <dgm:cxn modelId="{23204F89-B094-44B3-9DF6-DF48B7C248EF}" type="presParOf" srcId="{2F519B8D-9663-451F-9EAB-132598A413DD}" destId="{E09E789C-681C-42C4-85BD-1084031D6A1A}" srcOrd="1" destOrd="0" presId="urn:microsoft.com/office/officeart/2005/8/layout/orgChart1"/>
    <dgm:cxn modelId="{1BB74BD4-327F-4D95-AB1D-6BA237499A26}" type="presParOf" srcId="{2F519B8D-9663-451F-9EAB-132598A413DD}" destId="{4D61E78B-36EB-45EC-8EE3-22428A391429}" srcOrd="2" destOrd="0" presId="urn:microsoft.com/office/officeart/2005/8/layout/orgChart1"/>
    <dgm:cxn modelId="{2FC6D5DE-2457-47A1-A4AB-10BA12011FBF}" type="presParOf" srcId="{4D915DDD-B159-467B-A2D2-4C0AFB2DAE44}" destId="{16C9595D-2B33-4C6E-BF6D-E87994A7759C}" srcOrd="2" destOrd="0" presId="urn:microsoft.com/office/officeart/2005/8/layout/orgChart1"/>
    <dgm:cxn modelId="{6F2A5E7A-7388-486A-83A3-661FB3E20E71}" type="presParOf" srcId="{4D915DDD-B159-467B-A2D2-4C0AFB2DAE44}" destId="{25762F8D-F10A-4CAF-A5A2-73F0AEF3E7A2}" srcOrd="3" destOrd="0" presId="urn:microsoft.com/office/officeart/2005/8/layout/orgChart1"/>
    <dgm:cxn modelId="{9BEAAA08-7BC2-4B63-8A51-C1D65C4C6800}" type="presParOf" srcId="{25762F8D-F10A-4CAF-A5A2-73F0AEF3E7A2}" destId="{DEB2732C-A2FA-452C-A26C-79BECFB47728}" srcOrd="0" destOrd="0" presId="urn:microsoft.com/office/officeart/2005/8/layout/orgChart1"/>
    <dgm:cxn modelId="{788277C7-F03D-47C5-BB12-1DFCE8FE72FF}" type="presParOf" srcId="{DEB2732C-A2FA-452C-A26C-79BECFB47728}" destId="{2CC6D5F5-88AD-4C37-83B4-4FCB1BA0DF12}" srcOrd="0" destOrd="0" presId="urn:microsoft.com/office/officeart/2005/8/layout/orgChart1"/>
    <dgm:cxn modelId="{6118A300-20FC-4532-A2D7-EEF26A9D2A5A}" type="presParOf" srcId="{DEB2732C-A2FA-452C-A26C-79BECFB47728}" destId="{75E060C2-5B14-4259-B568-41BBC208DD52}" srcOrd="1" destOrd="0" presId="urn:microsoft.com/office/officeart/2005/8/layout/orgChart1"/>
    <dgm:cxn modelId="{54B60FF4-0BB9-49CD-9139-82E447800F73}" type="presParOf" srcId="{25762F8D-F10A-4CAF-A5A2-73F0AEF3E7A2}" destId="{48523DB5-F008-4AC9-9E46-3AE907830E7A}" srcOrd="1" destOrd="0" presId="urn:microsoft.com/office/officeart/2005/8/layout/orgChart1"/>
    <dgm:cxn modelId="{4CA3B0DB-B774-4EC0-9481-F1778833A7DF}" type="presParOf" srcId="{25762F8D-F10A-4CAF-A5A2-73F0AEF3E7A2}" destId="{DCCBF0D2-9A35-47C8-A4F6-19244DBFDF53}" srcOrd="2" destOrd="0" presId="urn:microsoft.com/office/officeart/2005/8/layout/orgChart1"/>
    <dgm:cxn modelId="{2C7E9350-2528-42BD-B808-CD44264F1622}" type="presParOf" srcId="{FF65C904-FB79-4C3D-A768-579B16E90B84}" destId="{96CDBE80-F842-4627-BB2D-AA219B6C48B9}" srcOrd="2" destOrd="0" presId="urn:microsoft.com/office/officeart/2005/8/layout/orgChart1"/>
    <dgm:cxn modelId="{D76CBB00-238E-4F5E-A70A-C968C6935193}" type="presParOf" srcId="{1C2C1BC8-2D88-4BCA-B426-6D7BAAFEEF11}" destId="{DB6FFACC-C2A5-4B8E-97E3-FBC73D906601}" srcOrd="2" destOrd="0" presId="urn:microsoft.com/office/officeart/2005/8/layout/orgChart1"/>
    <dgm:cxn modelId="{47282E6A-0251-4902-ACD4-18B37CB3D2B6}" type="presParOf" srcId="{1C2C1BC8-2D88-4BCA-B426-6D7BAAFEEF11}" destId="{C95DF795-E986-4365-B564-F3ADCE4F3D0D}" srcOrd="3" destOrd="0" presId="urn:microsoft.com/office/officeart/2005/8/layout/orgChart1"/>
    <dgm:cxn modelId="{3541C219-BA90-43EE-BEF0-04050C871150}" type="presParOf" srcId="{C95DF795-E986-4365-B564-F3ADCE4F3D0D}" destId="{D32711CF-DF46-498C-BF66-D21987E191C6}" srcOrd="0" destOrd="0" presId="urn:microsoft.com/office/officeart/2005/8/layout/orgChart1"/>
    <dgm:cxn modelId="{2EB9D4F5-1513-45B5-A2C9-2CB6C52A8D52}" type="presParOf" srcId="{D32711CF-DF46-498C-BF66-D21987E191C6}" destId="{263D1683-6B34-4C65-AED7-245D357E5B71}" srcOrd="0" destOrd="0" presId="urn:microsoft.com/office/officeart/2005/8/layout/orgChart1"/>
    <dgm:cxn modelId="{776C3E5E-42DE-4389-B1FA-9449006D68C4}" type="presParOf" srcId="{D32711CF-DF46-498C-BF66-D21987E191C6}" destId="{C24328F8-617A-48F8-8A3F-A21158DDA7BA}" srcOrd="1" destOrd="0" presId="urn:microsoft.com/office/officeart/2005/8/layout/orgChart1"/>
    <dgm:cxn modelId="{373F6B0E-0289-4806-80AA-7A936BB04B2E}" type="presParOf" srcId="{C95DF795-E986-4365-B564-F3ADCE4F3D0D}" destId="{618EEEC4-3638-4BDB-A41D-AF1D4BCF8E21}" srcOrd="1" destOrd="0" presId="urn:microsoft.com/office/officeart/2005/8/layout/orgChart1"/>
    <dgm:cxn modelId="{2C3F44B1-59B7-4C50-8A0D-1F9726FF7A63}" type="presParOf" srcId="{618EEEC4-3638-4BDB-A41D-AF1D4BCF8E21}" destId="{462654F9-B93D-4E85-ADBF-659451EBF481}" srcOrd="0" destOrd="0" presId="urn:microsoft.com/office/officeart/2005/8/layout/orgChart1"/>
    <dgm:cxn modelId="{E880BB86-6EC3-48B5-A39C-6875FB7C7865}" type="presParOf" srcId="{618EEEC4-3638-4BDB-A41D-AF1D4BCF8E21}" destId="{22A3934D-5BCD-4E3E-BC75-786E2E420F70}" srcOrd="1" destOrd="0" presId="urn:microsoft.com/office/officeart/2005/8/layout/orgChart1"/>
    <dgm:cxn modelId="{A8AC3AEF-3427-4428-A2E1-7F0BEC6ADBB9}" type="presParOf" srcId="{22A3934D-5BCD-4E3E-BC75-786E2E420F70}" destId="{9DD6A01A-8120-451A-8B10-2958BE22755A}" srcOrd="0" destOrd="0" presId="urn:microsoft.com/office/officeart/2005/8/layout/orgChart1"/>
    <dgm:cxn modelId="{2BB1E319-FE03-4D37-8956-F98F65024A2E}" type="presParOf" srcId="{9DD6A01A-8120-451A-8B10-2958BE22755A}" destId="{162268A3-7E5C-4295-BCD3-B643F53ADBF3}" srcOrd="0" destOrd="0" presId="urn:microsoft.com/office/officeart/2005/8/layout/orgChart1"/>
    <dgm:cxn modelId="{C148CF79-F298-412C-B85D-F68B3330A1FA}" type="presParOf" srcId="{9DD6A01A-8120-451A-8B10-2958BE22755A}" destId="{4252065B-A886-4BD3-A4E5-CD769B2F17A8}" srcOrd="1" destOrd="0" presId="urn:microsoft.com/office/officeart/2005/8/layout/orgChart1"/>
    <dgm:cxn modelId="{C98C3DDE-EDEC-4C64-A529-458B106E8ED1}" type="presParOf" srcId="{22A3934D-5BCD-4E3E-BC75-786E2E420F70}" destId="{5B29F176-2EF1-48B8-AF86-A451E344E5D3}" srcOrd="1" destOrd="0" presId="urn:microsoft.com/office/officeart/2005/8/layout/orgChart1"/>
    <dgm:cxn modelId="{FAB384C3-7AAD-4F13-BC2B-E5A10695B10C}" type="presParOf" srcId="{22A3934D-5BCD-4E3E-BC75-786E2E420F70}" destId="{4E279943-6F0B-4C8B-9A01-6D9C2BB6A0D9}" srcOrd="2" destOrd="0" presId="urn:microsoft.com/office/officeart/2005/8/layout/orgChart1"/>
    <dgm:cxn modelId="{29F7F50D-B89A-4DDD-876E-4005077A980E}" type="presParOf" srcId="{618EEEC4-3638-4BDB-A41D-AF1D4BCF8E21}" destId="{C3F45F19-8530-4656-9191-9CDF8C6DABED}" srcOrd="2" destOrd="0" presId="urn:microsoft.com/office/officeart/2005/8/layout/orgChart1"/>
    <dgm:cxn modelId="{F81AECCA-C7DB-41B3-9E20-C8C93C2C1F16}" type="presParOf" srcId="{618EEEC4-3638-4BDB-A41D-AF1D4BCF8E21}" destId="{BB302CDE-9F16-41D2-B862-7FA0922B5E99}" srcOrd="3" destOrd="0" presId="urn:microsoft.com/office/officeart/2005/8/layout/orgChart1"/>
    <dgm:cxn modelId="{450BA032-E39A-4BD8-8E33-98D5D1F54195}" type="presParOf" srcId="{BB302CDE-9F16-41D2-B862-7FA0922B5E99}" destId="{AF8FE797-0451-4A50-BE50-43DF686168A7}" srcOrd="0" destOrd="0" presId="urn:microsoft.com/office/officeart/2005/8/layout/orgChart1"/>
    <dgm:cxn modelId="{E745C773-17C3-45E5-BD4D-4E0AB4850991}" type="presParOf" srcId="{AF8FE797-0451-4A50-BE50-43DF686168A7}" destId="{022C3195-EA3B-4063-8780-2CAD88D6DA6B}" srcOrd="0" destOrd="0" presId="urn:microsoft.com/office/officeart/2005/8/layout/orgChart1"/>
    <dgm:cxn modelId="{A82E3537-0605-421F-9745-67075FC215EE}" type="presParOf" srcId="{AF8FE797-0451-4A50-BE50-43DF686168A7}" destId="{933864DA-7314-45DA-AC97-90EC1B7D4238}" srcOrd="1" destOrd="0" presId="urn:microsoft.com/office/officeart/2005/8/layout/orgChart1"/>
    <dgm:cxn modelId="{ACEA05F8-03FE-48CC-A01B-9F02C7C55D50}" type="presParOf" srcId="{BB302CDE-9F16-41D2-B862-7FA0922B5E99}" destId="{AEDFC0D9-2336-4D95-818A-97AE2D3ED75F}" srcOrd="1" destOrd="0" presId="urn:microsoft.com/office/officeart/2005/8/layout/orgChart1"/>
    <dgm:cxn modelId="{9DA13664-0944-4F6B-A79E-10D9CD17517E}" type="presParOf" srcId="{BB302CDE-9F16-41D2-B862-7FA0922B5E99}" destId="{1A43B609-4410-4AD3-9B5E-15299C2D2959}" srcOrd="2" destOrd="0" presId="urn:microsoft.com/office/officeart/2005/8/layout/orgChart1"/>
    <dgm:cxn modelId="{5226258F-2E27-46E9-A04C-621F9A4F9039}" type="presParOf" srcId="{618EEEC4-3638-4BDB-A41D-AF1D4BCF8E21}" destId="{FED30123-01D5-4516-A673-FC0A399790F1}" srcOrd="4" destOrd="0" presId="urn:microsoft.com/office/officeart/2005/8/layout/orgChart1"/>
    <dgm:cxn modelId="{65F318D2-31A9-45D9-8466-5C7A9D0564E0}" type="presParOf" srcId="{618EEEC4-3638-4BDB-A41D-AF1D4BCF8E21}" destId="{81C55482-28EB-415E-B6B2-6C8BE7888AAC}" srcOrd="5" destOrd="0" presId="urn:microsoft.com/office/officeart/2005/8/layout/orgChart1"/>
    <dgm:cxn modelId="{E4B56E0B-9738-4DAD-B0D7-2CF1A571B2D3}" type="presParOf" srcId="{81C55482-28EB-415E-B6B2-6C8BE7888AAC}" destId="{F525CF7D-4279-44D4-9DA2-7FA32DA52675}" srcOrd="0" destOrd="0" presId="urn:microsoft.com/office/officeart/2005/8/layout/orgChart1"/>
    <dgm:cxn modelId="{AB05193C-0F15-49E8-9A47-9C8D30604E6A}" type="presParOf" srcId="{F525CF7D-4279-44D4-9DA2-7FA32DA52675}" destId="{36164227-629F-4FA7-B07E-0705AF556E78}" srcOrd="0" destOrd="0" presId="urn:microsoft.com/office/officeart/2005/8/layout/orgChart1"/>
    <dgm:cxn modelId="{18388B8F-623A-4218-BA64-40F82C20268C}" type="presParOf" srcId="{F525CF7D-4279-44D4-9DA2-7FA32DA52675}" destId="{3D630241-1037-4F4A-AB03-07798EDA93BF}" srcOrd="1" destOrd="0" presId="urn:microsoft.com/office/officeart/2005/8/layout/orgChart1"/>
    <dgm:cxn modelId="{9ACB6A69-772A-437C-9F9B-8F7CECD513F5}" type="presParOf" srcId="{81C55482-28EB-415E-B6B2-6C8BE7888AAC}" destId="{BFFDE179-782A-40B6-8233-18012443C1BF}" srcOrd="1" destOrd="0" presId="urn:microsoft.com/office/officeart/2005/8/layout/orgChart1"/>
    <dgm:cxn modelId="{E5F51B02-D9D2-4006-9798-29A12E3AD8BE}" type="presParOf" srcId="{81C55482-28EB-415E-B6B2-6C8BE7888AAC}" destId="{3C82EE7E-AFAC-4B3A-B913-69B107AC1C2A}" srcOrd="2" destOrd="0" presId="urn:microsoft.com/office/officeart/2005/8/layout/orgChart1"/>
    <dgm:cxn modelId="{24744587-7881-4EC5-913E-B6FE533BDA4E}" type="presParOf" srcId="{618EEEC4-3638-4BDB-A41D-AF1D4BCF8E21}" destId="{1B2BC0BB-87AF-42AF-AAAA-1270CF698D3D}" srcOrd="6" destOrd="0" presId="urn:microsoft.com/office/officeart/2005/8/layout/orgChart1"/>
    <dgm:cxn modelId="{9E498525-36C8-4E2F-997F-1DA5FFA80745}" type="presParOf" srcId="{618EEEC4-3638-4BDB-A41D-AF1D4BCF8E21}" destId="{F2944326-9E29-45DE-A073-4AD6A7DB9A90}" srcOrd="7" destOrd="0" presId="urn:microsoft.com/office/officeart/2005/8/layout/orgChart1"/>
    <dgm:cxn modelId="{6BB1DB29-4257-45C6-951A-1C2F8B8CC81E}" type="presParOf" srcId="{F2944326-9E29-45DE-A073-4AD6A7DB9A90}" destId="{0520E1CD-CD8F-4A04-A379-21061778887B}" srcOrd="0" destOrd="0" presId="urn:microsoft.com/office/officeart/2005/8/layout/orgChart1"/>
    <dgm:cxn modelId="{D423D86E-10F0-4B6D-8067-2DE4B8F43899}" type="presParOf" srcId="{0520E1CD-CD8F-4A04-A379-21061778887B}" destId="{E0D635E2-4281-44C6-92E0-08ACBCEFFFD1}" srcOrd="0" destOrd="0" presId="urn:microsoft.com/office/officeart/2005/8/layout/orgChart1"/>
    <dgm:cxn modelId="{894670B2-E9F1-417D-9294-7ACFC1E895A3}" type="presParOf" srcId="{0520E1CD-CD8F-4A04-A379-21061778887B}" destId="{BEB235DC-A5C6-432C-AFEA-8B2DD99A9F44}" srcOrd="1" destOrd="0" presId="urn:microsoft.com/office/officeart/2005/8/layout/orgChart1"/>
    <dgm:cxn modelId="{5ED5D496-A84E-4997-81DE-615C13DF3029}" type="presParOf" srcId="{F2944326-9E29-45DE-A073-4AD6A7DB9A90}" destId="{85246755-FAB1-4CA8-9724-2A2A13DEA07B}" srcOrd="1" destOrd="0" presId="urn:microsoft.com/office/officeart/2005/8/layout/orgChart1"/>
    <dgm:cxn modelId="{89352DB6-6D14-4934-9F97-37F0A906CE88}" type="presParOf" srcId="{F2944326-9E29-45DE-A073-4AD6A7DB9A90}" destId="{A6B06758-9223-4F9B-BA6F-A1A272265CA2}" srcOrd="2" destOrd="0" presId="urn:microsoft.com/office/officeart/2005/8/layout/orgChart1"/>
    <dgm:cxn modelId="{FE4CE77E-2052-4175-A594-0B4336D69372}" type="presParOf" srcId="{618EEEC4-3638-4BDB-A41D-AF1D4BCF8E21}" destId="{F19A934B-92A0-47BB-B952-655A34607A33}" srcOrd="8" destOrd="0" presId="urn:microsoft.com/office/officeart/2005/8/layout/orgChart1"/>
    <dgm:cxn modelId="{2DF6E3F3-FA00-4F22-865D-A4D103198EDF}" type="presParOf" srcId="{618EEEC4-3638-4BDB-A41D-AF1D4BCF8E21}" destId="{7D249C72-1371-4660-8371-22F50334B289}" srcOrd="9" destOrd="0" presId="urn:microsoft.com/office/officeart/2005/8/layout/orgChart1"/>
    <dgm:cxn modelId="{AF084D1B-4A8D-44A3-AA45-585E2F8384BF}" type="presParOf" srcId="{7D249C72-1371-4660-8371-22F50334B289}" destId="{632DE8AB-9C58-407C-A639-1614CBB4A38A}" srcOrd="0" destOrd="0" presId="urn:microsoft.com/office/officeart/2005/8/layout/orgChart1"/>
    <dgm:cxn modelId="{350D3002-A4EC-4280-BFC1-1A9A5E57B0F6}" type="presParOf" srcId="{632DE8AB-9C58-407C-A639-1614CBB4A38A}" destId="{E4853F31-2566-4857-9ACE-A379CB917E8A}" srcOrd="0" destOrd="0" presId="urn:microsoft.com/office/officeart/2005/8/layout/orgChart1"/>
    <dgm:cxn modelId="{945CDB85-EDA1-48CD-8615-35E2DF89600E}" type="presParOf" srcId="{632DE8AB-9C58-407C-A639-1614CBB4A38A}" destId="{0AF4A430-4E50-47F5-84DC-E637FDB4A8D9}" srcOrd="1" destOrd="0" presId="urn:microsoft.com/office/officeart/2005/8/layout/orgChart1"/>
    <dgm:cxn modelId="{054BDC55-A2E7-4AF8-A286-AB0EEEBE4DAE}" type="presParOf" srcId="{7D249C72-1371-4660-8371-22F50334B289}" destId="{BB01F791-5A8F-4896-A492-C9DC58EBD304}" srcOrd="1" destOrd="0" presId="urn:microsoft.com/office/officeart/2005/8/layout/orgChart1"/>
    <dgm:cxn modelId="{824AEB6C-41E7-4393-A232-D966E25E8D5A}" type="presParOf" srcId="{7D249C72-1371-4660-8371-22F50334B289}" destId="{CAED0B4F-CC40-4D9A-9163-4EBC4F3CFB05}" srcOrd="2" destOrd="0" presId="urn:microsoft.com/office/officeart/2005/8/layout/orgChart1"/>
    <dgm:cxn modelId="{C7693025-F9DB-42AE-A815-3BFEC001496E}" type="presParOf" srcId="{C95DF795-E986-4365-B564-F3ADCE4F3D0D}" destId="{5BC87484-8653-4580-BB51-01C26D891CB8}" srcOrd="2" destOrd="0" presId="urn:microsoft.com/office/officeart/2005/8/layout/orgChart1"/>
    <dgm:cxn modelId="{FF8F969D-19D0-4B1F-A45D-78BF97F5F870}" type="presParOf" srcId="{A26F8A02-8161-4FED-A842-68F8E2298260}" destId="{7379901A-87BC-4C77-B0C8-93BCCE15174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AA3C833-D061-4322-8A7D-E8D15B8F2CD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3CD60349-A46B-486A-917E-373D26F9F480}">
      <dgm:prSet phldrT="[Text]" custT="1"/>
      <dgm:spPr/>
      <dgm:t>
        <a:bodyPr/>
        <a:lstStyle/>
        <a:p>
          <a:r>
            <a:rPr lang="de-DE" sz="1100" err="1"/>
            <a:t>AlAndAl</a:t>
          </a:r>
          <a:br>
            <a:rPr lang="de-DE" sz="1100"/>
          </a:br>
          <a:r>
            <a:rPr lang="de-DE" sz="1100" err="1"/>
            <a:t>Alloys</a:t>
          </a:r>
          <a:endParaRPr lang="de-DE" sz="1100"/>
        </a:p>
      </dgm:t>
    </dgm:pt>
    <dgm:pt modelId="{11A03725-1FC9-469F-A4EE-55FB57F01382}" type="parTrans" cxnId="{D478EF8F-CCA6-4BA4-8747-F6DB8DE0E279}">
      <dgm:prSet/>
      <dgm:spPr/>
      <dgm:t>
        <a:bodyPr/>
        <a:lstStyle/>
        <a:p>
          <a:endParaRPr lang="de-DE"/>
        </a:p>
      </dgm:t>
    </dgm:pt>
    <dgm:pt modelId="{A147F795-543B-4217-9A54-47DDEAF939D4}" type="sibTrans" cxnId="{D478EF8F-CCA6-4BA4-8747-F6DB8DE0E279}">
      <dgm:prSet/>
      <dgm:spPr/>
      <dgm:t>
        <a:bodyPr/>
        <a:lstStyle/>
        <a:p>
          <a:endParaRPr lang="de-DE"/>
        </a:p>
      </dgm:t>
    </dgm:pt>
    <dgm:pt modelId="{759DE543-9C04-4C2A-B39D-2E1E4531673A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/>
            <a:t>cast</a:t>
          </a:r>
          <a:br>
            <a:rPr lang="de-DE" sz="1100"/>
          </a:br>
          <a:r>
            <a:rPr lang="de-DE" sz="1100" err="1"/>
            <a:t>AlAlloys</a:t>
          </a:r>
          <a:endParaRPr lang="de-DE" sz="1100"/>
        </a:p>
      </dgm:t>
    </dgm:pt>
    <dgm:pt modelId="{EE6F40DB-A3FB-40D2-B921-3BD145115C1B}" type="parTrans" cxnId="{411B066C-750D-4DC1-9195-40157759FE22}">
      <dgm:prSet/>
      <dgm:spPr/>
      <dgm:t>
        <a:bodyPr/>
        <a:lstStyle/>
        <a:p>
          <a:endParaRPr lang="de-DE" sz="1100"/>
        </a:p>
      </dgm:t>
    </dgm:pt>
    <dgm:pt modelId="{4DA5A76D-023C-4415-8568-1E5FD42FCC37}" type="sibTrans" cxnId="{411B066C-750D-4DC1-9195-40157759FE22}">
      <dgm:prSet/>
      <dgm:spPr/>
      <dgm:t>
        <a:bodyPr/>
        <a:lstStyle/>
        <a:p>
          <a:endParaRPr lang="de-DE"/>
        </a:p>
      </dgm:t>
    </dgm:pt>
    <dgm:pt modelId="{23A606A8-E95A-40FA-A072-8EF81A34D149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/>
            <a:t>1xx.xAl</a:t>
          </a:r>
          <a:br>
            <a:rPr lang="de-DE" sz="1100"/>
          </a:br>
          <a:r>
            <a:rPr lang="de-DE" sz="1100" err="1"/>
            <a:t>Alloy</a:t>
          </a:r>
          <a:endParaRPr lang="de-DE" sz="1100"/>
        </a:p>
      </dgm:t>
    </dgm:pt>
    <dgm:pt modelId="{40DB0412-D4ED-4805-8315-AAA0483EBC1F}" type="parTrans" cxnId="{9713B2A0-FFE4-4AF2-97B5-A78FCC932DE4}">
      <dgm:prSet/>
      <dgm:spPr/>
      <dgm:t>
        <a:bodyPr/>
        <a:lstStyle/>
        <a:p>
          <a:endParaRPr lang="de-DE" sz="1100"/>
        </a:p>
      </dgm:t>
    </dgm:pt>
    <dgm:pt modelId="{E21F408D-85E0-47AC-9A3A-099C39DD7468}" type="sibTrans" cxnId="{9713B2A0-FFE4-4AF2-97B5-A78FCC932DE4}">
      <dgm:prSet/>
      <dgm:spPr/>
      <dgm:t>
        <a:bodyPr/>
        <a:lstStyle/>
        <a:p>
          <a:endParaRPr lang="de-DE"/>
        </a:p>
      </dgm:t>
    </dgm:pt>
    <dgm:pt modelId="{48BF0DE3-D0C1-4385-81D2-FD28A82D6DA5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dirty="0" err="1"/>
            <a:t>wrought</a:t>
          </a:r>
          <a:br>
            <a:rPr lang="de-DE" sz="1100" dirty="0"/>
          </a:br>
          <a:r>
            <a:rPr lang="de-DE" sz="1100" dirty="0" err="1"/>
            <a:t>AlAlloys</a:t>
          </a:r>
          <a:endParaRPr lang="de-DE" sz="1100" dirty="0"/>
        </a:p>
      </dgm:t>
    </dgm:pt>
    <dgm:pt modelId="{C3A2FCA3-3F16-43CE-915F-0C372C8AE2F6}" type="parTrans" cxnId="{591672B0-51DA-4CFE-8BB6-7A02C85B75AF}">
      <dgm:prSet/>
      <dgm:spPr/>
      <dgm:t>
        <a:bodyPr/>
        <a:lstStyle/>
        <a:p>
          <a:endParaRPr lang="de-DE" sz="1100"/>
        </a:p>
      </dgm:t>
    </dgm:pt>
    <dgm:pt modelId="{D9C81DF3-C81E-4F18-89F1-FABF4DBD470B}" type="sibTrans" cxnId="{591672B0-51DA-4CFE-8BB6-7A02C85B75AF}">
      <dgm:prSet/>
      <dgm:spPr/>
      <dgm:t>
        <a:bodyPr/>
        <a:lstStyle/>
        <a:p>
          <a:endParaRPr lang="de-DE"/>
        </a:p>
      </dgm:t>
    </dgm:pt>
    <dgm:pt modelId="{3B7F7B23-67C3-4338-B76F-C70B2F5CFFB0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/>
            <a:t>1xxxAl</a:t>
          </a:r>
          <a:br>
            <a:rPr lang="de-DE" sz="1100"/>
          </a:br>
          <a:r>
            <a:rPr lang="de-DE" sz="1100" err="1"/>
            <a:t>Alloy</a:t>
          </a:r>
          <a:endParaRPr lang="de-DE" sz="1100"/>
        </a:p>
      </dgm:t>
    </dgm:pt>
    <dgm:pt modelId="{707DAF11-A72E-4D9D-B5C0-7931758F76C5}" type="parTrans" cxnId="{68E6E98C-EC14-4275-AA5D-0B6AF8B6EB07}">
      <dgm:prSet/>
      <dgm:spPr/>
      <dgm:t>
        <a:bodyPr/>
        <a:lstStyle/>
        <a:p>
          <a:endParaRPr lang="de-DE" sz="1100"/>
        </a:p>
      </dgm:t>
    </dgm:pt>
    <dgm:pt modelId="{CAD87D65-FC9A-4E90-9F82-BF62BB6BDE61}" type="sibTrans" cxnId="{68E6E98C-EC14-4275-AA5D-0B6AF8B6EB07}">
      <dgm:prSet/>
      <dgm:spPr/>
      <dgm:t>
        <a:bodyPr/>
        <a:lstStyle/>
        <a:p>
          <a:endParaRPr lang="de-DE"/>
        </a:p>
      </dgm:t>
    </dgm:pt>
    <dgm:pt modelId="{6F974E4C-ED7C-4780-A29A-4F793870958C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/>
            <a:t>3xxxAl</a:t>
          </a:r>
          <a:br>
            <a:rPr lang="de-DE" sz="1100"/>
          </a:br>
          <a:r>
            <a:rPr lang="de-DE" sz="1100" err="1"/>
            <a:t>Alloy</a:t>
          </a:r>
          <a:endParaRPr lang="de-DE" sz="1100"/>
        </a:p>
      </dgm:t>
    </dgm:pt>
    <dgm:pt modelId="{B8BF4555-5E4D-4938-8192-F2105EA9696D}" type="sibTrans" cxnId="{BBE853EE-AB99-4D9C-928B-AAAD58868DFE}">
      <dgm:prSet/>
      <dgm:spPr/>
      <dgm:t>
        <a:bodyPr/>
        <a:lstStyle/>
        <a:p>
          <a:endParaRPr lang="de-DE"/>
        </a:p>
      </dgm:t>
    </dgm:pt>
    <dgm:pt modelId="{252A2C1D-2947-42A8-91EF-A654FD602D1F}" type="parTrans" cxnId="{BBE853EE-AB99-4D9C-928B-AAAD58868DFE}">
      <dgm:prSet/>
      <dgm:spPr/>
      <dgm:t>
        <a:bodyPr/>
        <a:lstStyle/>
        <a:p>
          <a:endParaRPr lang="de-DE" sz="1100"/>
        </a:p>
      </dgm:t>
    </dgm:pt>
    <dgm:pt modelId="{516FDD76-21F9-4986-BC51-B41746D3EE25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/>
            <a:t>2xxxAl</a:t>
          </a:r>
          <a:br>
            <a:rPr lang="de-DE" sz="1100"/>
          </a:br>
          <a:r>
            <a:rPr lang="de-DE" sz="1100" err="1"/>
            <a:t>Alloy</a:t>
          </a:r>
          <a:endParaRPr lang="de-DE" sz="1100"/>
        </a:p>
      </dgm:t>
    </dgm:pt>
    <dgm:pt modelId="{C70EE57A-A064-4145-8E18-E0CA1E45D94B}" type="sibTrans" cxnId="{D69A8542-7F88-4143-9F32-533A5AE9F005}">
      <dgm:prSet/>
      <dgm:spPr/>
      <dgm:t>
        <a:bodyPr/>
        <a:lstStyle/>
        <a:p>
          <a:endParaRPr lang="de-DE"/>
        </a:p>
      </dgm:t>
    </dgm:pt>
    <dgm:pt modelId="{6B21BFF8-F152-4BEA-BAED-B8868C9F3B0C}" type="parTrans" cxnId="{D69A8542-7F88-4143-9F32-533A5AE9F005}">
      <dgm:prSet/>
      <dgm:spPr/>
      <dgm:t>
        <a:bodyPr/>
        <a:lstStyle/>
        <a:p>
          <a:endParaRPr lang="de-DE" sz="1100"/>
        </a:p>
      </dgm:t>
    </dgm:pt>
    <dgm:pt modelId="{C4C81DB0-2108-4018-88A7-535D7BEA5DA0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/>
            <a:t>2xx.xAl</a:t>
          </a:r>
          <a:br>
            <a:rPr lang="de-DE" sz="1100" dirty="0"/>
          </a:br>
          <a:r>
            <a:rPr lang="de-DE" sz="1100" dirty="0" err="1"/>
            <a:t>Alloy</a:t>
          </a:r>
          <a:endParaRPr lang="de-DE" sz="1100" dirty="0"/>
        </a:p>
      </dgm:t>
    </dgm:pt>
    <dgm:pt modelId="{F5571AEE-CD0A-4B5A-8803-2F8C4BDEB3C9}" type="parTrans" cxnId="{6BB4CCC7-41AE-4B6B-B74A-0B33308A10A7}">
      <dgm:prSet/>
      <dgm:spPr/>
      <dgm:t>
        <a:bodyPr/>
        <a:lstStyle/>
        <a:p>
          <a:endParaRPr lang="de-DE" sz="1100"/>
        </a:p>
      </dgm:t>
    </dgm:pt>
    <dgm:pt modelId="{2AA918CA-5FC9-4451-A6A6-CE251302EE8B}" type="sibTrans" cxnId="{6BB4CCC7-41AE-4B6B-B74A-0B33308A10A7}">
      <dgm:prSet/>
      <dgm:spPr/>
      <dgm:t>
        <a:bodyPr/>
        <a:lstStyle/>
        <a:p>
          <a:endParaRPr lang="de-DE"/>
        </a:p>
      </dgm:t>
    </dgm:pt>
    <dgm:pt modelId="{8D93766D-2F58-4901-B299-36EB040383D3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/>
            <a:t>3xx.xAl</a:t>
          </a:r>
          <a:br>
            <a:rPr lang="de-DE" sz="1100"/>
          </a:br>
          <a:r>
            <a:rPr lang="de-DE" sz="1100" err="1"/>
            <a:t>Alloy</a:t>
          </a:r>
          <a:endParaRPr lang="de-DE" sz="1100"/>
        </a:p>
      </dgm:t>
    </dgm:pt>
    <dgm:pt modelId="{6A5CDE88-64F2-4F5B-9B7A-C9E1B3F03BFB}" type="parTrans" cxnId="{E537A113-E50E-4C50-AF1B-C571469C3B07}">
      <dgm:prSet/>
      <dgm:spPr/>
      <dgm:t>
        <a:bodyPr/>
        <a:lstStyle/>
        <a:p>
          <a:endParaRPr lang="de-DE" sz="1100"/>
        </a:p>
      </dgm:t>
    </dgm:pt>
    <dgm:pt modelId="{F2F77690-AD1B-4947-A93E-6C84092D3A8E}" type="sibTrans" cxnId="{E537A113-E50E-4C50-AF1B-C571469C3B07}">
      <dgm:prSet/>
      <dgm:spPr/>
      <dgm:t>
        <a:bodyPr/>
        <a:lstStyle/>
        <a:p>
          <a:endParaRPr lang="de-DE"/>
        </a:p>
      </dgm:t>
    </dgm:pt>
    <dgm:pt modelId="{E4CD6C4B-C474-4479-8282-186EFF152DE0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/>
            <a:t>4xx.xAl</a:t>
          </a:r>
          <a:br>
            <a:rPr lang="de-DE" sz="1100"/>
          </a:br>
          <a:r>
            <a:rPr lang="de-DE" sz="1100" err="1"/>
            <a:t>Alloy</a:t>
          </a:r>
          <a:endParaRPr lang="de-DE" sz="1100"/>
        </a:p>
      </dgm:t>
    </dgm:pt>
    <dgm:pt modelId="{C1160088-9909-4542-8B01-62E40ECED4B7}" type="parTrans" cxnId="{A6E4F4B7-584B-4991-87F7-45ADC293BE4D}">
      <dgm:prSet/>
      <dgm:spPr/>
      <dgm:t>
        <a:bodyPr/>
        <a:lstStyle/>
        <a:p>
          <a:endParaRPr lang="de-DE" sz="1100"/>
        </a:p>
      </dgm:t>
    </dgm:pt>
    <dgm:pt modelId="{72B39B3B-9224-4A41-965A-AB5BD356066B}" type="sibTrans" cxnId="{A6E4F4B7-584B-4991-87F7-45ADC293BE4D}">
      <dgm:prSet/>
      <dgm:spPr/>
      <dgm:t>
        <a:bodyPr/>
        <a:lstStyle/>
        <a:p>
          <a:endParaRPr lang="de-DE"/>
        </a:p>
      </dgm:t>
    </dgm:pt>
    <dgm:pt modelId="{156C3737-14BB-49A4-8F88-A476EBFB1C46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/>
            <a:t>4xxxAl</a:t>
          </a:r>
          <a:br>
            <a:rPr lang="de-DE" sz="1100"/>
          </a:br>
          <a:r>
            <a:rPr lang="de-DE" sz="1100" err="1"/>
            <a:t>Alloy</a:t>
          </a:r>
          <a:endParaRPr lang="de-DE" sz="1100"/>
        </a:p>
      </dgm:t>
    </dgm:pt>
    <dgm:pt modelId="{6AFD2A2D-806C-4D07-B80D-42528AACC421}" type="parTrans" cxnId="{8453FD34-876F-4AA1-BB9A-AFEE5A00396B}">
      <dgm:prSet/>
      <dgm:spPr/>
      <dgm:t>
        <a:bodyPr/>
        <a:lstStyle/>
        <a:p>
          <a:endParaRPr lang="de-DE" sz="1100"/>
        </a:p>
      </dgm:t>
    </dgm:pt>
    <dgm:pt modelId="{AA512BD0-B064-430D-AD48-CE884C7B86C1}" type="sibTrans" cxnId="{8453FD34-876F-4AA1-BB9A-AFEE5A00396B}">
      <dgm:prSet/>
      <dgm:spPr/>
      <dgm:t>
        <a:bodyPr/>
        <a:lstStyle/>
        <a:p>
          <a:endParaRPr lang="de-DE"/>
        </a:p>
      </dgm:t>
    </dgm:pt>
    <dgm:pt modelId="{4E5D291E-A217-494D-BDB0-37A4A5AAFD7B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/>
            <a:t>5xxxAl</a:t>
          </a:r>
          <a:br>
            <a:rPr lang="de-DE" sz="1100"/>
          </a:br>
          <a:r>
            <a:rPr lang="de-DE" sz="1100" err="1"/>
            <a:t>Alloy</a:t>
          </a:r>
          <a:endParaRPr lang="de-DE" sz="1100"/>
        </a:p>
      </dgm:t>
    </dgm:pt>
    <dgm:pt modelId="{23863E0E-9AA1-4A36-8025-108A263E754E}" type="parTrans" cxnId="{AF7564E0-9AD8-4573-8F4E-EC833AEEBAD7}">
      <dgm:prSet/>
      <dgm:spPr/>
      <dgm:t>
        <a:bodyPr/>
        <a:lstStyle/>
        <a:p>
          <a:endParaRPr lang="de-DE" sz="1100"/>
        </a:p>
      </dgm:t>
    </dgm:pt>
    <dgm:pt modelId="{8668B6C7-34F7-4A40-AAEA-F631E49D767F}" type="sibTrans" cxnId="{AF7564E0-9AD8-4573-8F4E-EC833AEEBAD7}">
      <dgm:prSet/>
      <dgm:spPr/>
      <dgm:t>
        <a:bodyPr/>
        <a:lstStyle/>
        <a:p>
          <a:endParaRPr lang="de-DE"/>
        </a:p>
      </dgm:t>
    </dgm:pt>
    <dgm:pt modelId="{5DECCCF3-AAB7-47B8-B7D1-887C0ED7D08F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/>
            <a:t>6xxxAl</a:t>
          </a:r>
          <a:br>
            <a:rPr lang="de-DE" sz="1100"/>
          </a:br>
          <a:r>
            <a:rPr lang="de-DE" sz="1100" err="1"/>
            <a:t>Alloy</a:t>
          </a:r>
          <a:endParaRPr lang="de-DE" sz="1100"/>
        </a:p>
      </dgm:t>
    </dgm:pt>
    <dgm:pt modelId="{D3D91811-449E-4CF8-8303-4B7C4CE7DC51}" type="parTrans" cxnId="{4A76C8B7-F13D-451D-AAD3-0A3F449DD077}">
      <dgm:prSet/>
      <dgm:spPr/>
      <dgm:t>
        <a:bodyPr/>
        <a:lstStyle/>
        <a:p>
          <a:endParaRPr lang="de-DE" sz="1100"/>
        </a:p>
      </dgm:t>
    </dgm:pt>
    <dgm:pt modelId="{D17C460A-AE09-43FF-B0E3-A0A20AB25287}" type="sibTrans" cxnId="{4A76C8B7-F13D-451D-AAD3-0A3F449DD077}">
      <dgm:prSet/>
      <dgm:spPr/>
      <dgm:t>
        <a:bodyPr/>
        <a:lstStyle/>
        <a:p>
          <a:endParaRPr lang="de-DE"/>
        </a:p>
      </dgm:t>
    </dgm:pt>
    <dgm:pt modelId="{A98750E6-4CC5-46A8-A5B8-D9FFC4372702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/>
            <a:t>7xxxAl</a:t>
          </a:r>
          <a:br>
            <a:rPr lang="de-DE" sz="1100"/>
          </a:br>
          <a:r>
            <a:rPr lang="de-DE" sz="1100" err="1"/>
            <a:t>Alloy</a:t>
          </a:r>
          <a:endParaRPr lang="de-DE" sz="1100"/>
        </a:p>
      </dgm:t>
    </dgm:pt>
    <dgm:pt modelId="{E2CC7527-89B8-4F70-88AD-4C8F61A609B0}" type="parTrans" cxnId="{F179C5E7-7B50-43A5-B078-B8AF1D12C6D9}">
      <dgm:prSet/>
      <dgm:spPr/>
      <dgm:t>
        <a:bodyPr/>
        <a:lstStyle/>
        <a:p>
          <a:endParaRPr lang="de-DE" sz="1100"/>
        </a:p>
      </dgm:t>
    </dgm:pt>
    <dgm:pt modelId="{20450C82-832D-49C3-B88A-07978333250E}" type="sibTrans" cxnId="{F179C5E7-7B50-43A5-B078-B8AF1D12C6D9}">
      <dgm:prSet/>
      <dgm:spPr/>
      <dgm:t>
        <a:bodyPr/>
        <a:lstStyle/>
        <a:p>
          <a:endParaRPr lang="de-DE"/>
        </a:p>
      </dgm:t>
    </dgm:pt>
    <dgm:pt modelId="{0370624A-EA82-4B44-B233-7D204B9E118E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pPr rtl="0"/>
          <a:r>
            <a:rPr lang="de-DE" sz="1100" dirty="0"/>
            <a:t>8xxxAl</a:t>
          </a:r>
          <a:br>
            <a:rPr lang="de-DE" sz="1100" dirty="0"/>
          </a:br>
          <a:r>
            <a:rPr lang="de-DE" sz="1100" dirty="0" err="1"/>
            <a:t>Alloy</a:t>
          </a:r>
          <a:endParaRPr lang="de-DE" sz="1100" dirty="0">
            <a:solidFill>
              <a:srgbClr val="010000"/>
            </a:solidFill>
            <a:latin typeface="Calibri Light" panose="020F0302020204030204"/>
          </a:endParaRPr>
        </a:p>
      </dgm:t>
    </dgm:pt>
    <dgm:pt modelId="{BD97EE8B-9F50-4EB7-BEC8-D2B8979B5453}" type="parTrans" cxnId="{FBB469B0-E6A4-4521-A69A-FBE15D42668D}">
      <dgm:prSet/>
      <dgm:spPr/>
      <dgm:t>
        <a:bodyPr/>
        <a:lstStyle/>
        <a:p>
          <a:endParaRPr lang="de-DE" sz="1100"/>
        </a:p>
      </dgm:t>
    </dgm:pt>
    <dgm:pt modelId="{32516EDC-E69A-4E68-BA90-6DB0183CD79A}" type="sibTrans" cxnId="{FBB469B0-E6A4-4521-A69A-FBE15D42668D}">
      <dgm:prSet/>
      <dgm:spPr/>
      <dgm:t>
        <a:bodyPr/>
        <a:lstStyle/>
        <a:p>
          <a:endParaRPr lang="de-DE"/>
        </a:p>
      </dgm:t>
    </dgm:pt>
    <dgm:pt modelId="{9D37E912-69B5-4FC2-B844-B18C64F70D03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/>
            <a:t>5xx.xAl</a:t>
          </a:r>
          <a:br>
            <a:rPr lang="de-DE" sz="1100"/>
          </a:br>
          <a:r>
            <a:rPr lang="de-DE" sz="1100" err="1"/>
            <a:t>Alloy</a:t>
          </a:r>
          <a:endParaRPr lang="de-DE" sz="1100"/>
        </a:p>
      </dgm:t>
    </dgm:pt>
    <dgm:pt modelId="{1B1B6E61-020F-4FD8-836D-1587567DA71F}" type="parTrans" cxnId="{1D05C40E-869A-4810-A95D-CB3610C2EC5B}">
      <dgm:prSet/>
      <dgm:spPr/>
      <dgm:t>
        <a:bodyPr/>
        <a:lstStyle/>
        <a:p>
          <a:endParaRPr lang="de-DE" sz="1100"/>
        </a:p>
      </dgm:t>
    </dgm:pt>
    <dgm:pt modelId="{773063B3-8023-48C3-A105-8897E6E75ACE}" type="sibTrans" cxnId="{1D05C40E-869A-4810-A95D-CB3610C2EC5B}">
      <dgm:prSet/>
      <dgm:spPr/>
      <dgm:t>
        <a:bodyPr/>
        <a:lstStyle/>
        <a:p>
          <a:endParaRPr lang="de-DE"/>
        </a:p>
      </dgm:t>
    </dgm:pt>
    <dgm:pt modelId="{3D23A1CC-3C85-4910-9AC8-9EB14DD89AB4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/>
            <a:t>6xx.xAl</a:t>
          </a:r>
          <a:br>
            <a:rPr lang="de-DE" sz="1100"/>
          </a:br>
          <a:r>
            <a:rPr lang="de-DE" sz="1100" err="1"/>
            <a:t>Alloy</a:t>
          </a:r>
          <a:endParaRPr lang="de-DE" sz="1100"/>
        </a:p>
      </dgm:t>
    </dgm:pt>
    <dgm:pt modelId="{DEFEA4B6-3E1A-4878-82C6-03F2AF0A57C3}" type="parTrans" cxnId="{8A821B23-A35A-42BC-B05B-B4510D08F51C}">
      <dgm:prSet/>
      <dgm:spPr/>
      <dgm:t>
        <a:bodyPr/>
        <a:lstStyle/>
        <a:p>
          <a:endParaRPr lang="de-DE" sz="1100"/>
        </a:p>
      </dgm:t>
    </dgm:pt>
    <dgm:pt modelId="{97082F91-A0B1-4F6B-9F56-3CDC876A2772}" type="sibTrans" cxnId="{8A821B23-A35A-42BC-B05B-B4510D08F51C}">
      <dgm:prSet/>
      <dgm:spPr/>
      <dgm:t>
        <a:bodyPr/>
        <a:lstStyle/>
        <a:p>
          <a:endParaRPr lang="de-DE"/>
        </a:p>
      </dgm:t>
    </dgm:pt>
    <dgm:pt modelId="{B170E511-C6C8-493A-9CF6-C024CB109055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/>
            <a:t>8xx.xAl</a:t>
          </a:r>
          <a:br>
            <a:rPr lang="de-DE" sz="1100"/>
          </a:br>
          <a:r>
            <a:rPr lang="de-DE" sz="1100" err="1"/>
            <a:t>Alloy</a:t>
          </a:r>
          <a:endParaRPr lang="de-DE" sz="1100"/>
        </a:p>
      </dgm:t>
    </dgm:pt>
    <dgm:pt modelId="{9042CB8E-0634-4BE2-A00D-04B9D29846B3}" type="parTrans" cxnId="{48A7DBB4-C015-4142-9F71-FD8DF09CA102}">
      <dgm:prSet/>
      <dgm:spPr/>
      <dgm:t>
        <a:bodyPr/>
        <a:lstStyle/>
        <a:p>
          <a:endParaRPr lang="de-DE" sz="1100"/>
        </a:p>
      </dgm:t>
    </dgm:pt>
    <dgm:pt modelId="{7C4E1991-4518-4052-B5A4-9E50B69A5E48}" type="sibTrans" cxnId="{48A7DBB4-C015-4142-9F71-FD8DF09CA102}">
      <dgm:prSet/>
      <dgm:spPr/>
      <dgm:t>
        <a:bodyPr/>
        <a:lstStyle/>
        <a:p>
          <a:endParaRPr lang="de-DE"/>
        </a:p>
      </dgm:t>
    </dgm:pt>
    <dgm:pt modelId="{C2E81653-04C3-4D60-8806-F0226418ADA4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/>
            <a:t>9xx.Al</a:t>
          </a:r>
          <a:br>
            <a:rPr lang="de-DE" sz="1100"/>
          </a:br>
          <a:r>
            <a:rPr lang="de-DE" sz="1100" err="1"/>
            <a:t>Alloy</a:t>
          </a:r>
          <a:endParaRPr lang="de-DE" sz="1100"/>
        </a:p>
      </dgm:t>
    </dgm:pt>
    <dgm:pt modelId="{056EEC30-A424-4275-8721-6807AB217949}" type="parTrans" cxnId="{33643F25-41BF-4EB3-8BDF-009C12C89615}">
      <dgm:prSet/>
      <dgm:spPr/>
      <dgm:t>
        <a:bodyPr/>
        <a:lstStyle/>
        <a:p>
          <a:endParaRPr lang="de-DE" sz="1100"/>
        </a:p>
      </dgm:t>
    </dgm:pt>
    <dgm:pt modelId="{BB053009-0DBB-429F-9235-9675A6214D5D}" type="sibTrans" cxnId="{33643F25-41BF-4EB3-8BDF-009C12C89615}">
      <dgm:prSet/>
      <dgm:spPr/>
      <dgm:t>
        <a:bodyPr/>
        <a:lstStyle/>
        <a:p>
          <a:endParaRPr lang="de-DE"/>
        </a:p>
      </dgm:t>
    </dgm:pt>
    <dgm:pt modelId="{51C66EB6-5A52-419B-90C9-1415B6BF2555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/>
            <a:t>7xx.xAl</a:t>
          </a:r>
          <a:br>
            <a:rPr lang="de-DE" sz="1100"/>
          </a:br>
          <a:r>
            <a:rPr lang="de-DE" sz="1100" err="1"/>
            <a:t>Alloy</a:t>
          </a:r>
          <a:endParaRPr lang="de-DE" sz="1100"/>
        </a:p>
      </dgm:t>
    </dgm:pt>
    <dgm:pt modelId="{F811F126-CEF0-47C5-9804-516687DE27F7}" type="sibTrans" cxnId="{39E91878-F130-491C-8098-902455A7ECAB}">
      <dgm:prSet/>
      <dgm:spPr/>
      <dgm:t>
        <a:bodyPr/>
        <a:lstStyle/>
        <a:p>
          <a:endParaRPr lang="de-DE"/>
        </a:p>
      </dgm:t>
    </dgm:pt>
    <dgm:pt modelId="{9C9D5DC2-20A5-4FC2-A380-556AF1D648E8}" type="parTrans" cxnId="{39E91878-F130-491C-8098-902455A7ECAB}">
      <dgm:prSet/>
      <dgm:spPr/>
      <dgm:t>
        <a:bodyPr/>
        <a:lstStyle/>
        <a:p>
          <a:endParaRPr lang="de-DE" sz="1100"/>
        </a:p>
      </dgm:t>
    </dgm:pt>
    <dgm:pt modelId="{B89DE830-BF3B-4FFA-9359-4B04431DB582}">
      <dgm:prSet phldrT="[Text]" custT="1"/>
      <dgm:spPr>
        <a:solidFill>
          <a:schemeClr val="accent2"/>
        </a:solidFill>
      </dgm:spPr>
      <dgm:t>
        <a:bodyPr/>
        <a:lstStyle/>
        <a:p>
          <a:pPr rtl="0"/>
          <a:r>
            <a:rPr lang="de-DE" sz="11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pureAl2</a:t>
          </a:r>
        </a:p>
      </dgm:t>
    </dgm:pt>
    <dgm:pt modelId="{31549305-2777-4F95-A303-1B04856BA925}" type="sibTrans" cxnId="{783C0358-2782-452A-9166-57044A1420D3}">
      <dgm:prSet/>
      <dgm:spPr/>
      <dgm:t>
        <a:bodyPr/>
        <a:lstStyle/>
        <a:p>
          <a:endParaRPr lang="de-DE"/>
        </a:p>
      </dgm:t>
    </dgm:pt>
    <dgm:pt modelId="{5966BBCE-20E0-4982-8C95-704B8DCA523F}" type="parTrans" cxnId="{783C0358-2782-452A-9166-57044A1420D3}">
      <dgm:prSet/>
      <dgm:spPr/>
      <dgm:t>
        <a:bodyPr/>
        <a:lstStyle/>
        <a:p>
          <a:endParaRPr lang="de-DE"/>
        </a:p>
      </dgm:t>
    </dgm:pt>
    <dgm:pt modelId="{F65AC832-727A-4282-A694-F18FC3276CEB}">
      <dgm:prSet phldrT="[Text]" custT="1"/>
      <dgm:spPr>
        <a:solidFill>
          <a:srgbClr val="000066">
            <a:lumMod val="60000"/>
            <a:lumOff val="40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6985" tIns="6985" rIns="6985" bIns="6985" numCol="1" spcCol="1270" anchor="ctr" anchorCtr="0"/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pureAl3</a:t>
          </a:r>
        </a:p>
      </dgm:t>
    </dgm:pt>
    <dgm:pt modelId="{DE7DE490-EDED-4580-87A6-3049A9113EC5}" type="parTrans" cxnId="{F94CCE0D-6475-4FDA-9DC9-D1DF5888B772}">
      <dgm:prSet/>
      <dgm:spPr/>
      <dgm:t>
        <a:bodyPr/>
        <a:lstStyle/>
        <a:p>
          <a:endParaRPr lang="de-DE"/>
        </a:p>
      </dgm:t>
    </dgm:pt>
    <dgm:pt modelId="{D1204229-9C38-4F9F-98C7-B00D85B3F433}" type="sibTrans" cxnId="{F94CCE0D-6475-4FDA-9DC9-D1DF5888B772}">
      <dgm:prSet/>
      <dgm:spPr/>
      <dgm:t>
        <a:bodyPr/>
        <a:lstStyle/>
        <a:p>
          <a:endParaRPr lang="de-DE"/>
        </a:p>
      </dgm:t>
    </dgm:pt>
    <dgm:pt modelId="{1A7B3758-6C9B-4BEB-8CD4-EF8232B1294E}" type="pres">
      <dgm:prSet presAssocID="{CAA3C833-D061-4322-8A7D-E8D15B8F2CD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93D1B20-1011-45B1-B269-A2747CB0002C}" type="pres">
      <dgm:prSet presAssocID="{3CD60349-A46B-486A-917E-373D26F9F480}" presName="hierRoot1" presStyleCnt="0">
        <dgm:presLayoutVars>
          <dgm:hierBranch/>
        </dgm:presLayoutVars>
      </dgm:prSet>
      <dgm:spPr/>
    </dgm:pt>
    <dgm:pt modelId="{4ED17E46-844F-4F33-B3CD-C3080B111775}" type="pres">
      <dgm:prSet presAssocID="{3CD60349-A46B-486A-917E-373D26F9F480}" presName="rootComposite1" presStyleCnt="0"/>
      <dgm:spPr/>
    </dgm:pt>
    <dgm:pt modelId="{ED1059EB-3835-4E8A-B89D-710D851A6DA1}" type="pres">
      <dgm:prSet presAssocID="{3CD60349-A46B-486A-917E-373D26F9F480}" presName="rootText1" presStyleLbl="node0" presStyleIdx="0" presStyleCnt="1">
        <dgm:presLayoutVars>
          <dgm:chPref val="3"/>
        </dgm:presLayoutVars>
      </dgm:prSet>
      <dgm:spPr/>
    </dgm:pt>
    <dgm:pt modelId="{1A02644C-95EA-495E-9682-BC7C24C64AB3}" type="pres">
      <dgm:prSet presAssocID="{3CD60349-A46B-486A-917E-373D26F9F480}" presName="rootConnector1" presStyleLbl="node1" presStyleIdx="0" presStyleCnt="0"/>
      <dgm:spPr/>
    </dgm:pt>
    <dgm:pt modelId="{CE88885B-B0B8-40CF-8E67-35B0591D4380}" type="pres">
      <dgm:prSet presAssocID="{3CD60349-A46B-486A-917E-373D26F9F480}" presName="hierChild2" presStyleCnt="0"/>
      <dgm:spPr/>
    </dgm:pt>
    <dgm:pt modelId="{3E358332-9A28-4920-B584-4D04A0BE7E9A}" type="pres">
      <dgm:prSet presAssocID="{EE6F40DB-A3FB-40D2-B921-3BD145115C1B}" presName="Name35" presStyleLbl="parChTrans1D2" presStyleIdx="0" presStyleCnt="3"/>
      <dgm:spPr/>
    </dgm:pt>
    <dgm:pt modelId="{D8E9E05F-EDF6-4B32-B1F7-63F3B4CC2F68}" type="pres">
      <dgm:prSet presAssocID="{759DE543-9C04-4C2A-B39D-2E1E4531673A}" presName="hierRoot2" presStyleCnt="0">
        <dgm:presLayoutVars>
          <dgm:hierBranch val="r"/>
        </dgm:presLayoutVars>
      </dgm:prSet>
      <dgm:spPr/>
    </dgm:pt>
    <dgm:pt modelId="{AE8319EF-720D-4A6E-9990-15330FC7CDC5}" type="pres">
      <dgm:prSet presAssocID="{759DE543-9C04-4C2A-B39D-2E1E4531673A}" presName="rootComposite" presStyleCnt="0"/>
      <dgm:spPr/>
    </dgm:pt>
    <dgm:pt modelId="{802A20C3-C55F-41E6-8398-3480B85B1494}" type="pres">
      <dgm:prSet presAssocID="{759DE543-9C04-4C2A-B39D-2E1E4531673A}" presName="rootText" presStyleLbl="node2" presStyleIdx="0" presStyleCnt="3">
        <dgm:presLayoutVars>
          <dgm:chPref val="3"/>
        </dgm:presLayoutVars>
      </dgm:prSet>
      <dgm:spPr/>
    </dgm:pt>
    <dgm:pt modelId="{31A49D3E-CCA5-4260-AC0A-0D806472D67E}" type="pres">
      <dgm:prSet presAssocID="{759DE543-9C04-4C2A-B39D-2E1E4531673A}" presName="rootConnector" presStyleLbl="node2" presStyleIdx="0" presStyleCnt="3"/>
      <dgm:spPr/>
    </dgm:pt>
    <dgm:pt modelId="{1AB0ACAD-403D-44E1-B935-2FC36B735BA3}" type="pres">
      <dgm:prSet presAssocID="{759DE543-9C04-4C2A-B39D-2E1E4531673A}" presName="hierChild4" presStyleCnt="0"/>
      <dgm:spPr/>
    </dgm:pt>
    <dgm:pt modelId="{DE5A19F9-9913-4085-943C-548D64271239}" type="pres">
      <dgm:prSet presAssocID="{40DB0412-D4ED-4805-8315-AAA0483EBC1F}" presName="Name50" presStyleLbl="parChTrans1D3" presStyleIdx="0" presStyleCnt="18"/>
      <dgm:spPr/>
    </dgm:pt>
    <dgm:pt modelId="{4F1DD49C-13A7-4974-A8A6-CB6426620AC4}" type="pres">
      <dgm:prSet presAssocID="{23A606A8-E95A-40FA-A072-8EF81A34D149}" presName="hierRoot2" presStyleCnt="0">
        <dgm:presLayoutVars>
          <dgm:hierBranch val="r"/>
        </dgm:presLayoutVars>
      </dgm:prSet>
      <dgm:spPr/>
    </dgm:pt>
    <dgm:pt modelId="{463D3BCB-3DDB-4BDE-97F0-F6C9BB09E111}" type="pres">
      <dgm:prSet presAssocID="{23A606A8-E95A-40FA-A072-8EF81A34D149}" presName="rootComposite" presStyleCnt="0"/>
      <dgm:spPr/>
    </dgm:pt>
    <dgm:pt modelId="{15321A22-9B14-40B3-A116-CC0AF1B812E3}" type="pres">
      <dgm:prSet presAssocID="{23A606A8-E95A-40FA-A072-8EF81A34D149}" presName="rootText" presStyleLbl="node3" presStyleIdx="0" presStyleCnt="18">
        <dgm:presLayoutVars>
          <dgm:chPref val="3"/>
        </dgm:presLayoutVars>
      </dgm:prSet>
      <dgm:spPr/>
    </dgm:pt>
    <dgm:pt modelId="{91E4FFDF-0BBA-46A3-82F1-E8E16409E1B0}" type="pres">
      <dgm:prSet presAssocID="{23A606A8-E95A-40FA-A072-8EF81A34D149}" presName="rootConnector" presStyleLbl="node3" presStyleIdx="0" presStyleCnt="18"/>
      <dgm:spPr/>
    </dgm:pt>
    <dgm:pt modelId="{4EC618A9-9C14-42AD-A20B-22E80F4BBF70}" type="pres">
      <dgm:prSet presAssocID="{23A606A8-E95A-40FA-A072-8EF81A34D149}" presName="hierChild4" presStyleCnt="0"/>
      <dgm:spPr/>
    </dgm:pt>
    <dgm:pt modelId="{E323D923-72D0-4324-9CFF-E9B213AB6459}" type="pres">
      <dgm:prSet presAssocID="{23A606A8-E95A-40FA-A072-8EF81A34D149}" presName="hierChild5" presStyleCnt="0"/>
      <dgm:spPr/>
    </dgm:pt>
    <dgm:pt modelId="{E5923197-CD66-4DAC-9928-2307F9C082F9}" type="pres">
      <dgm:prSet presAssocID="{F5571AEE-CD0A-4B5A-8803-2F8C4BDEB3C9}" presName="Name50" presStyleLbl="parChTrans1D3" presStyleIdx="1" presStyleCnt="18"/>
      <dgm:spPr/>
    </dgm:pt>
    <dgm:pt modelId="{AD7FF37C-AE1F-44FF-A847-639D22B58F4D}" type="pres">
      <dgm:prSet presAssocID="{C4C81DB0-2108-4018-88A7-535D7BEA5DA0}" presName="hierRoot2" presStyleCnt="0">
        <dgm:presLayoutVars>
          <dgm:hierBranch val="r"/>
        </dgm:presLayoutVars>
      </dgm:prSet>
      <dgm:spPr/>
    </dgm:pt>
    <dgm:pt modelId="{7FEDB0A9-BE16-4FC2-91CB-B458E2197379}" type="pres">
      <dgm:prSet presAssocID="{C4C81DB0-2108-4018-88A7-535D7BEA5DA0}" presName="rootComposite" presStyleCnt="0"/>
      <dgm:spPr/>
    </dgm:pt>
    <dgm:pt modelId="{878A7193-C289-4185-8F48-79B84632DC90}" type="pres">
      <dgm:prSet presAssocID="{C4C81DB0-2108-4018-88A7-535D7BEA5DA0}" presName="rootText" presStyleLbl="node3" presStyleIdx="1" presStyleCnt="18">
        <dgm:presLayoutVars>
          <dgm:chPref val="3"/>
        </dgm:presLayoutVars>
      </dgm:prSet>
      <dgm:spPr/>
    </dgm:pt>
    <dgm:pt modelId="{415E904F-6468-4A89-AEC1-317F8598DE08}" type="pres">
      <dgm:prSet presAssocID="{C4C81DB0-2108-4018-88A7-535D7BEA5DA0}" presName="rootConnector" presStyleLbl="node3" presStyleIdx="1" presStyleCnt="18"/>
      <dgm:spPr/>
    </dgm:pt>
    <dgm:pt modelId="{0617D494-203A-43C1-873A-2BD05C6FB989}" type="pres">
      <dgm:prSet presAssocID="{C4C81DB0-2108-4018-88A7-535D7BEA5DA0}" presName="hierChild4" presStyleCnt="0"/>
      <dgm:spPr/>
    </dgm:pt>
    <dgm:pt modelId="{6EE32476-5E1B-4C6F-B129-84F232717A22}" type="pres">
      <dgm:prSet presAssocID="{C4C81DB0-2108-4018-88A7-535D7BEA5DA0}" presName="hierChild5" presStyleCnt="0"/>
      <dgm:spPr/>
    </dgm:pt>
    <dgm:pt modelId="{3AAF1700-00EA-4905-AA6D-93701C082EEB}" type="pres">
      <dgm:prSet presAssocID="{6A5CDE88-64F2-4F5B-9B7A-C9E1B3F03BFB}" presName="Name50" presStyleLbl="parChTrans1D3" presStyleIdx="2" presStyleCnt="18"/>
      <dgm:spPr/>
    </dgm:pt>
    <dgm:pt modelId="{82CB72C8-6CEB-4A53-B6C0-96CC6B40F260}" type="pres">
      <dgm:prSet presAssocID="{8D93766D-2F58-4901-B299-36EB040383D3}" presName="hierRoot2" presStyleCnt="0">
        <dgm:presLayoutVars>
          <dgm:hierBranch val="init"/>
        </dgm:presLayoutVars>
      </dgm:prSet>
      <dgm:spPr/>
    </dgm:pt>
    <dgm:pt modelId="{990980B5-CDE4-4E88-BA76-3E27641DD5C1}" type="pres">
      <dgm:prSet presAssocID="{8D93766D-2F58-4901-B299-36EB040383D3}" presName="rootComposite" presStyleCnt="0"/>
      <dgm:spPr/>
    </dgm:pt>
    <dgm:pt modelId="{80F3FE27-A52C-4315-8AC8-CCEFBDDAD005}" type="pres">
      <dgm:prSet presAssocID="{8D93766D-2F58-4901-B299-36EB040383D3}" presName="rootText" presStyleLbl="node3" presStyleIdx="2" presStyleCnt="18">
        <dgm:presLayoutVars>
          <dgm:chPref val="3"/>
        </dgm:presLayoutVars>
      </dgm:prSet>
      <dgm:spPr/>
    </dgm:pt>
    <dgm:pt modelId="{67003533-37FE-4B3C-8610-F4BFB506F668}" type="pres">
      <dgm:prSet presAssocID="{8D93766D-2F58-4901-B299-36EB040383D3}" presName="rootConnector" presStyleLbl="node3" presStyleIdx="2" presStyleCnt="18"/>
      <dgm:spPr/>
    </dgm:pt>
    <dgm:pt modelId="{7AA3EDB0-413C-44BB-B326-0EC44287E048}" type="pres">
      <dgm:prSet presAssocID="{8D93766D-2F58-4901-B299-36EB040383D3}" presName="hierChild4" presStyleCnt="0"/>
      <dgm:spPr/>
    </dgm:pt>
    <dgm:pt modelId="{CD433297-89CB-459F-BA84-932EC4428E74}" type="pres">
      <dgm:prSet presAssocID="{8D93766D-2F58-4901-B299-36EB040383D3}" presName="hierChild5" presStyleCnt="0"/>
      <dgm:spPr/>
    </dgm:pt>
    <dgm:pt modelId="{2B10025D-993A-4489-87C0-ED0EF8C0A2DD}" type="pres">
      <dgm:prSet presAssocID="{C1160088-9909-4542-8B01-62E40ECED4B7}" presName="Name50" presStyleLbl="parChTrans1D3" presStyleIdx="3" presStyleCnt="18"/>
      <dgm:spPr/>
    </dgm:pt>
    <dgm:pt modelId="{AF4F31B1-D270-4180-A07C-D7615873C359}" type="pres">
      <dgm:prSet presAssocID="{E4CD6C4B-C474-4479-8282-186EFF152DE0}" presName="hierRoot2" presStyleCnt="0">
        <dgm:presLayoutVars>
          <dgm:hierBranch val="init"/>
        </dgm:presLayoutVars>
      </dgm:prSet>
      <dgm:spPr/>
    </dgm:pt>
    <dgm:pt modelId="{6DFE3194-F3B2-4DA1-A814-93FEEB410126}" type="pres">
      <dgm:prSet presAssocID="{E4CD6C4B-C474-4479-8282-186EFF152DE0}" presName="rootComposite" presStyleCnt="0"/>
      <dgm:spPr/>
    </dgm:pt>
    <dgm:pt modelId="{396B21B3-E2B9-4A56-979A-CCB60F9A6698}" type="pres">
      <dgm:prSet presAssocID="{E4CD6C4B-C474-4479-8282-186EFF152DE0}" presName="rootText" presStyleLbl="node3" presStyleIdx="3" presStyleCnt="18">
        <dgm:presLayoutVars>
          <dgm:chPref val="3"/>
        </dgm:presLayoutVars>
      </dgm:prSet>
      <dgm:spPr/>
    </dgm:pt>
    <dgm:pt modelId="{CF1A4D88-DA17-46DE-9838-7E5A4BF36713}" type="pres">
      <dgm:prSet presAssocID="{E4CD6C4B-C474-4479-8282-186EFF152DE0}" presName="rootConnector" presStyleLbl="node3" presStyleIdx="3" presStyleCnt="18"/>
      <dgm:spPr/>
    </dgm:pt>
    <dgm:pt modelId="{E6165C06-7B1A-411F-92BE-D5F3C10FD00B}" type="pres">
      <dgm:prSet presAssocID="{E4CD6C4B-C474-4479-8282-186EFF152DE0}" presName="hierChild4" presStyleCnt="0"/>
      <dgm:spPr/>
    </dgm:pt>
    <dgm:pt modelId="{8F931746-002D-4088-BFB6-5E12F738AB56}" type="pres">
      <dgm:prSet presAssocID="{E4CD6C4B-C474-4479-8282-186EFF152DE0}" presName="hierChild5" presStyleCnt="0"/>
      <dgm:spPr/>
    </dgm:pt>
    <dgm:pt modelId="{E336BF43-B8C8-41B3-9727-97C5507A63D8}" type="pres">
      <dgm:prSet presAssocID="{1B1B6E61-020F-4FD8-836D-1587567DA71F}" presName="Name50" presStyleLbl="parChTrans1D3" presStyleIdx="4" presStyleCnt="18"/>
      <dgm:spPr/>
    </dgm:pt>
    <dgm:pt modelId="{3AC66E5E-968A-4033-BA9E-0DD3D4FD79E9}" type="pres">
      <dgm:prSet presAssocID="{9D37E912-69B5-4FC2-B844-B18C64F70D03}" presName="hierRoot2" presStyleCnt="0">
        <dgm:presLayoutVars>
          <dgm:hierBranch val="init"/>
        </dgm:presLayoutVars>
      </dgm:prSet>
      <dgm:spPr/>
    </dgm:pt>
    <dgm:pt modelId="{D0BD36E5-5B51-4F85-9DD2-5A7D6375D5C5}" type="pres">
      <dgm:prSet presAssocID="{9D37E912-69B5-4FC2-B844-B18C64F70D03}" presName="rootComposite" presStyleCnt="0"/>
      <dgm:spPr/>
    </dgm:pt>
    <dgm:pt modelId="{8CC0F70A-DB8E-4CCE-87A5-25F1BE24DA99}" type="pres">
      <dgm:prSet presAssocID="{9D37E912-69B5-4FC2-B844-B18C64F70D03}" presName="rootText" presStyleLbl="node3" presStyleIdx="4" presStyleCnt="18">
        <dgm:presLayoutVars>
          <dgm:chPref val="3"/>
        </dgm:presLayoutVars>
      </dgm:prSet>
      <dgm:spPr/>
    </dgm:pt>
    <dgm:pt modelId="{105218EB-440C-4FEA-B3B3-45FC326E6B6E}" type="pres">
      <dgm:prSet presAssocID="{9D37E912-69B5-4FC2-B844-B18C64F70D03}" presName="rootConnector" presStyleLbl="node3" presStyleIdx="4" presStyleCnt="18"/>
      <dgm:spPr/>
    </dgm:pt>
    <dgm:pt modelId="{16BA1F38-AB55-49AD-8269-0D449C560632}" type="pres">
      <dgm:prSet presAssocID="{9D37E912-69B5-4FC2-B844-B18C64F70D03}" presName="hierChild4" presStyleCnt="0"/>
      <dgm:spPr/>
    </dgm:pt>
    <dgm:pt modelId="{EA850696-D808-4462-B7D2-1400185811EF}" type="pres">
      <dgm:prSet presAssocID="{9D37E912-69B5-4FC2-B844-B18C64F70D03}" presName="hierChild5" presStyleCnt="0"/>
      <dgm:spPr/>
    </dgm:pt>
    <dgm:pt modelId="{C4C50962-A178-49FE-9A99-C5B157FDB851}" type="pres">
      <dgm:prSet presAssocID="{DEFEA4B6-3E1A-4878-82C6-03F2AF0A57C3}" presName="Name50" presStyleLbl="parChTrans1D3" presStyleIdx="5" presStyleCnt="18"/>
      <dgm:spPr/>
    </dgm:pt>
    <dgm:pt modelId="{49DBA39C-E822-4A03-92CE-BD142A56C682}" type="pres">
      <dgm:prSet presAssocID="{3D23A1CC-3C85-4910-9AC8-9EB14DD89AB4}" presName="hierRoot2" presStyleCnt="0">
        <dgm:presLayoutVars>
          <dgm:hierBranch val="init"/>
        </dgm:presLayoutVars>
      </dgm:prSet>
      <dgm:spPr/>
    </dgm:pt>
    <dgm:pt modelId="{46403C33-52D3-45FD-9B87-7ED9D24FA0CC}" type="pres">
      <dgm:prSet presAssocID="{3D23A1CC-3C85-4910-9AC8-9EB14DD89AB4}" presName="rootComposite" presStyleCnt="0"/>
      <dgm:spPr/>
    </dgm:pt>
    <dgm:pt modelId="{7567A999-2BB3-4781-94A9-9F8A78AD308D}" type="pres">
      <dgm:prSet presAssocID="{3D23A1CC-3C85-4910-9AC8-9EB14DD89AB4}" presName="rootText" presStyleLbl="node3" presStyleIdx="5" presStyleCnt="18">
        <dgm:presLayoutVars>
          <dgm:chPref val="3"/>
        </dgm:presLayoutVars>
      </dgm:prSet>
      <dgm:spPr/>
    </dgm:pt>
    <dgm:pt modelId="{00C933F9-E179-40F5-AF4A-D931AE8C5214}" type="pres">
      <dgm:prSet presAssocID="{3D23A1CC-3C85-4910-9AC8-9EB14DD89AB4}" presName="rootConnector" presStyleLbl="node3" presStyleIdx="5" presStyleCnt="18"/>
      <dgm:spPr/>
    </dgm:pt>
    <dgm:pt modelId="{C4D9EC7A-49B2-4AB1-A2B6-FE7CDE94FD56}" type="pres">
      <dgm:prSet presAssocID="{3D23A1CC-3C85-4910-9AC8-9EB14DD89AB4}" presName="hierChild4" presStyleCnt="0"/>
      <dgm:spPr/>
    </dgm:pt>
    <dgm:pt modelId="{71FB6323-DE06-4945-AF7C-FDB87AE95528}" type="pres">
      <dgm:prSet presAssocID="{3D23A1CC-3C85-4910-9AC8-9EB14DD89AB4}" presName="hierChild5" presStyleCnt="0"/>
      <dgm:spPr/>
    </dgm:pt>
    <dgm:pt modelId="{A50F7C8C-7B24-4373-81A2-CBE476A9D4C5}" type="pres">
      <dgm:prSet presAssocID="{9C9D5DC2-20A5-4FC2-A380-556AF1D648E8}" presName="Name50" presStyleLbl="parChTrans1D3" presStyleIdx="6" presStyleCnt="18"/>
      <dgm:spPr/>
    </dgm:pt>
    <dgm:pt modelId="{D78476DC-BE6D-4FF7-B353-4D1980478A91}" type="pres">
      <dgm:prSet presAssocID="{51C66EB6-5A52-419B-90C9-1415B6BF2555}" presName="hierRoot2" presStyleCnt="0">
        <dgm:presLayoutVars>
          <dgm:hierBranch val="init"/>
        </dgm:presLayoutVars>
      </dgm:prSet>
      <dgm:spPr/>
    </dgm:pt>
    <dgm:pt modelId="{294E4B70-5335-47B1-AB14-EAF0976CAE6B}" type="pres">
      <dgm:prSet presAssocID="{51C66EB6-5A52-419B-90C9-1415B6BF2555}" presName="rootComposite" presStyleCnt="0"/>
      <dgm:spPr/>
    </dgm:pt>
    <dgm:pt modelId="{E249294D-71D5-4DE1-BA58-F160DCB72FC0}" type="pres">
      <dgm:prSet presAssocID="{51C66EB6-5A52-419B-90C9-1415B6BF2555}" presName="rootText" presStyleLbl="node3" presStyleIdx="6" presStyleCnt="18">
        <dgm:presLayoutVars>
          <dgm:chPref val="3"/>
        </dgm:presLayoutVars>
      </dgm:prSet>
      <dgm:spPr/>
    </dgm:pt>
    <dgm:pt modelId="{13BC31D7-7C6B-4681-A1E6-0FD3291BAA17}" type="pres">
      <dgm:prSet presAssocID="{51C66EB6-5A52-419B-90C9-1415B6BF2555}" presName="rootConnector" presStyleLbl="node3" presStyleIdx="6" presStyleCnt="18"/>
      <dgm:spPr/>
    </dgm:pt>
    <dgm:pt modelId="{53FC0F2D-FB83-44D4-A3A3-E04867B33F0A}" type="pres">
      <dgm:prSet presAssocID="{51C66EB6-5A52-419B-90C9-1415B6BF2555}" presName="hierChild4" presStyleCnt="0"/>
      <dgm:spPr/>
    </dgm:pt>
    <dgm:pt modelId="{843CDA2B-9529-45D9-BAEF-1699D323F4C6}" type="pres">
      <dgm:prSet presAssocID="{51C66EB6-5A52-419B-90C9-1415B6BF2555}" presName="hierChild5" presStyleCnt="0"/>
      <dgm:spPr/>
    </dgm:pt>
    <dgm:pt modelId="{66D3BDC6-09DF-4CB0-82AD-C76FADFFE6D4}" type="pres">
      <dgm:prSet presAssocID="{9042CB8E-0634-4BE2-A00D-04B9D29846B3}" presName="Name50" presStyleLbl="parChTrans1D3" presStyleIdx="7" presStyleCnt="18"/>
      <dgm:spPr/>
    </dgm:pt>
    <dgm:pt modelId="{D206B182-B213-4057-A287-D82B800CE86D}" type="pres">
      <dgm:prSet presAssocID="{B170E511-C6C8-493A-9CF6-C024CB109055}" presName="hierRoot2" presStyleCnt="0">
        <dgm:presLayoutVars>
          <dgm:hierBranch val="init"/>
        </dgm:presLayoutVars>
      </dgm:prSet>
      <dgm:spPr/>
    </dgm:pt>
    <dgm:pt modelId="{B70CAF49-3CD0-4F12-B8F3-C2343B980572}" type="pres">
      <dgm:prSet presAssocID="{B170E511-C6C8-493A-9CF6-C024CB109055}" presName="rootComposite" presStyleCnt="0"/>
      <dgm:spPr/>
    </dgm:pt>
    <dgm:pt modelId="{A8467B73-8485-4AD8-BAD1-CBA2370DD515}" type="pres">
      <dgm:prSet presAssocID="{B170E511-C6C8-493A-9CF6-C024CB109055}" presName="rootText" presStyleLbl="node3" presStyleIdx="7" presStyleCnt="18">
        <dgm:presLayoutVars>
          <dgm:chPref val="3"/>
        </dgm:presLayoutVars>
      </dgm:prSet>
      <dgm:spPr/>
    </dgm:pt>
    <dgm:pt modelId="{51BE4D29-B7E7-4EFA-8CFB-CE6D8EBABA47}" type="pres">
      <dgm:prSet presAssocID="{B170E511-C6C8-493A-9CF6-C024CB109055}" presName="rootConnector" presStyleLbl="node3" presStyleIdx="7" presStyleCnt="18"/>
      <dgm:spPr/>
    </dgm:pt>
    <dgm:pt modelId="{8F085DB6-8DB0-4651-84DA-6C2888123D47}" type="pres">
      <dgm:prSet presAssocID="{B170E511-C6C8-493A-9CF6-C024CB109055}" presName="hierChild4" presStyleCnt="0"/>
      <dgm:spPr/>
    </dgm:pt>
    <dgm:pt modelId="{79C8F194-6AA5-4C52-9F99-2CFF17D25296}" type="pres">
      <dgm:prSet presAssocID="{B170E511-C6C8-493A-9CF6-C024CB109055}" presName="hierChild5" presStyleCnt="0"/>
      <dgm:spPr/>
    </dgm:pt>
    <dgm:pt modelId="{6EFA391C-2E86-4288-BFC8-DAAEE106F857}" type="pres">
      <dgm:prSet presAssocID="{056EEC30-A424-4275-8721-6807AB217949}" presName="Name50" presStyleLbl="parChTrans1D3" presStyleIdx="8" presStyleCnt="18"/>
      <dgm:spPr/>
    </dgm:pt>
    <dgm:pt modelId="{2123C5AE-E835-45CA-9667-1B83A7DD2C7F}" type="pres">
      <dgm:prSet presAssocID="{C2E81653-04C3-4D60-8806-F0226418ADA4}" presName="hierRoot2" presStyleCnt="0">
        <dgm:presLayoutVars>
          <dgm:hierBranch val="init"/>
        </dgm:presLayoutVars>
      </dgm:prSet>
      <dgm:spPr/>
    </dgm:pt>
    <dgm:pt modelId="{DEE2539A-741D-414A-8581-4953272C987F}" type="pres">
      <dgm:prSet presAssocID="{C2E81653-04C3-4D60-8806-F0226418ADA4}" presName="rootComposite" presStyleCnt="0"/>
      <dgm:spPr/>
    </dgm:pt>
    <dgm:pt modelId="{3783AE6A-1CB5-427C-9A00-1EDEA6C9D45B}" type="pres">
      <dgm:prSet presAssocID="{C2E81653-04C3-4D60-8806-F0226418ADA4}" presName="rootText" presStyleLbl="node3" presStyleIdx="8" presStyleCnt="18">
        <dgm:presLayoutVars>
          <dgm:chPref val="3"/>
        </dgm:presLayoutVars>
      </dgm:prSet>
      <dgm:spPr/>
    </dgm:pt>
    <dgm:pt modelId="{C47ACCF1-044B-4275-8E99-479FD8EBB337}" type="pres">
      <dgm:prSet presAssocID="{C2E81653-04C3-4D60-8806-F0226418ADA4}" presName="rootConnector" presStyleLbl="node3" presStyleIdx="8" presStyleCnt="18"/>
      <dgm:spPr/>
    </dgm:pt>
    <dgm:pt modelId="{EFE66D03-6061-43F9-913D-216B9208164C}" type="pres">
      <dgm:prSet presAssocID="{C2E81653-04C3-4D60-8806-F0226418ADA4}" presName="hierChild4" presStyleCnt="0"/>
      <dgm:spPr/>
    </dgm:pt>
    <dgm:pt modelId="{BCDC12DE-B8AC-4CFB-903A-9474AE05E5BF}" type="pres">
      <dgm:prSet presAssocID="{C2E81653-04C3-4D60-8806-F0226418ADA4}" presName="hierChild5" presStyleCnt="0"/>
      <dgm:spPr/>
    </dgm:pt>
    <dgm:pt modelId="{EF1EEDB5-5D2E-4E52-BF8E-DB229C39DD4D}" type="pres">
      <dgm:prSet presAssocID="{759DE543-9C04-4C2A-B39D-2E1E4531673A}" presName="hierChild5" presStyleCnt="0"/>
      <dgm:spPr/>
    </dgm:pt>
    <dgm:pt modelId="{0894D9D4-A1B4-495B-B661-9F67CFA1FA02}" type="pres">
      <dgm:prSet presAssocID="{C3A2FCA3-3F16-43CE-915F-0C372C8AE2F6}" presName="Name35" presStyleLbl="parChTrans1D2" presStyleIdx="1" presStyleCnt="3"/>
      <dgm:spPr/>
    </dgm:pt>
    <dgm:pt modelId="{78A1B33E-74A5-40C1-A463-7EA5695351DC}" type="pres">
      <dgm:prSet presAssocID="{48BF0DE3-D0C1-4385-81D2-FD28A82D6DA5}" presName="hierRoot2" presStyleCnt="0">
        <dgm:presLayoutVars>
          <dgm:hierBranch val="r"/>
        </dgm:presLayoutVars>
      </dgm:prSet>
      <dgm:spPr/>
    </dgm:pt>
    <dgm:pt modelId="{C0CE6065-93AC-42C3-9C22-4863255571CE}" type="pres">
      <dgm:prSet presAssocID="{48BF0DE3-D0C1-4385-81D2-FD28A82D6DA5}" presName="rootComposite" presStyleCnt="0"/>
      <dgm:spPr/>
    </dgm:pt>
    <dgm:pt modelId="{4A705F88-A160-4243-9CA7-EFB6BBF86F1A}" type="pres">
      <dgm:prSet presAssocID="{48BF0DE3-D0C1-4385-81D2-FD28A82D6DA5}" presName="rootText" presStyleLbl="node2" presStyleIdx="1" presStyleCnt="3">
        <dgm:presLayoutVars>
          <dgm:chPref val="3"/>
        </dgm:presLayoutVars>
      </dgm:prSet>
      <dgm:spPr/>
    </dgm:pt>
    <dgm:pt modelId="{7FAA50E2-48C2-4451-A754-30CAC0362316}" type="pres">
      <dgm:prSet presAssocID="{48BF0DE3-D0C1-4385-81D2-FD28A82D6DA5}" presName="rootConnector" presStyleLbl="node2" presStyleIdx="1" presStyleCnt="3"/>
      <dgm:spPr/>
    </dgm:pt>
    <dgm:pt modelId="{EA4F7AE0-49F8-433E-A032-2F5ED14907EE}" type="pres">
      <dgm:prSet presAssocID="{48BF0DE3-D0C1-4385-81D2-FD28A82D6DA5}" presName="hierChild4" presStyleCnt="0"/>
      <dgm:spPr/>
    </dgm:pt>
    <dgm:pt modelId="{7CC4A64A-9195-4A20-891B-8D171719CB7F}" type="pres">
      <dgm:prSet presAssocID="{707DAF11-A72E-4D9D-B5C0-7931758F76C5}" presName="Name50" presStyleLbl="parChTrans1D3" presStyleIdx="9" presStyleCnt="18"/>
      <dgm:spPr/>
    </dgm:pt>
    <dgm:pt modelId="{4BCE15BB-B186-42C3-B9AB-1D618E759D4C}" type="pres">
      <dgm:prSet presAssocID="{3B7F7B23-67C3-4338-B76F-C70B2F5CFFB0}" presName="hierRoot2" presStyleCnt="0">
        <dgm:presLayoutVars>
          <dgm:hierBranch val="init"/>
        </dgm:presLayoutVars>
      </dgm:prSet>
      <dgm:spPr/>
    </dgm:pt>
    <dgm:pt modelId="{59F9964C-09BB-4757-8769-BCA8E51B0832}" type="pres">
      <dgm:prSet presAssocID="{3B7F7B23-67C3-4338-B76F-C70B2F5CFFB0}" presName="rootComposite" presStyleCnt="0"/>
      <dgm:spPr/>
    </dgm:pt>
    <dgm:pt modelId="{BB275D91-C53C-4046-9974-0C1CD6677DAE}" type="pres">
      <dgm:prSet presAssocID="{3B7F7B23-67C3-4338-B76F-C70B2F5CFFB0}" presName="rootText" presStyleLbl="node3" presStyleIdx="9" presStyleCnt="18">
        <dgm:presLayoutVars>
          <dgm:chPref val="3"/>
        </dgm:presLayoutVars>
      </dgm:prSet>
      <dgm:spPr/>
    </dgm:pt>
    <dgm:pt modelId="{E2BE3F85-9CFD-4F0B-ACD2-587FD0CE8468}" type="pres">
      <dgm:prSet presAssocID="{3B7F7B23-67C3-4338-B76F-C70B2F5CFFB0}" presName="rootConnector" presStyleLbl="node3" presStyleIdx="9" presStyleCnt="18"/>
      <dgm:spPr/>
    </dgm:pt>
    <dgm:pt modelId="{B351BB61-3C7A-4AE6-9004-5400CB95BE4C}" type="pres">
      <dgm:prSet presAssocID="{3B7F7B23-67C3-4338-B76F-C70B2F5CFFB0}" presName="hierChild4" presStyleCnt="0"/>
      <dgm:spPr/>
    </dgm:pt>
    <dgm:pt modelId="{01AA5E3C-EC38-458C-91EF-311153036F76}" type="pres">
      <dgm:prSet presAssocID="{3B7F7B23-67C3-4338-B76F-C70B2F5CFFB0}" presName="hierChild5" presStyleCnt="0"/>
      <dgm:spPr/>
    </dgm:pt>
    <dgm:pt modelId="{C91ED9AC-67AA-43A5-BFB5-5D407F538D3D}" type="pres">
      <dgm:prSet presAssocID="{6B21BFF8-F152-4BEA-BAED-B8868C9F3B0C}" presName="Name50" presStyleLbl="parChTrans1D3" presStyleIdx="10" presStyleCnt="18"/>
      <dgm:spPr/>
    </dgm:pt>
    <dgm:pt modelId="{D60D6562-816C-42BC-87D7-376EBA3C8AA9}" type="pres">
      <dgm:prSet presAssocID="{516FDD76-21F9-4986-BC51-B41746D3EE25}" presName="hierRoot2" presStyleCnt="0">
        <dgm:presLayoutVars>
          <dgm:hierBranch val="init"/>
        </dgm:presLayoutVars>
      </dgm:prSet>
      <dgm:spPr/>
    </dgm:pt>
    <dgm:pt modelId="{53D93313-E0AB-448D-9A0A-D0EB24E62E42}" type="pres">
      <dgm:prSet presAssocID="{516FDD76-21F9-4986-BC51-B41746D3EE25}" presName="rootComposite" presStyleCnt="0"/>
      <dgm:spPr/>
    </dgm:pt>
    <dgm:pt modelId="{4A697A66-A3C0-423F-A0B1-E59B429E01C6}" type="pres">
      <dgm:prSet presAssocID="{516FDD76-21F9-4986-BC51-B41746D3EE25}" presName="rootText" presStyleLbl="node3" presStyleIdx="10" presStyleCnt="18">
        <dgm:presLayoutVars>
          <dgm:chPref val="3"/>
        </dgm:presLayoutVars>
      </dgm:prSet>
      <dgm:spPr/>
    </dgm:pt>
    <dgm:pt modelId="{F289A477-A007-41BA-9C8C-4C3B79AB65EF}" type="pres">
      <dgm:prSet presAssocID="{516FDD76-21F9-4986-BC51-B41746D3EE25}" presName="rootConnector" presStyleLbl="node3" presStyleIdx="10" presStyleCnt="18"/>
      <dgm:spPr/>
    </dgm:pt>
    <dgm:pt modelId="{529668E5-E83B-45D4-A82D-7468BC08E174}" type="pres">
      <dgm:prSet presAssocID="{516FDD76-21F9-4986-BC51-B41746D3EE25}" presName="hierChild4" presStyleCnt="0"/>
      <dgm:spPr/>
    </dgm:pt>
    <dgm:pt modelId="{33F69BFE-813B-4089-A144-4D4740DCDDE7}" type="pres">
      <dgm:prSet presAssocID="{516FDD76-21F9-4986-BC51-B41746D3EE25}" presName="hierChild5" presStyleCnt="0"/>
      <dgm:spPr/>
    </dgm:pt>
    <dgm:pt modelId="{8C2C4C1E-CB0B-4C5E-BD38-BF6C2852B6F8}" type="pres">
      <dgm:prSet presAssocID="{252A2C1D-2947-42A8-91EF-A654FD602D1F}" presName="Name50" presStyleLbl="parChTrans1D3" presStyleIdx="11" presStyleCnt="18"/>
      <dgm:spPr/>
    </dgm:pt>
    <dgm:pt modelId="{593277E3-F44A-42BB-884A-F90E7841FBFD}" type="pres">
      <dgm:prSet presAssocID="{6F974E4C-ED7C-4780-A29A-4F793870958C}" presName="hierRoot2" presStyleCnt="0">
        <dgm:presLayoutVars>
          <dgm:hierBranch val="init"/>
        </dgm:presLayoutVars>
      </dgm:prSet>
      <dgm:spPr/>
    </dgm:pt>
    <dgm:pt modelId="{87ADED95-EDB1-4A93-9D47-A4B054E078D6}" type="pres">
      <dgm:prSet presAssocID="{6F974E4C-ED7C-4780-A29A-4F793870958C}" presName="rootComposite" presStyleCnt="0"/>
      <dgm:spPr/>
    </dgm:pt>
    <dgm:pt modelId="{DDFDBC03-0A26-48DE-8CA3-79A4C7862524}" type="pres">
      <dgm:prSet presAssocID="{6F974E4C-ED7C-4780-A29A-4F793870958C}" presName="rootText" presStyleLbl="node3" presStyleIdx="11" presStyleCnt="18">
        <dgm:presLayoutVars>
          <dgm:chPref val="3"/>
        </dgm:presLayoutVars>
      </dgm:prSet>
      <dgm:spPr/>
    </dgm:pt>
    <dgm:pt modelId="{5DF801AF-7130-44F8-A989-45095DE0414F}" type="pres">
      <dgm:prSet presAssocID="{6F974E4C-ED7C-4780-A29A-4F793870958C}" presName="rootConnector" presStyleLbl="node3" presStyleIdx="11" presStyleCnt="18"/>
      <dgm:spPr/>
    </dgm:pt>
    <dgm:pt modelId="{E426352D-25F0-4735-820B-6E69392C74AC}" type="pres">
      <dgm:prSet presAssocID="{6F974E4C-ED7C-4780-A29A-4F793870958C}" presName="hierChild4" presStyleCnt="0"/>
      <dgm:spPr/>
    </dgm:pt>
    <dgm:pt modelId="{8FB41DE0-BD3D-4664-B688-0B801C2880B1}" type="pres">
      <dgm:prSet presAssocID="{6F974E4C-ED7C-4780-A29A-4F793870958C}" presName="hierChild5" presStyleCnt="0"/>
      <dgm:spPr/>
    </dgm:pt>
    <dgm:pt modelId="{92AFA5FC-3406-4AC6-83DB-9D374A746AB2}" type="pres">
      <dgm:prSet presAssocID="{6AFD2A2D-806C-4D07-B80D-42528AACC421}" presName="Name50" presStyleLbl="parChTrans1D3" presStyleIdx="12" presStyleCnt="18"/>
      <dgm:spPr/>
    </dgm:pt>
    <dgm:pt modelId="{FD7B964E-DC4D-4C15-99DA-C9A2CA6FABE6}" type="pres">
      <dgm:prSet presAssocID="{156C3737-14BB-49A4-8F88-A476EBFB1C46}" presName="hierRoot2" presStyleCnt="0">
        <dgm:presLayoutVars>
          <dgm:hierBranch val="init"/>
        </dgm:presLayoutVars>
      </dgm:prSet>
      <dgm:spPr/>
    </dgm:pt>
    <dgm:pt modelId="{2016F9D3-D955-40AB-ACB5-355228F83D2E}" type="pres">
      <dgm:prSet presAssocID="{156C3737-14BB-49A4-8F88-A476EBFB1C46}" presName="rootComposite" presStyleCnt="0"/>
      <dgm:spPr/>
    </dgm:pt>
    <dgm:pt modelId="{5442EFEF-3887-4B46-AE26-67B16FE5A3C1}" type="pres">
      <dgm:prSet presAssocID="{156C3737-14BB-49A4-8F88-A476EBFB1C46}" presName="rootText" presStyleLbl="node3" presStyleIdx="12" presStyleCnt="18">
        <dgm:presLayoutVars>
          <dgm:chPref val="3"/>
        </dgm:presLayoutVars>
      </dgm:prSet>
      <dgm:spPr/>
    </dgm:pt>
    <dgm:pt modelId="{805D45D1-43C3-4565-87FF-F2DB00939EE6}" type="pres">
      <dgm:prSet presAssocID="{156C3737-14BB-49A4-8F88-A476EBFB1C46}" presName="rootConnector" presStyleLbl="node3" presStyleIdx="12" presStyleCnt="18"/>
      <dgm:spPr/>
    </dgm:pt>
    <dgm:pt modelId="{71CA676B-24E1-4E53-8E94-00C4CFCA0154}" type="pres">
      <dgm:prSet presAssocID="{156C3737-14BB-49A4-8F88-A476EBFB1C46}" presName="hierChild4" presStyleCnt="0"/>
      <dgm:spPr/>
    </dgm:pt>
    <dgm:pt modelId="{CE07C51A-D169-471B-BF23-B9CC51FB1262}" type="pres">
      <dgm:prSet presAssocID="{156C3737-14BB-49A4-8F88-A476EBFB1C46}" presName="hierChild5" presStyleCnt="0"/>
      <dgm:spPr/>
    </dgm:pt>
    <dgm:pt modelId="{218064F2-354E-431A-8446-E7C13267878E}" type="pres">
      <dgm:prSet presAssocID="{23863E0E-9AA1-4A36-8025-108A263E754E}" presName="Name50" presStyleLbl="parChTrans1D3" presStyleIdx="13" presStyleCnt="18"/>
      <dgm:spPr/>
    </dgm:pt>
    <dgm:pt modelId="{EC433712-F43A-4B4C-B001-EE7E0491D3CF}" type="pres">
      <dgm:prSet presAssocID="{4E5D291E-A217-494D-BDB0-37A4A5AAFD7B}" presName="hierRoot2" presStyleCnt="0">
        <dgm:presLayoutVars>
          <dgm:hierBranch val="init"/>
        </dgm:presLayoutVars>
      </dgm:prSet>
      <dgm:spPr/>
    </dgm:pt>
    <dgm:pt modelId="{37FAB34C-5E3F-4BCE-BF6C-470BC3956F9D}" type="pres">
      <dgm:prSet presAssocID="{4E5D291E-A217-494D-BDB0-37A4A5AAFD7B}" presName="rootComposite" presStyleCnt="0"/>
      <dgm:spPr/>
    </dgm:pt>
    <dgm:pt modelId="{E256C613-C362-490B-94B2-5AAD246598B8}" type="pres">
      <dgm:prSet presAssocID="{4E5D291E-A217-494D-BDB0-37A4A5AAFD7B}" presName="rootText" presStyleLbl="node3" presStyleIdx="13" presStyleCnt="18">
        <dgm:presLayoutVars>
          <dgm:chPref val="3"/>
        </dgm:presLayoutVars>
      </dgm:prSet>
      <dgm:spPr/>
    </dgm:pt>
    <dgm:pt modelId="{727AFFB7-43D5-4DD8-88DD-C92065D11661}" type="pres">
      <dgm:prSet presAssocID="{4E5D291E-A217-494D-BDB0-37A4A5AAFD7B}" presName="rootConnector" presStyleLbl="node3" presStyleIdx="13" presStyleCnt="18"/>
      <dgm:spPr/>
    </dgm:pt>
    <dgm:pt modelId="{337B449B-3473-413A-8B1D-AE85BE8A62EB}" type="pres">
      <dgm:prSet presAssocID="{4E5D291E-A217-494D-BDB0-37A4A5AAFD7B}" presName="hierChild4" presStyleCnt="0"/>
      <dgm:spPr/>
    </dgm:pt>
    <dgm:pt modelId="{0850619B-5F1A-46E0-AA15-5B60F5222B56}" type="pres">
      <dgm:prSet presAssocID="{4E5D291E-A217-494D-BDB0-37A4A5AAFD7B}" presName="hierChild5" presStyleCnt="0"/>
      <dgm:spPr/>
    </dgm:pt>
    <dgm:pt modelId="{F01BF864-BB18-42F3-81FE-ED134E7DBFC0}" type="pres">
      <dgm:prSet presAssocID="{D3D91811-449E-4CF8-8303-4B7C4CE7DC51}" presName="Name50" presStyleLbl="parChTrans1D3" presStyleIdx="14" presStyleCnt="18"/>
      <dgm:spPr/>
    </dgm:pt>
    <dgm:pt modelId="{62EA8D50-BF7D-4075-95A0-5133BF3B7653}" type="pres">
      <dgm:prSet presAssocID="{5DECCCF3-AAB7-47B8-B7D1-887C0ED7D08F}" presName="hierRoot2" presStyleCnt="0">
        <dgm:presLayoutVars>
          <dgm:hierBranch val="init"/>
        </dgm:presLayoutVars>
      </dgm:prSet>
      <dgm:spPr/>
    </dgm:pt>
    <dgm:pt modelId="{D8255937-480D-4263-B9C0-709E346C7B9B}" type="pres">
      <dgm:prSet presAssocID="{5DECCCF3-AAB7-47B8-B7D1-887C0ED7D08F}" presName="rootComposite" presStyleCnt="0"/>
      <dgm:spPr/>
    </dgm:pt>
    <dgm:pt modelId="{5BD3E7FA-5D88-4E68-80FE-BADBC60ED953}" type="pres">
      <dgm:prSet presAssocID="{5DECCCF3-AAB7-47B8-B7D1-887C0ED7D08F}" presName="rootText" presStyleLbl="node3" presStyleIdx="14" presStyleCnt="18">
        <dgm:presLayoutVars>
          <dgm:chPref val="3"/>
        </dgm:presLayoutVars>
      </dgm:prSet>
      <dgm:spPr/>
    </dgm:pt>
    <dgm:pt modelId="{4E9D4B9F-BE9B-4D13-A3E4-B5F6BE2F7AEA}" type="pres">
      <dgm:prSet presAssocID="{5DECCCF3-AAB7-47B8-B7D1-887C0ED7D08F}" presName="rootConnector" presStyleLbl="node3" presStyleIdx="14" presStyleCnt="18"/>
      <dgm:spPr/>
    </dgm:pt>
    <dgm:pt modelId="{4CBB5C04-6FC1-4B57-B53C-929587823914}" type="pres">
      <dgm:prSet presAssocID="{5DECCCF3-AAB7-47B8-B7D1-887C0ED7D08F}" presName="hierChild4" presStyleCnt="0"/>
      <dgm:spPr/>
    </dgm:pt>
    <dgm:pt modelId="{F1876A7B-966C-4626-A17C-6E4E6C5C36B3}" type="pres">
      <dgm:prSet presAssocID="{5DECCCF3-AAB7-47B8-B7D1-887C0ED7D08F}" presName="hierChild5" presStyleCnt="0"/>
      <dgm:spPr/>
    </dgm:pt>
    <dgm:pt modelId="{5640C94A-BC91-453A-BF78-4DC30F13C019}" type="pres">
      <dgm:prSet presAssocID="{E2CC7527-89B8-4F70-88AD-4C8F61A609B0}" presName="Name50" presStyleLbl="parChTrans1D3" presStyleIdx="15" presStyleCnt="18"/>
      <dgm:spPr/>
    </dgm:pt>
    <dgm:pt modelId="{CC75C62F-442C-40F7-A682-924AFB4029B8}" type="pres">
      <dgm:prSet presAssocID="{A98750E6-4CC5-46A8-A5B8-D9FFC4372702}" presName="hierRoot2" presStyleCnt="0">
        <dgm:presLayoutVars>
          <dgm:hierBranch val="init"/>
        </dgm:presLayoutVars>
      </dgm:prSet>
      <dgm:spPr/>
    </dgm:pt>
    <dgm:pt modelId="{FF2E2082-6E38-47C9-BB38-11B8DD7A9A79}" type="pres">
      <dgm:prSet presAssocID="{A98750E6-4CC5-46A8-A5B8-D9FFC4372702}" presName="rootComposite" presStyleCnt="0"/>
      <dgm:spPr/>
    </dgm:pt>
    <dgm:pt modelId="{7F8C19D9-7B1A-49BB-8360-A404E7640B4D}" type="pres">
      <dgm:prSet presAssocID="{A98750E6-4CC5-46A8-A5B8-D9FFC4372702}" presName="rootText" presStyleLbl="node3" presStyleIdx="15" presStyleCnt="18">
        <dgm:presLayoutVars>
          <dgm:chPref val="3"/>
        </dgm:presLayoutVars>
      </dgm:prSet>
      <dgm:spPr/>
    </dgm:pt>
    <dgm:pt modelId="{D99349F8-7B41-4EEA-A359-A5F84D8D2A0D}" type="pres">
      <dgm:prSet presAssocID="{A98750E6-4CC5-46A8-A5B8-D9FFC4372702}" presName="rootConnector" presStyleLbl="node3" presStyleIdx="15" presStyleCnt="18"/>
      <dgm:spPr/>
    </dgm:pt>
    <dgm:pt modelId="{317E5ED9-E062-4009-BA1D-D446BB49C996}" type="pres">
      <dgm:prSet presAssocID="{A98750E6-4CC5-46A8-A5B8-D9FFC4372702}" presName="hierChild4" presStyleCnt="0"/>
      <dgm:spPr/>
    </dgm:pt>
    <dgm:pt modelId="{574D399F-BC3F-492E-815D-FEA0F70607C4}" type="pres">
      <dgm:prSet presAssocID="{A98750E6-4CC5-46A8-A5B8-D9FFC4372702}" presName="hierChild5" presStyleCnt="0"/>
      <dgm:spPr/>
    </dgm:pt>
    <dgm:pt modelId="{3663FEE2-F5A4-4582-8015-48353F4685CF}" type="pres">
      <dgm:prSet presAssocID="{BD97EE8B-9F50-4EB7-BEC8-D2B8979B5453}" presName="Name50" presStyleLbl="parChTrans1D3" presStyleIdx="16" presStyleCnt="18"/>
      <dgm:spPr/>
    </dgm:pt>
    <dgm:pt modelId="{8948AC92-089A-4E24-AD97-31023523DD31}" type="pres">
      <dgm:prSet presAssocID="{0370624A-EA82-4B44-B233-7D204B9E118E}" presName="hierRoot2" presStyleCnt="0">
        <dgm:presLayoutVars>
          <dgm:hierBranch val="init"/>
        </dgm:presLayoutVars>
      </dgm:prSet>
      <dgm:spPr/>
    </dgm:pt>
    <dgm:pt modelId="{F2865D5F-684C-4AB3-84C6-80C251D08DD7}" type="pres">
      <dgm:prSet presAssocID="{0370624A-EA82-4B44-B233-7D204B9E118E}" presName="rootComposite" presStyleCnt="0"/>
      <dgm:spPr/>
    </dgm:pt>
    <dgm:pt modelId="{C9C41797-A357-4F2D-94B4-2F5C940E5EED}" type="pres">
      <dgm:prSet presAssocID="{0370624A-EA82-4B44-B233-7D204B9E118E}" presName="rootText" presStyleLbl="node3" presStyleIdx="16" presStyleCnt="18">
        <dgm:presLayoutVars>
          <dgm:chPref val="3"/>
        </dgm:presLayoutVars>
      </dgm:prSet>
      <dgm:spPr/>
    </dgm:pt>
    <dgm:pt modelId="{681FF639-CF56-411F-8E65-DACE48C7A8D9}" type="pres">
      <dgm:prSet presAssocID="{0370624A-EA82-4B44-B233-7D204B9E118E}" presName="rootConnector" presStyleLbl="node3" presStyleIdx="16" presStyleCnt="18"/>
      <dgm:spPr/>
    </dgm:pt>
    <dgm:pt modelId="{61CFFA92-057D-41CD-A2C8-39616C5149DD}" type="pres">
      <dgm:prSet presAssocID="{0370624A-EA82-4B44-B233-7D204B9E118E}" presName="hierChild4" presStyleCnt="0"/>
      <dgm:spPr/>
    </dgm:pt>
    <dgm:pt modelId="{6E5D8B96-1BAE-4288-B7B5-56D393FD38A3}" type="pres">
      <dgm:prSet presAssocID="{0370624A-EA82-4B44-B233-7D204B9E118E}" presName="hierChild5" presStyleCnt="0"/>
      <dgm:spPr/>
    </dgm:pt>
    <dgm:pt modelId="{3880B72C-6747-44DE-9A7B-3C78E1E3A8B9}" type="pres">
      <dgm:prSet presAssocID="{48BF0DE3-D0C1-4385-81D2-FD28A82D6DA5}" presName="hierChild5" presStyleCnt="0"/>
      <dgm:spPr/>
    </dgm:pt>
    <dgm:pt modelId="{43E60862-DC86-4B0D-9582-480292BC850E}" type="pres">
      <dgm:prSet presAssocID="{5966BBCE-20E0-4982-8C95-704B8DCA523F}" presName="Name35" presStyleLbl="parChTrans1D2" presStyleIdx="2" presStyleCnt="3"/>
      <dgm:spPr/>
    </dgm:pt>
    <dgm:pt modelId="{0EE95220-B026-4E1B-B207-3287394F4899}" type="pres">
      <dgm:prSet presAssocID="{B89DE830-BF3B-4FFA-9359-4B04431DB582}" presName="hierRoot2" presStyleCnt="0">
        <dgm:presLayoutVars>
          <dgm:hierBranch val="init"/>
        </dgm:presLayoutVars>
      </dgm:prSet>
      <dgm:spPr/>
    </dgm:pt>
    <dgm:pt modelId="{22FA4FF3-CE63-455F-97D3-306D4A745977}" type="pres">
      <dgm:prSet presAssocID="{B89DE830-BF3B-4FFA-9359-4B04431DB582}" presName="rootComposite" presStyleCnt="0"/>
      <dgm:spPr/>
    </dgm:pt>
    <dgm:pt modelId="{9FDCDEC4-8E8F-4E98-AAF6-8458F5364B1E}" type="pres">
      <dgm:prSet presAssocID="{B89DE830-BF3B-4FFA-9359-4B04431DB582}" presName="rootText" presStyleLbl="node2" presStyleIdx="2" presStyleCnt="3">
        <dgm:presLayoutVars>
          <dgm:chPref val="3"/>
        </dgm:presLayoutVars>
      </dgm:prSet>
      <dgm:spPr/>
    </dgm:pt>
    <dgm:pt modelId="{3ECD22A0-A4F4-42BF-9894-A4E48FE680B1}" type="pres">
      <dgm:prSet presAssocID="{B89DE830-BF3B-4FFA-9359-4B04431DB582}" presName="rootConnector" presStyleLbl="node2" presStyleIdx="2" presStyleCnt="3"/>
      <dgm:spPr/>
    </dgm:pt>
    <dgm:pt modelId="{9745D978-4CA5-4DEF-8D86-5857FC3517C3}" type="pres">
      <dgm:prSet presAssocID="{B89DE830-BF3B-4FFA-9359-4B04431DB582}" presName="hierChild4" presStyleCnt="0"/>
      <dgm:spPr/>
    </dgm:pt>
    <dgm:pt modelId="{E97453F1-C3E7-4CE8-ABED-52294ED860F8}" type="pres">
      <dgm:prSet presAssocID="{DE7DE490-EDED-4580-87A6-3049A9113EC5}" presName="Name37" presStyleLbl="parChTrans1D3" presStyleIdx="17" presStyleCnt="18"/>
      <dgm:spPr/>
    </dgm:pt>
    <dgm:pt modelId="{B6EC4B20-A2B6-41F8-A74C-FEC8630197A2}" type="pres">
      <dgm:prSet presAssocID="{F65AC832-727A-4282-A694-F18FC3276CEB}" presName="hierRoot2" presStyleCnt="0">
        <dgm:presLayoutVars>
          <dgm:hierBranch val="init"/>
        </dgm:presLayoutVars>
      </dgm:prSet>
      <dgm:spPr/>
    </dgm:pt>
    <dgm:pt modelId="{A3246C55-B061-4528-9082-44C8AB28BFEF}" type="pres">
      <dgm:prSet presAssocID="{F65AC832-727A-4282-A694-F18FC3276CEB}" presName="rootComposite" presStyleCnt="0"/>
      <dgm:spPr/>
    </dgm:pt>
    <dgm:pt modelId="{8E4C0205-EDED-49E6-834F-3514EB345C1A}" type="pres">
      <dgm:prSet presAssocID="{F65AC832-727A-4282-A694-F18FC3276CEB}" presName="rootText" presStyleLbl="node3" presStyleIdx="17" presStyleCnt="18">
        <dgm:presLayoutVars>
          <dgm:chPref val="3"/>
        </dgm:presLayoutVars>
      </dgm:prSet>
      <dgm:spPr>
        <a:xfrm>
          <a:off x="4664254" y="1012906"/>
          <a:ext cx="712784" cy="356392"/>
        </a:xfrm>
        <a:prstGeom prst="rect">
          <a:avLst/>
        </a:prstGeom>
      </dgm:spPr>
    </dgm:pt>
    <dgm:pt modelId="{B7E750B8-8428-4E1D-9599-2DD5604C8085}" type="pres">
      <dgm:prSet presAssocID="{F65AC832-727A-4282-A694-F18FC3276CEB}" presName="rootConnector" presStyleLbl="node3" presStyleIdx="17" presStyleCnt="18"/>
      <dgm:spPr/>
    </dgm:pt>
    <dgm:pt modelId="{96216337-F894-4D0C-8893-5A0C45E2FB27}" type="pres">
      <dgm:prSet presAssocID="{F65AC832-727A-4282-A694-F18FC3276CEB}" presName="hierChild4" presStyleCnt="0"/>
      <dgm:spPr/>
    </dgm:pt>
    <dgm:pt modelId="{3D46D39E-D0AF-4A40-BB82-91B1F99F640B}" type="pres">
      <dgm:prSet presAssocID="{F65AC832-727A-4282-A694-F18FC3276CEB}" presName="hierChild5" presStyleCnt="0"/>
      <dgm:spPr/>
    </dgm:pt>
    <dgm:pt modelId="{1FA50E85-1AC4-4B5E-84F6-D4D52E1BA478}" type="pres">
      <dgm:prSet presAssocID="{B89DE830-BF3B-4FFA-9359-4B04431DB582}" presName="hierChild5" presStyleCnt="0"/>
      <dgm:spPr/>
    </dgm:pt>
    <dgm:pt modelId="{AB685318-1F4F-49C7-AECA-F36DBE8886E3}" type="pres">
      <dgm:prSet presAssocID="{3CD60349-A46B-486A-917E-373D26F9F480}" presName="hierChild3" presStyleCnt="0"/>
      <dgm:spPr/>
    </dgm:pt>
  </dgm:ptLst>
  <dgm:cxnLst>
    <dgm:cxn modelId="{41C23302-6432-4E5F-B146-7715DA68CC2C}" type="presOf" srcId="{BD97EE8B-9F50-4EB7-BEC8-D2B8979B5453}" destId="{3663FEE2-F5A4-4582-8015-48353F4685CF}" srcOrd="0" destOrd="0" presId="urn:microsoft.com/office/officeart/2005/8/layout/orgChart1"/>
    <dgm:cxn modelId="{88EBD202-1123-41E9-B121-B17508F48E61}" type="presOf" srcId="{F5571AEE-CD0A-4B5A-8803-2F8C4BDEB3C9}" destId="{E5923197-CD66-4DAC-9928-2307F9C082F9}" srcOrd="0" destOrd="0" presId="urn:microsoft.com/office/officeart/2005/8/layout/orgChart1"/>
    <dgm:cxn modelId="{2B477D04-F01A-4057-B2F4-0958433B7CC4}" type="presOf" srcId="{C4C81DB0-2108-4018-88A7-535D7BEA5DA0}" destId="{878A7193-C289-4185-8F48-79B84632DC90}" srcOrd="0" destOrd="0" presId="urn:microsoft.com/office/officeart/2005/8/layout/orgChart1"/>
    <dgm:cxn modelId="{24325609-995B-45D9-9564-1A6D924A60B5}" type="presOf" srcId="{A98750E6-4CC5-46A8-A5B8-D9FFC4372702}" destId="{7F8C19D9-7B1A-49BB-8360-A404E7640B4D}" srcOrd="0" destOrd="0" presId="urn:microsoft.com/office/officeart/2005/8/layout/orgChart1"/>
    <dgm:cxn modelId="{F94CCE0D-6475-4FDA-9DC9-D1DF5888B772}" srcId="{B89DE830-BF3B-4FFA-9359-4B04431DB582}" destId="{F65AC832-727A-4282-A694-F18FC3276CEB}" srcOrd="0" destOrd="0" parTransId="{DE7DE490-EDED-4580-87A6-3049A9113EC5}" sibTransId="{D1204229-9C38-4F9F-98C7-B00D85B3F433}"/>
    <dgm:cxn modelId="{1B0BB80E-4A71-41E5-8A1A-C64949B3EEAE}" type="presOf" srcId="{9C9D5DC2-20A5-4FC2-A380-556AF1D648E8}" destId="{A50F7C8C-7B24-4373-81A2-CBE476A9D4C5}" srcOrd="0" destOrd="0" presId="urn:microsoft.com/office/officeart/2005/8/layout/orgChart1"/>
    <dgm:cxn modelId="{1D05C40E-869A-4810-A95D-CB3610C2EC5B}" srcId="{759DE543-9C04-4C2A-B39D-2E1E4531673A}" destId="{9D37E912-69B5-4FC2-B844-B18C64F70D03}" srcOrd="4" destOrd="0" parTransId="{1B1B6E61-020F-4FD8-836D-1587567DA71F}" sibTransId="{773063B3-8023-48C3-A105-8897E6E75ACE}"/>
    <dgm:cxn modelId="{89A6DD0F-7174-408B-BFBD-0032E8AA8B0C}" type="presOf" srcId="{CAA3C833-D061-4322-8A7D-E8D15B8F2CD9}" destId="{1A7B3758-6C9B-4BEB-8CD4-EF8232B1294E}" srcOrd="0" destOrd="0" presId="urn:microsoft.com/office/officeart/2005/8/layout/orgChart1"/>
    <dgm:cxn modelId="{E537A113-E50E-4C50-AF1B-C571469C3B07}" srcId="{759DE543-9C04-4C2A-B39D-2E1E4531673A}" destId="{8D93766D-2F58-4901-B299-36EB040383D3}" srcOrd="2" destOrd="0" parTransId="{6A5CDE88-64F2-4F5B-9B7A-C9E1B3F03BFB}" sibTransId="{F2F77690-AD1B-4947-A93E-6C84092D3A8E}"/>
    <dgm:cxn modelId="{89D4D116-7E17-4006-81F0-8532CC51EB55}" type="presOf" srcId="{3B7F7B23-67C3-4338-B76F-C70B2F5CFFB0}" destId="{BB275D91-C53C-4046-9974-0C1CD6677DAE}" srcOrd="0" destOrd="0" presId="urn:microsoft.com/office/officeart/2005/8/layout/orgChart1"/>
    <dgm:cxn modelId="{CD78E318-7F14-4801-A8F4-7F863DAEF0E0}" type="presOf" srcId="{DEFEA4B6-3E1A-4878-82C6-03F2AF0A57C3}" destId="{C4C50962-A178-49FE-9A99-C5B157FDB851}" srcOrd="0" destOrd="0" presId="urn:microsoft.com/office/officeart/2005/8/layout/orgChart1"/>
    <dgm:cxn modelId="{EAF6BB1F-DCAE-44A0-BDDD-EE3127673674}" type="presOf" srcId="{4E5D291E-A217-494D-BDB0-37A4A5AAFD7B}" destId="{727AFFB7-43D5-4DD8-88DD-C92065D11661}" srcOrd="1" destOrd="0" presId="urn:microsoft.com/office/officeart/2005/8/layout/orgChart1"/>
    <dgm:cxn modelId="{8A821B23-A35A-42BC-B05B-B4510D08F51C}" srcId="{759DE543-9C04-4C2A-B39D-2E1E4531673A}" destId="{3D23A1CC-3C85-4910-9AC8-9EB14DD89AB4}" srcOrd="5" destOrd="0" parTransId="{DEFEA4B6-3E1A-4878-82C6-03F2AF0A57C3}" sibTransId="{97082F91-A0B1-4F6B-9F56-3CDC876A2772}"/>
    <dgm:cxn modelId="{1E9C1025-466C-4C9F-AD0C-ED83C7AD2E5C}" type="presOf" srcId="{6B21BFF8-F152-4BEA-BAED-B8868C9F3B0C}" destId="{C91ED9AC-67AA-43A5-BFB5-5D407F538D3D}" srcOrd="0" destOrd="0" presId="urn:microsoft.com/office/officeart/2005/8/layout/orgChart1"/>
    <dgm:cxn modelId="{33643F25-41BF-4EB3-8BDF-009C12C89615}" srcId="{759DE543-9C04-4C2A-B39D-2E1E4531673A}" destId="{C2E81653-04C3-4D60-8806-F0226418ADA4}" srcOrd="8" destOrd="0" parTransId="{056EEC30-A424-4275-8721-6807AB217949}" sibTransId="{BB053009-0DBB-429F-9235-9675A6214D5D}"/>
    <dgm:cxn modelId="{0E8E4933-AFFE-40AE-B3E8-E132E3A9630D}" type="presOf" srcId="{9D37E912-69B5-4FC2-B844-B18C64F70D03}" destId="{8CC0F70A-DB8E-4CCE-87A5-25F1BE24DA99}" srcOrd="0" destOrd="0" presId="urn:microsoft.com/office/officeart/2005/8/layout/orgChart1"/>
    <dgm:cxn modelId="{8453FD34-876F-4AA1-BB9A-AFEE5A00396B}" srcId="{48BF0DE3-D0C1-4385-81D2-FD28A82D6DA5}" destId="{156C3737-14BB-49A4-8F88-A476EBFB1C46}" srcOrd="3" destOrd="0" parTransId="{6AFD2A2D-806C-4D07-B80D-42528AACC421}" sibTransId="{AA512BD0-B064-430D-AD48-CE884C7B86C1}"/>
    <dgm:cxn modelId="{7F690F40-5BB8-42B8-944C-85850A7DC6B4}" type="presOf" srcId="{3CD60349-A46B-486A-917E-373D26F9F480}" destId="{ED1059EB-3835-4E8A-B89D-710D851A6DA1}" srcOrd="0" destOrd="0" presId="urn:microsoft.com/office/officeart/2005/8/layout/orgChart1"/>
    <dgm:cxn modelId="{7DD1205B-F3E7-4B13-ABEF-0C85291E7780}" type="presOf" srcId="{23A606A8-E95A-40FA-A072-8EF81A34D149}" destId="{91E4FFDF-0BBA-46A3-82F1-E8E16409E1B0}" srcOrd="1" destOrd="0" presId="urn:microsoft.com/office/officeart/2005/8/layout/orgChart1"/>
    <dgm:cxn modelId="{E37E585C-636C-4952-A05D-46CD8822C517}" type="presOf" srcId="{A98750E6-4CC5-46A8-A5B8-D9FFC4372702}" destId="{D99349F8-7B41-4EEA-A359-A5F84D8D2A0D}" srcOrd="1" destOrd="0" presId="urn:microsoft.com/office/officeart/2005/8/layout/orgChart1"/>
    <dgm:cxn modelId="{FE17D65E-0F6C-4872-87A3-E098ABF5E620}" type="presOf" srcId="{3D23A1CC-3C85-4910-9AC8-9EB14DD89AB4}" destId="{00C933F9-E179-40F5-AF4A-D931AE8C5214}" srcOrd="1" destOrd="0" presId="urn:microsoft.com/office/officeart/2005/8/layout/orgChart1"/>
    <dgm:cxn modelId="{6D62DF41-EDED-49D4-88F0-C5AE883DEBF8}" type="presOf" srcId="{759DE543-9C04-4C2A-B39D-2E1E4531673A}" destId="{31A49D3E-CCA5-4260-AC0A-0D806472D67E}" srcOrd="1" destOrd="0" presId="urn:microsoft.com/office/officeart/2005/8/layout/orgChart1"/>
    <dgm:cxn modelId="{06C1E941-E25A-4BE7-BDB4-FE5AF0F618DC}" type="presOf" srcId="{DE7DE490-EDED-4580-87A6-3049A9113EC5}" destId="{E97453F1-C3E7-4CE8-ABED-52294ED860F8}" srcOrd="0" destOrd="0" presId="urn:microsoft.com/office/officeart/2005/8/layout/orgChart1"/>
    <dgm:cxn modelId="{D69A8542-7F88-4143-9F32-533A5AE9F005}" srcId="{48BF0DE3-D0C1-4385-81D2-FD28A82D6DA5}" destId="{516FDD76-21F9-4986-BC51-B41746D3EE25}" srcOrd="1" destOrd="0" parTransId="{6B21BFF8-F152-4BEA-BAED-B8868C9F3B0C}" sibTransId="{C70EE57A-A064-4145-8E18-E0CA1E45D94B}"/>
    <dgm:cxn modelId="{2F098C66-8707-4277-85AA-D50599FDEE04}" type="presOf" srcId="{9D37E912-69B5-4FC2-B844-B18C64F70D03}" destId="{105218EB-440C-4FEA-B3B3-45FC326E6B6E}" srcOrd="1" destOrd="0" presId="urn:microsoft.com/office/officeart/2005/8/layout/orgChart1"/>
    <dgm:cxn modelId="{87CD0447-8710-4ED0-B97E-0115D92EF064}" type="presOf" srcId="{6F974E4C-ED7C-4780-A29A-4F793870958C}" destId="{5DF801AF-7130-44F8-A989-45095DE0414F}" srcOrd="1" destOrd="0" presId="urn:microsoft.com/office/officeart/2005/8/layout/orgChart1"/>
    <dgm:cxn modelId="{FEF9EF48-F7A2-4B2C-AEB6-9CF8BC187600}" type="presOf" srcId="{8D93766D-2F58-4901-B299-36EB040383D3}" destId="{67003533-37FE-4B3C-8610-F4BFB506F668}" srcOrd="1" destOrd="0" presId="urn:microsoft.com/office/officeart/2005/8/layout/orgChart1"/>
    <dgm:cxn modelId="{3C06D549-BB53-4A1F-A2FE-2FA1DF00168C}" type="presOf" srcId="{B170E511-C6C8-493A-9CF6-C024CB109055}" destId="{51BE4D29-B7E7-4EFA-8CFB-CE6D8EBABA47}" srcOrd="1" destOrd="0" presId="urn:microsoft.com/office/officeart/2005/8/layout/orgChart1"/>
    <dgm:cxn modelId="{DF61786A-DF0D-4E57-94DA-DA4DBBD41424}" type="presOf" srcId="{3CD60349-A46B-486A-917E-373D26F9F480}" destId="{1A02644C-95EA-495E-9682-BC7C24C64AB3}" srcOrd="1" destOrd="0" presId="urn:microsoft.com/office/officeart/2005/8/layout/orgChart1"/>
    <dgm:cxn modelId="{411B066C-750D-4DC1-9195-40157759FE22}" srcId="{3CD60349-A46B-486A-917E-373D26F9F480}" destId="{759DE543-9C04-4C2A-B39D-2E1E4531673A}" srcOrd="0" destOrd="0" parTransId="{EE6F40DB-A3FB-40D2-B921-3BD145115C1B}" sibTransId="{4DA5A76D-023C-4415-8568-1E5FD42FCC37}"/>
    <dgm:cxn modelId="{1DE26A6D-56CE-4F7C-8702-90AE0882EE41}" type="presOf" srcId="{B170E511-C6C8-493A-9CF6-C024CB109055}" destId="{A8467B73-8485-4AD8-BAD1-CBA2370DD515}" srcOrd="0" destOrd="0" presId="urn:microsoft.com/office/officeart/2005/8/layout/orgChart1"/>
    <dgm:cxn modelId="{D316D26E-1F83-4046-9AC6-3663CD1800B7}" type="presOf" srcId="{EE6F40DB-A3FB-40D2-B921-3BD145115C1B}" destId="{3E358332-9A28-4920-B584-4D04A0BE7E9A}" srcOrd="0" destOrd="0" presId="urn:microsoft.com/office/officeart/2005/8/layout/orgChart1"/>
    <dgm:cxn modelId="{18F25F70-2B99-4647-BBC4-A49E855ED3C2}" type="presOf" srcId="{F65AC832-727A-4282-A694-F18FC3276CEB}" destId="{8E4C0205-EDED-49E6-834F-3514EB345C1A}" srcOrd="0" destOrd="0" presId="urn:microsoft.com/office/officeart/2005/8/layout/orgChart1"/>
    <dgm:cxn modelId="{24DF4C70-B70B-4944-B6DB-05BB9CE11368}" type="presOf" srcId="{E2CC7527-89B8-4F70-88AD-4C8F61A609B0}" destId="{5640C94A-BC91-453A-BF78-4DC30F13C019}" srcOrd="0" destOrd="0" presId="urn:microsoft.com/office/officeart/2005/8/layout/orgChart1"/>
    <dgm:cxn modelId="{B310E270-58BD-4B28-B0C0-DE7E3BCC56C1}" type="presOf" srcId="{B89DE830-BF3B-4FFA-9359-4B04431DB582}" destId="{3ECD22A0-A4F4-42BF-9894-A4E48FE680B1}" srcOrd="1" destOrd="0" presId="urn:microsoft.com/office/officeart/2005/8/layout/orgChart1"/>
    <dgm:cxn modelId="{947CF750-B72B-4AA0-8A54-7F1745E0AB03}" type="presOf" srcId="{E4CD6C4B-C474-4479-8282-186EFF152DE0}" destId="{CF1A4D88-DA17-46DE-9838-7E5A4BF36713}" srcOrd="1" destOrd="0" presId="urn:microsoft.com/office/officeart/2005/8/layout/orgChart1"/>
    <dgm:cxn modelId="{E3016F53-6BC4-498C-8668-899DF50AE7D8}" type="presOf" srcId="{0370624A-EA82-4B44-B233-7D204B9E118E}" destId="{C9C41797-A357-4F2D-94B4-2F5C940E5EED}" srcOrd="0" destOrd="0" presId="urn:microsoft.com/office/officeart/2005/8/layout/orgChart1"/>
    <dgm:cxn modelId="{0DB2AF73-F90B-4A5B-8D78-E9CD7F30C29B}" type="presOf" srcId="{8D93766D-2F58-4901-B299-36EB040383D3}" destId="{80F3FE27-A52C-4315-8AC8-CCEFBDDAD005}" srcOrd="0" destOrd="0" presId="urn:microsoft.com/office/officeart/2005/8/layout/orgChart1"/>
    <dgm:cxn modelId="{62799176-D0FC-402E-90A9-753EBAB867C8}" type="presOf" srcId="{23A606A8-E95A-40FA-A072-8EF81A34D149}" destId="{15321A22-9B14-40B3-A116-CC0AF1B812E3}" srcOrd="0" destOrd="0" presId="urn:microsoft.com/office/officeart/2005/8/layout/orgChart1"/>
    <dgm:cxn modelId="{783C0358-2782-452A-9166-57044A1420D3}" srcId="{3CD60349-A46B-486A-917E-373D26F9F480}" destId="{B89DE830-BF3B-4FFA-9359-4B04431DB582}" srcOrd="2" destOrd="0" parTransId="{5966BBCE-20E0-4982-8C95-704B8DCA523F}" sibTransId="{31549305-2777-4F95-A303-1B04856BA925}"/>
    <dgm:cxn modelId="{39E91878-F130-491C-8098-902455A7ECAB}" srcId="{759DE543-9C04-4C2A-B39D-2E1E4531673A}" destId="{51C66EB6-5A52-419B-90C9-1415B6BF2555}" srcOrd="6" destOrd="0" parTransId="{9C9D5DC2-20A5-4FC2-A380-556AF1D648E8}" sibTransId="{F811F126-CEF0-47C5-9804-516687DE27F7}"/>
    <dgm:cxn modelId="{DE6AB778-A881-4002-9037-FE856F4DA932}" type="presOf" srcId="{3B7F7B23-67C3-4338-B76F-C70B2F5CFFB0}" destId="{E2BE3F85-9CFD-4F0B-ACD2-587FD0CE8468}" srcOrd="1" destOrd="0" presId="urn:microsoft.com/office/officeart/2005/8/layout/orgChart1"/>
    <dgm:cxn modelId="{101A7359-F6AC-4967-9D9E-2222CB2D212E}" type="presOf" srcId="{1B1B6E61-020F-4FD8-836D-1587567DA71F}" destId="{E336BF43-B8C8-41B3-9727-97C5507A63D8}" srcOrd="0" destOrd="0" presId="urn:microsoft.com/office/officeart/2005/8/layout/orgChart1"/>
    <dgm:cxn modelId="{F7437459-B62E-4DC8-A0D4-295B66B393E4}" type="presOf" srcId="{9042CB8E-0634-4BE2-A00D-04B9D29846B3}" destId="{66D3BDC6-09DF-4CB0-82AD-C76FADFFE6D4}" srcOrd="0" destOrd="0" presId="urn:microsoft.com/office/officeart/2005/8/layout/orgChart1"/>
    <dgm:cxn modelId="{C78BCD79-1D92-4901-BAF4-542A5FF8A199}" type="presOf" srcId="{516FDD76-21F9-4986-BC51-B41746D3EE25}" destId="{4A697A66-A3C0-423F-A0B1-E59B429E01C6}" srcOrd="0" destOrd="0" presId="urn:microsoft.com/office/officeart/2005/8/layout/orgChart1"/>
    <dgm:cxn modelId="{9360945A-9CAB-4013-9727-9583833DC043}" type="presOf" srcId="{F65AC832-727A-4282-A694-F18FC3276CEB}" destId="{B7E750B8-8428-4E1D-9599-2DD5604C8085}" srcOrd="1" destOrd="0" presId="urn:microsoft.com/office/officeart/2005/8/layout/orgChart1"/>
    <dgm:cxn modelId="{4F31B982-FC74-4B0F-9A31-618E6D7D548C}" type="presOf" srcId="{C4C81DB0-2108-4018-88A7-535D7BEA5DA0}" destId="{415E904F-6468-4A89-AEC1-317F8598DE08}" srcOrd="1" destOrd="0" presId="urn:microsoft.com/office/officeart/2005/8/layout/orgChart1"/>
    <dgm:cxn modelId="{140FEB82-FEA0-4174-A996-A4A35E62DD7C}" type="presOf" srcId="{3D23A1CC-3C85-4910-9AC8-9EB14DD89AB4}" destId="{7567A999-2BB3-4781-94A9-9F8A78AD308D}" srcOrd="0" destOrd="0" presId="urn:microsoft.com/office/officeart/2005/8/layout/orgChart1"/>
    <dgm:cxn modelId="{EF736785-5B57-4D6D-98FC-BB0F736B30E5}" type="presOf" srcId="{48BF0DE3-D0C1-4385-81D2-FD28A82D6DA5}" destId="{4A705F88-A160-4243-9CA7-EFB6BBF86F1A}" srcOrd="0" destOrd="0" presId="urn:microsoft.com/office/officeart/2005/8/layout/orgChart1"/>
    <dgm:cxn modelId="{AC31BF88-E1A0-427E-997D-CF5CAA3C5947}" type="presOf" srcId="{516FDD76-21F9-4986-BC51-B41746D3EE25}" destId="{F289A477-A007-41BA-9C8C-4C3B79AB65EF}" srcOrd="1" destOrd="0" presId="urn:microsoft.com/office/officeart/2005/8/layout/orgChart1"/>
    <dgm:cxn modelId="{68E6E98C-EC14-4275-AA5D-0B6AF8B6EB07}" srcId="{48BF0DE3-D0C1-4385-81D2-FD28A82D6DA5}" destId="{3B7F7B23-67C3-4338-B76F-C70B2F5CFFB0}" srcOrd="0" destOrd="0" parTransId="{707DAF11-A72E-4D9D-B5C0-7931758F76C5}" sibTransId="{CAD87D65-FC9A-4E90-9F82-BF62BB6BDE61}"/>
    <dgm:cxn modelId="{D478EF8F-CCA6-4BA4-8747-F6DB8DE0E279}" srcId="{CAA3C833-D061-4322-8A7D-E8D15B8F2CD9}" destId="{3CD60349-A46B-486A-917E-373D26F9F480}" srcOrd="0" destOrd="0" parTransId="{11A03725-1FC9-469F-A4EE-55FB57F01382}" sibTransId="{A147F795-543B-4217-9A54-47DDEAF939D4}"/>
    <dgm:cxn modelId="{B46FBA91-0B17-4B62-9DF4-1A91B8AB79B9}" type="presOf" srcId="{156C3737-14BB-49A4-8F88-A476EBFB1C46}" destId="{5442EFEF-3887-4B46-AE26-67B16FE5A3C1}" srcOrd="0" destOrd="0" presId="urn:microsoft.com/office/officeart/2005/8/layout/orgChart1"/>
    <dgm:cxn modelId="{40F00B95-AFAF-473C-9D4B-915DA0300384}" type="presOf" srcId="{4E5D291E-A217-494D-BDB0-37A4A5AAFD7B}" destId="{E256C613-C362-490B-94B2-5AAD246598B8}" srcOrd="0" destOrd="0" presId="urn:microsoft.com/office/officeart/2005/8/layout/orgChart1"/>
    <dgm:cxn modelId="{9713B2A0-FFE4-4AF2-97B5-A78FCC932DE4}" srcId="{759DE543-9C04-4C2A-B39D-2E1E4531673A}" destId="{23A606A8-E95A-40FA-A072-8EF81A34D149}" srcOrd="0" destOrd="0" parTransId="{40DB0412-D4ED-4805-8315-AAA0483EBC1F}" sibTransId="{E21F408D-85E0-47AC-9A3A-099C39DD7468}"/>
    <dgm:cxn modelId="{ABEDA5A9-E30D-45A8-9FAF-89EE626D1E5A}" type="presOf" srcId="{E4CD6C4B-C474-4479-8282-186EFF152DE0}" destId="{396B21B3-E2B9-4A56-979A-CCB60F9A6698}" srcOrd="0" destOrd="0" presId="urn:microsoft.com/office/officeart/2005/8/layout/orgChart1"/>
    <dgm:cxn modelId="{0115A5AA-0805-42C7-8F51-10AF8B238FE5}" type="presOf" srcId="{6AFD2A2D-806C-4D07-B80D-42528AACC421}" destId="{92AFA5FC-3406-4AC6-83DB-9D374A746AB2}" srcOrd="0" destOrd="0" presId="urn:microsoft.com/office/officeart/2005/8/layout/orgChart1"/>
    <dgm:cxn modelId="{1BF7CDAB-8709-40FD-84BD-9449FBF83580}" type="presOf" srcId="{0370624A-EA82-4B44-B233-7D204B9E118E}" destId="{681FF639-CF56-411F-8E65-DACE48C7A8D9}" srcOrd="1" destOrd="0" presId="urn:microsoft.com/office/officeart/2005/8/layout/orgChart1"/>
    <dgm:cxn modelId="{FBB469B0-E6A4-4521-A69A-FBE15D42668D}" srcId="{48BF0DE3-D0C1-4385-81D2-FD28A82D6DA5}" destId="{0370624A-EA82-4B44-B233-7D204B9E118E}" srcOrd="7" destOrd="0" parTransId="{BD97EE8B-9F50-4EB7-BEC8-D2B8979B5453}" sibTransId="{32516EDC-E69A-4E68-BA90-6DB0183CD79A}"/>
    <dgm:cxn modelId="{591672B0-51DA-4CFE-8BB6-7A02C85B75AF}" srcId="{3CD60349-A46B-486A-917E-373D26F9F480}" destId="{48BF0DE3-D0C1-4385-81D2-FD28A82D6DA5}" srcOrd="1" destOrd="0" parTransId="{C3A2FCA3-3F16-43CE-915F-0C372C8AE2F6}" sibTransId="{D9C81DF3-C81E-4F18-89F1-FABF4DBD470B}"/>
    <dgm:cxn modelId="{F0000AB1-C0F0-4DB2-97E1-C713B4AC58A6}" type="presOf" srcId="{D3D91811-449E-4CF8-8303-4B7C4CE7DC51}" destId="{F01BF864-BB18-42F3-81FE-ED134E7DBFC0}" srcOrd="0" destOrd="0" presId="urn:microsoft.com/office/officeart/2005/8/layout/orgChart1"/>
    <dgm:cxn modelId="{B3B584B1-DC78-4496-BB4A-DBA523D1950C}" type="presOf" srcId="{056EEC30-A424-4275-8721-6807AB217949}" destId="{6EFA391C-2E86-4288-BFC8-DAAEE106F857}" srcOrd="0" destOrd="0" presId="urn:microsoft.com/office/officeart/2005/8/layout/orgChart1"/>
    <dgm:cxn modelId="{48A7DBB4-C015-4142-9F71-FD8DF09CA102}" srcId="{759DE543-9C04-4C2A-B39D-2E1E4531673A}" destId="{B170E511-C6C8-493A-9CF6-C024CB109055}" srcOrd="7" destOrd="0" parTransId="{9042CB8E-0634-4BE2-A00D-04B9D29846B3}" sibTransId="{7C4E1991-4518-4052-B5A4-9E50B69A5E48}"/>
    <dgm:cxn modelId="{4A76C8B7-F13D-451D-AAD3-0A3F449DD077}" srcId="{48BF0DE3-D0C1-4385-81D2-FD28A82D6DA5}" destId="{5DECCCF3-AAB7-47B8-B7D1-887C0ED7D08F}" srcOrd="5" destOrd="0" parTransId="{D3D91811-449E-4CF8-8303-4B7C4CE7DC51}" sibTransId="{D17C460A-AE09-43FF-B0E3-A0A20AB25287}"/>
    <dgm:cxn modelId="{A6E4F4B7-584B-4991-87F7-45ADC293BE4D}" srcId="{759DE543-9C04-4C2A-B39D-2E1E4531673A}" destId="{E4CD6C4B-C474-4479-8282-186EFF152DE0}" srcOrd="3" destOrd="0" parTransId="{C1160088-9909-4542-8B01-62E40ECED4B7}" sibTransId="{72B39B3B-9224-4A41-965A-AB5BD356066B}"/>
    <dgm:cxn modelId="{D82775B9-C661-4992-B495-4AEB9BC36DCE}" type="presOf" srcId="{6F974E4C-ED7C-4780-A29A-4F793870958C}" destId="{DDFDBC03-0A26-48DE-8CA3-79A4C7862524}" srcOrd="0" destOrd="0" presId="urn:microsoft.com/office/officeart/2005/8/layout/orgChart1"/>
    <dgm:cxn modelId="{EFEEE5BC-012F-45FF-966D-5404B38664AC}" type="presOf" srcId="{B89DE830-BF3B-4FFA-9359-4B04431DB582}" destId="{9FDCDEC4-8E8F-4E98-AAF6-8458F5364B1E}" srcOrd="0" destOrd="0" presId="urn:microsoft.com/office/officeart/2005/8/layout/orgChart1"/>
    <dgm:cxn modelId="{F65F66C0-86FD-400E-B0CB-848F8491D363}" type="presOf" srcId="{252A2C1D-2947-42A8-91EF-A654FD602D1F}" destId="{8C2C4C1E-CB0B-4C5E-BD38-BF6C2852B6F8}" srcOrd="0" destOrd="0" presId="urn:microsoft.com/office/officeart/2005/8/layout/orgChart1"/>
    <dgm:cxn modelId="{6BB4CCC7-41AE-4B6B-B74A-0B33308A10A7}" srcId="{759DE543-9C04-4C2A-B39D-2E1E4531673A}" destId="{C4C81DB0-2108-4018-88A7-535D7BEA5DA0}" srcOrd="1" destOrd="0" parTransId="{F5571AEE-CD0A-4B5A-8803-2F8C4BDEB3C9}" sibTransId="{2AA918CA-5FC9-4451-A6A6-CE251302EE8B}"/>
    <dgm:cxn modelId="{512171C9-A096-4588-859C-C4E71B69FC3B}" type="presOf" srcId="{51C66EB6-5A52-419B-90C9-1415B6BF2555}" destId="{13BC31D7-7C6B-4681-A1E6-0FD3291BAA17}" srcOrd="1" destOrd="0" presId="urn:microsoft.com/office/officeart/2005/8/layout/orgChart1"/>
    <dgm:cxn modelId="{E803E5D2-BAE9-4E0E-B3F0-8F523C4A5A41}" type="presOf" srcId="{5966BBCE-20E0-4982-8C95-704B8DCA523F}" destId="{43E60862-DC86-4B0D-9582-480292BC850E}" srcOrd="0" destOrd="0" presId="urn:microsoft.com/office/officeart/2005/8/layout/orgChart1"/>
    <dgm:cxn modelId="{B83625D7-24D0-49CB-8899-0D5BB4A31FD7}" type="presOf" srcId="{5DECCCF3-AAB7-47B8-B7D1-887C0ED7D08F}" destId="{4E9D4B9F-BE9B-4D13-A3E4-B5F6BE2F7AEA}" srcOrd="1" destOrd="0" presId="urn:microsoft.com/office/officeart/2005/8/layout/orgChart1"/>
    <dgm:cxn modelId="{72366DD7-7F4B-48DC-9AF4-1D53F1237AF3}" type="presOf" srcId="{5DECCCF3-AAB7-47B8-B7D1-887C0ED7D08F}" destId="{5BD3E7FA-5D88-4E68-80FE-BADBC60ED953}" srcOrd="0" destOrd="0" presId="urn:microsoft.com/office/officeart/2005/8/layout/orgChart1"/>
    <dgm:cxn modelId="{AF7564E0-9AD8-4573-8F4E-EC833AEEBAD7}" srcId="{48BF0DE3-D0C1-4385-81D2-FD28A82D6DA5}" destId="{4E5D291E-A217-494D-BDB0-37A4A5AAFD7B}" srcOrd="4" destOrd="0" parTransId="{23863E0E-9AA1-4A36-8025-108A263E754E}" sibTransId="{8668B6C7-34F7-4A40-AAEA-F631E49D767F}"/>
    <dgm:cxn modelId="{398C7BE3-BC07-469A-A85E-681ABC546F74}" type="presOf" srcId="{C2E81653-04C3-4D60-8806-F0226418ADA4}" destId="{C47ACCF1-044B-4275-8E99-479FD8EBB337}" srcOrd="1" destOrd="0" presId="urn:microsoft.com/office/officeart/2005/8/layout/orgChart1"/>
    <dgm:cxn modelId="{C7297BE4-3600-437C-AE87-0C7387834B48}" type="presOf" srcId="{707DAF11-A72E-4D9D-B5C0-7931758F76C5}" destId="{7CC4A64A-9195-4A20-891B-8D171719CB7F}" srcOrd="0" destOrd="0" presId="urn:microsoft.com/office/officeart/2005/8/layout/orgChart1"/>
    <dgm:cxn modelId="{C35D8CE4-9701-4E3B-8545-1F455D9FC2CC}" type="presOf" srcId="{40DB0412-D4ED-4805-8315-AAA0483EBC1F}" destId="{DE5A19F9-9913-4085-943C-548D64271239}" srcOrd="0" destOrd="0" presId="urn:microsoft.com/office/officeart/2005/8/layout/orgChart1"/>
    <dgm:cxn modelId="{F96388E6-4D58-416D-9CFD-263248E78E02}" type="presOf" srcId="{C3A2FCA3-3F16-43CE-915F-0C372C8AE2F6}" destId="{0894D9D4-A1B4-495B-B661-9F67CFA1FA02}" srcOrd="0" destOrd="0" presId="urn:microsoft.com/office/officeart/2005/8/layout/orgChart1"/>
    <dgm:cxn modelId="{F179C5E7-7B50-43A5-B078-B8AF1D12C6D9}" srcId="{48BF0DE3-D0C1-4385-81D2-FD28A82D6DA5}" destId="{A98750E6-4CC5-46A8-A5B8-D9FFC4372702}" srcOrd="6" destOrd="0" parTransId="{E2CC7527-89B8-4F70-88AD-4C8F61A609B0}" sibTransId="{20450C82-832D-49C3-B88A-07978333250E}"/>
    <dgm:cxn modelId="{E34C48EB-E9D6-4AD7-B4B3-75C7ED4518C6}" type="presOf" srcId="{23863E0E-9AA1-4A36-8025-108A263E754E}" destId="{218064F2-354E-431A-8446-E7C13267878E}" srcOrd="0" destOrd="0" presId="urn:microsoft.com/office/officeart/2005/8/layout/orgChart1"/>
    <dgm:cxn modelId="{346408EC-5EBD-4964-B2DF-7B6642944167}" type="presOf" srcId="{C1160088-9909-4542-8B01-62E40ECED4B7}" destId="{2B10025D-993A-4489-87C0-ED0EF8C0A2DD}" srcOrd="0" destOrd="0" presId="urn:microsoft.com/office/officeart/2005/8/layout/orgChart1"/>
    <dgm:cxn modelId="{BBE853EE-AB99-4D9C-928B-AAAD58868DFE}" srcId="{48BF0DE3-D0C1-4385-81D2-FD28A82D6DA5}" destId="{6F974E4C-ED7C-4780-A29A-4F793870958C}" srcOrd="2" destOrd="0" parTransId="{252A2C1D-2947-42A8-91EF-A654FD602D1F}" sibTransId="{B8BF4555-5E4D-4938-8192-F2105EA9696D}"/>
    <dgm:cxn modelId="{288869F0-6B29-4708-A497-91063C0E4028}" type="presOf" srcId="{C2E81653-04C3-4D60-8806-F0226418ADA4}" destId="{3783AE6A-1CB5-427C-9A00-1EDEA6C9D45B}" srcOrd="0" destOrd="0" presId="urn:microsoft.com/office/officeart/2005/8/layout/orgChart1"/>
    <dgm:cxn modelId="{77F335F1-9D2B-453D-90FE-0191009935E9}" type="presOf" srcId="{51C66EB6-5A52-419B-90C9-1415B6BF2555}" destId="{E249294D-71D5-4DE1-BA58-F160DCB72FC0}" srcOrd="0" destOrd="0" presId="urn:microsoft.com/office/officeart/2005/8/layout/orgChart1"/>
    <dgm:cxn modelId="{B34A99F5-233D-4F52-87C6-18FED461BC1E}" type="presOf" srcId="{6A5CDE88-64F2-4F5B-9B7A-C9E1B3F03BFB}" destId="{3AAF1700-00EA-4905-AA6D-93701C082EEB}" srcOrd="0" destOrd="0" presId="urn:microsoft.com/office/officeart/2005/8/layout/orgChart1"/>
    <dgm:cxn modelId="{3699EDF7-D955-4D5A-9AC0-4BB5C0598540}" type="presOf" srcId="{759DE543-9C04-4C2A-B39D-2E1E4531673A}" destId="{802A20C3-C55F-41E6-8398-3480B85B1494}" srcOrd="0" destOrd="0" presId="urn:microsoft.com/office/officeart/2005/8/layout/orgChart1"/>
    <dgm:cxn modelId="{1DA66BF9-5DF5-4229-A00A-375CCCAD8240}" type="presOf" srcId="{156C3737-14BB-49A4-8F88-A476EBFB1C46}" destId="{805D45D1-43C3-4565-87FF-F2DB00939EE6}" srcOrd="1" destOrd="0" presId="urn:microsoft.com/office/officeart/2005/8/layout/orgChart1"/>
    <dgm:cxn modelId="{24C064FF-8009-4B18-9E0D-5A14183827FF}" type="presOf" srcId="{48BF0DE3-D0C1-4385-81D2-FD28A82D6DA5}" destId="{7FAA50E2-48C2-4451-A754-30CAC0362316}" srcOrd="1" destOrd="0" presId="urn:microsoft.com/office/officeart/2005/8/layout/orgChart1"/>
    <dgm:cxn modelId="{981CE03B-1976-4C22-A292-62F0C02AE31D}" type="presParOf" srcId="{1A7B3758-6C9B-4BEB-8CD4-EF8232B1294E}" destId="{893D1B20-1011-45B1-B269-A2747CB0002C}" srcOrd="0" destOrd="0" presId="urn:microsoft.com/office/officeart/2005/8/layout/orgChart1"/>
    <dgm:cxn modelId="{2028EE4D-67E3-404E-A6E6-8DDA2052262B}" type="presParOf" srcId="{893D1B20-1011-45B1-B269-A2747CB0002C}" destId="{4ED17E46-844F-4F33-B3CD-C3080B111775}" srcOrd="0" destOrd="0" presId="urn:microsoft.com/office/officeart/2005/8/layout/orgChart1"/>
    <dgm:cxn modelId="{B64856C4-9C37-4A5D-855C-4B6233715535}" type="presParOf" srcId="{4ED17E46-844F-4F33-B3CD-C3080B111775}" destId="{ED1059EB-3835-4E8A-B89D-710D851A6DA1}" srcOrd="0" destOrd="0" presId="urn:microsoft.com/office/officeart/2005/8/layout/orgChart1"/>
    <dgm:cxn modelId="{3FCB4921-47F7-4A3E-8C54-03028E48D421}" type="presParOf" srcId="{4ED17E46-844F-4F33-B3CD-C3080B111775}" destId="{1A02644C-95EA-495E-9682-BC7C24C64AB3}" srcOrd="1" destOrd="0" presId="urn:microsoft.com/office/officeart/2005/8/layout/orgChart1"/>
    <dgm:cxn modelId="{ACFCA0C0-95DF-46C8-A27E-0B84513E6435}" type="presParOf" srcId="{893D1B20-1011-45B1-B269-A2747CB0002C}" destId="{CE88885B-B0B8-40CF-8E67-35B0591D4380}" srcOrd="1" destOrd="0" presId="urn:microsoft.com/office/officeart/2005/8/layout/orgChart1"/>
    <dgm:cxn modelId="{70E1A5AB-CA5D-429E-A238-B27B67AB8C66}" type="presParOf" srcId="{CE88885B-B0B8-40CF-8E67-35B0591D4380}" destId="{3E358332-9A28-4920-B584-4D04A0BE7E9A}" srcOrd="0" destOrd="0" presId="urn:microsoft.com/office/officeart/2005/8/layout/orgChart1"/>
    <dgm:cxn modelId="{2794C062-D099-48F3-B733-55979FF00BCB}" type="presParOf" srcId="{CE88885B-B0B8-40CF-8E67-35B0591D4380}" destId="{D8E9E05F-EDF6-4B32-B1F7-63F3B4CC2F68}" srcOrd="1" destOrd="0" presId="urn:microsoft.com/office/officeart/2005/8/layout/orgChart1"/>
    <dgm:cxn modelId="{39DC1CE5-C608-4D33-9E76-B0E9724142B0}" type="presParOf" srcId="{D8E9E05F-EDF6-4B32-B1F7-63F3B4CC2F68}" destId="{AE8319EF-720D-4A6E-9990-15330FC7CDC5}" srcOrd="0" destOrd="0" presId="urn:microsoft.com/office/officeart/2005/8/layout/orgChart1"/>
    <dgm:cxn modelId="{5207F5DC-5155-4D23-9BB3-C34870FD43CD}" type="presParOf" srcId="{AE8319EF-720D-4A6E-9990-15330FC7CDC5}" destId="{802A20C3-C55F-41E6-8398-3480B85B1494}" srcOrd="0" destOrd="0" presId="urn:microsoft.com/office/officeart/2005/8/layout/orgChart1"/>
    <dgm:cxn modelId="{F843E434-D539-4BEC-8292-BD0D8ED1C444}" type="presParOf" srcId="{AE8319EF-720D-4A6E-9990-15330FC7CDC5}" destId="{31A49D3E-CCA5-4260-AC0A-0D806472D67E}" srcOrd="1" destOrd="0" presId="urn:microsoft.com/office/officeart/2005/8/layout/orgChart1"/>
    <dgm:cxn modelId="{79286029-A2D2-4D9E-AE0B-8E9D267A00E3}" type="presParOf" srcId="{D8E9E05F-EDF6-4B32-B1F7-63F3B4CC2F68}" destId="{1AB0ACAD-403D-44E1-B935-2FC36B735BA3}" srcOrd="1" destOrd="0" presId="urn:microsoft.com/office/officeart/2005/8/layout/orgChart1"/>
    <dgm:cxn modelId="{CE900849-8659-4777-A996-F5867FC4F545}" type="presParOf" srcId="{1AB0ACAD-403D-44E1-B935-2FC36B735BA3}" destId="{DE5A19F9-9913-4085-943C-548D64271239}" srcOrd="0" destOrd="0" presId="urn:microsoft.com/office/officeart/2005/8/layout/orgChart1"/>
    <dgm:cxn modelId="{2751B7F2-06B6-40E5-964D-C907221C78D0}" type="presParOf" srcId="{1AB0ACAD-403D-44E1-B935-2FC36B735BA3}" destId="{4F1DD49C-13A7-4974-A8A6-CB6426620AC4}" srcOrd="1" destOrd="0" presId="urn:microsoft.com/office/officeart/2005/8/layout/orgChart1"/>
    <dgm:cxn modelId="{3D7E2DAF-60F5-4B2D-A715-3A70B6E3F52B}" type="presParOf" srcId="{4F1DD49C-13A7-4974-A8A6-CB6426620AC4}" destId="{463D3BCB-3DDB-4BDE-97F0-F6C9BB09E111}" srcOrd="0" destOrd="0" presId="urn:microsoft.com/office/officeart/2005/8/layout/orgChart1"/>
    <dgm:cxn modelId="{BC3024FC-B873-4129-A3E9-23255BD063EF}" type="presParOf" srcId="{463D3BCB-3DDB-4BDE-97F0-F6C9BB09E111}" destId="{15321A22-9B14-40B3-A116-CC0AF1B812E3}" srcOrd="0" destOrd="0" presId="urn:microsoft.com/office/officeart/2005/8/layout/orgChart1"/>
    <dgm:cxn modelId="{4A7A4EDF-4850-4B86-ACAD-3958F0FA2A6F}" type="presParOf" srcId="{463D3BCB-3DDB-4BDE-97F0-F6C9BB09E111}" destId="{91E4FFDF-0BBA-46A3-82F1-E8E16409E1B0}" srcOrd="1" destOrd="0" presId="urn:microsoft.com/office/officeart/2005/8/layout/orgChart1"/>
    <dgm:cxn modelId="{898612D1-DB68-4530-B65B-79C936BBB8B6}" type="presParOf" srcId="{4F1DD49C-13A7-4974-A8A6-CB6426620AC4}" destId="{4EC618A9-9C14-42AD-A20B-22E80F4BBF70}" srcOrd="1" destOrd="0" presId="urn:microsoft.com/office/officeart/2005/8/layout/orgChart1"/>
    <dgm:cxn modelId="{B4F59D36-0AA3-471B-9698-866D87157F02}" type="presParOf" srcId="{4F1DD49C-13A7-4974-A8A6-CB6426620AC4}" destId="{E323D923-72D0-4324-9CFF-E9B213AB6459}" srcOrd="2" destOrd="0" presId="urn:microsoft.com/office/officeart/2005/8/layout/orgChart1"/>
    <dgm:cxn modelId="{8E62F8FF-513C-4A77-9C06-03EA52BC39CD}" type="presParOf" srcId="{1AB0ACAD-403D-44E1-B935-2FC36B735BA3}" destId="{E5923197-CD66-4DAC-9928-2307F9C082F9}" srcOrd="2" destOrd="0" presId="urn:microsoft.com/office/officeart/2005/8/layout/orgChart1"/>
    <dgm:cxn modelId="{1E385235-ECD0-428E-B072-6A39C5DB5DCF}" type="presParOf" srcId="{1AB0ACAD-403D-44E1-B935-2FC36B735BA3}" destId="{AD7FF37C-AE1F-44FF-A847-639D22B58F4D}" srcOrd="3" destOrd="0" presId="urn:microsoft.com/office/officeart/2005/8/layout/orgChart1"/>
    <dgm:cxn modelId="{4F30B22F-A51D-4FAB-AF08-5998E05F8F50}" type="presParOf" srcId="{AD7FF37C-AE1F-44FF-A847-639D22B58F4D}" destId="{7FEDB0A9-BE16-4FC2-91CB-B458E2197379}" srcOrd="0" destOrd="0" presId="urn:microsoft.com/office/officeart/2005/8/layout/orgChart1"/>
    <dgm:cxn modelId="{95C54574-D12F-4070-A0FD-BE8FE87F57DD}" type="presParOf" srcId="{7FEDB0A9-BE16-4FC2-91CB-B458E2197379}" destId="{878A7193-C289-4185-8F48-79B84632DC90}" srcOrd="0" destOrd="0" presId="urn:microsoft.com/office/officeart/2005/8/layout/orgChart1"/>
    <dgm:cxn modelId="{55A683C5-BACD-4136-AB07-EB09338B3A09}" type="presParOf" srcId="{7FEDB0A9-BE16-4FC2-91CB-B458E2197379}" destId="{415E904F-6468-4A89-AEC1-317F8598DE08}" srcOrd="1" destOrd="0" presId="urn:microsoft.com/office/officeart/2005/8/layout/orgChart1"/>
    <dgm:cxn modelId="{AF6202CA-F3A0-41A3-8220-89ED489C9C4F}" type="presParOf" srcId="{AD7FF37C-AE1F-44FF-A847-639D22B58F4D}" destId="{0617D494-203A-43C1-873A-2BD05C6FB989}" srcOrd="1" destOrd="0" presId="urn:microsoft.com/office/officeart/2005/8/layout/orgChart1"/>
    <dgm:cxn modelId="{7FF7B410-3A78-42AA-9007-E79FDD57B533}" type="presParOf" srcId="{AD7FF37C-AE1F-44FF-A847-639D22B58F4D}" destId="{6EE32476-5E1B-4C6F-B129-84F232717A22}" srcOrd="2" destOrd="0" presId="urn:microsoft.com/office/officeart/2005/8/layout/orgChart1"/>
    <dgm:cxn modelId="{F45688E4-A46F-479C-ACD7-55FBCEF6618D}" type="presParOf" srcId="{1AB0ACAD-403D-44E1-B935-2FC36B735BA3}" destId="{3AAF1700-00EA-4905-AA6D-93701C082EEB}" srcOrd="4" destOrd="0" presId="urn:microsoft.com/office/officeart/2005/8/layout/orgChart1"/>
    <dgm:cxn modelId="{8DEBCAF2-F68D-4E7B-9837-FC6A18790E45}" type="presParOf" srcId="{1AB0ACAD-403D-44E1-B935-2FC36B735BA3}" destId="{82CB72C8-6CEB-4A53-B6C0-96CC6B40F260}" srcOrd="5" destOrd="0" presId="urn:microsoft.com/office/officeart/2005/8/layout/orgChart1"/>
    <dgm:cxn modelId="{002916E0-06B6-4A33-BEDE-BD24542678E6}" type="presParOf" srcId="{82CB72C8-6CEB-4A53-B6C0-96CC6B40F260}" destId="{990980B5-CDE4-4E88-BA76-3E27641DD5C1}" srcOrd="0" destOrd="0" presId="urn:microsoft.com/office/officeart/2005/8/layout/orgChart1"/>
    <dgm:cxn modelId="{42B445A3-96F4-4B23-95E1-80F67B673E69}" type="presParOf" srcId="{990980B5-CDE4-4E88-BA76-3E27641DD5C1}" destId="{80F3FE27-A52C-4315-8AC8-CCEFBDDAD005}" srcOrd="0" destOrd="0" presId="urn:microsoft.com/office/officeart/2005/8/layout/orgChart1"/>
    <dgm:cxn modelId="{C6C8AFB8-818A-4635-9A70-CA64D0E986FE}" type="presParOf" srcId="{990980B5-CDE4-4E88-BA76-3E27641DD5C1}" destId="{67003533-37FE-4B3C-8610-F4BFB506F668}" srcOrd="1" destOrd="0" presId="urn:microsoft.com/office/officeart/2005/8/layout/orgChart1"/>
    <dgm:cxn modelId="{C6D54595-B757-4D2D-A8F5-E7E22804EBFF}" type="presParOf" srcId="{82CB72C8-6CEB-4A53-B6C0-96CC6B40F260}" destId="{7AA3EDB0-413C-44BB-B326-0EC44287E048}" srcOrd="1" destOrd="0" presId="urn:microsoft.com/office/officeart/2005/8/layout/orgChart1"/>
    <dgm:cxn modelId="{7769745B-DBBF-4E8A-BB67-A27CCC60AC48}" type="presParOf" srcId="{82CB72C8-6CEB-4A53-B6C0-96CC6B40F260}" destId="{CD433297-89CB-459F-BA84-932EC4428E74}" srcOrd="2" destOrd="0" presId="urn:microsoft.com/office/officeart/2005/8/layout/orgChart1"/>
    <dgm:cxn modelId="{4DF28C06-41ED-451D-A576-649FB3F8B5D7}" type="presParOf" srcId="{1AB0ACAD-403D-44E1-B935-2FC36B735BA3}" destId="{2B10025D-993A-4489-87C0-ED0EF8C0A2DD}" srcOrd="6" destOrd="0" presId="urn:microsoft.com/office/officeart/2005/8/layout/orgChart1"/>
    <dgm:cxn modelId="{5C9980D3-EC52-47E0-968C-F7345E138230}" type="presParOf" srcId="{1AB0ACAD-403D-44E1-B935-2FC36B735BA3}" destId="{AF4F31B1-D270-4180-A07C-D7615873C359}" srcOrd="7" destOrd="0" presId="urn:microsoft.com/office/officeart/2005/8/layout/orgChart1"/>
    <dgm:cxn modelId="{BC088F45-F8AB-475F-9D45-750A0D5AF70C}" type="presParOf" srcId="{AF4F31B1-D270-4180-A07C-D7615873C359}" destId="{6DFE3194-F3B2-4DA1-A814-93FEEB410126}" srcOrd="0" destOrd="0" presId="urn:microsoft.com/office/officeart/2005/8/layout/orgChart1"/>
    <dgm:cxn modelId="{AC7098CC-9C56-4A18-9F93-2FD564A9EDE0}" type="presParOf" srcId="{6DFE3194-F3B2-4DA1-A814-93FEEB410126}" destId="{396B21B3-E2B9-4A56-979A-CCB60F9A6698}" srcOrd="0" destOrd="0" presId="urn:microsoft.com/office/officeart/2005/8/layout/orgChart1"/>
    <dgm:cxn modelId="{4F2E70E1-66BD-4181-8604-A69A353A19FF}" type="presParOf" srcId="{6DFE3194-F3B2-4DA1-A814-93FEEB410126}" destId="{CF1A4D88-DA17-46DE-9838-7E5A4BF36713}" srcOrd="1" destOrd="0" presId="urn:microsoft.com/office/officeart/2005/8/layout/orgChart1"/>
    <dgm:cxn modelId="{4FA63B74-2EDD-4B89-A812-793E3A27AE76}" type="presParOf" srcId="{AF4F31B1-D270-4180-A07C-D7615873C359}" destId="{E6165C06-7B1A-411F-92BE-D5F3C10FD00B}" srcOrd="1" destOrd="0" presId="urn:microsoft.com/office/officeart/2005/8/layout/orgChart1"/>
    <dgm:cxn modelId="{63538895-E8B0-49AF-8CDB-D728FF308D0B}" type="presParOf" srcId="{AF4F31B1-D270-4180-A07C-D7615873C359}" destId="{8F931746-002D-4088-BFB6-5E12F738AB56}" srcOrd="2" destOrd="0" presId="urn:microsoft.com/office/officeart/2005/8/layout/orgChart1"/>
    <dgm:cxn modelId="{743E26DF-5A91-4894-8872-79969FF27F68}" type="presParOf" srcId="{1AB0ACAD-403D-44E1-B935-2FC36B735BA3}" destId="{E336BF43-B8C8-41B3-9727-97C5507A63D8}" srcOrd="8" destOrd="0" presId="urn:microsoft.com/office/officeart/2005/8/layout/orgChart1"/>
    <dgm:cxn modelId="{DE47AAB8-D547-45C3-9AB1-F868BF516EC7}" type="presParOf" srcId="{1AB0ACAD-403D-44E1-B935-2FC36B735BA3}" destId="{3AC66E5E-968A-4033-BA9E-0DD3D4FD79E9}" srcOrd="9" destOrd="0" presId="urn:microsoft.com/office/officeart/2005/8/layout/orgChart1"/>
    <dgm:cxn modelId="{92FD4127-2935-4172-B326-43991085CD94}" type="presParOf" srcId="{3AC66E5E-968A-4033-BA9E-0DD3D4FD79E9}" destId="{D0BD36E5-5B51-4F85-9DD2-5A7D6375D5C5}" srcOrd="0" destOrd="0" presId="urn:microsoft.com/office/officeart/2005/8/layout/orgChart1"/>
    <dgm:cxn modelId="{82976539-3925-4338-B599-AEED08FBB02C}" type="presParOf" srcId="{D0BD36E5-5B51-4F85-9DD2-5A7D6375D5C5}" destId="{8CC0F70A-DB8E-4CCE-87A5-25F1BE24DA99}" srcOrd="0" destOrd="0" presId="urn:microsoft.com/office/officeart/2005/8/layout/orgChart1"/>
    <dgm:cxn modelId="{ECD33DF2-6F68-41D8-B6C6-18ECEBC15358}" type="presParOf" srcId="{D0BD36E5-5B51-4F85-9DD2-5A7D6375D5C5}" destId="{105218EB-440C-4FEA-B3B3-45FC326E6B6E}" srcOrd="1" destOrd="0" presId="urn:microsoft.com/office/officeart/2005/8/layout/orgChart1"/>
    <dgm:cxn modelId="{64C92C80-6F3C-4EB4-9110-F1648EF99C39}" type="presParOf" srcId="{3AC66E5E-968A-4033-BA9E-0DD3D4FD79E9}" destId="{16BA1F38-AB55-49AD-8269-0D449C560632}" srcOrd="1" destOrd="0" presId="urn:microsoft.com/office/officeart/2005/8/layout/orgChart1"/>
    <dgm:cxn modelId="{BB814386-DFC5-451E-8238-3AE6E8980F3E}" type="presParOf" srcId="{3AC66E5E-968A-4033-BA9E-0DD3D4FD79E9}" destId="{EA850696-D808-4462-B7D2-1400185811EF}" srcOrd="2" destOrd="0" presId="urn:microsoft.com/office/officeart/2005/8/layout/orgChart1"/>
    <dgm:cxn modelId="{37578499-F9E7-45A5-9A1B-660311FCAAA4}" type="presParOf" srcId="{1AB0ACAD-403D-44E1-B935-2FC36B735BA3}" destId="{C4C50962-A178-49FE-9A99-C5B157FDB851}" srcOrd="10" destOrd="0" presId="urn:microsoft.com/office/officeart/2005/8/layout/orgChart1"/>
    <dgm:cxn modelId="{B10BD720-04F5-444E-97B3-C1E832DECF93}" type="presParOf" srcId="{1AB0ACAD-403D-44E1-B935-2FC36B735BA3}" destId="{49DBA39C-E822-4A03-92CE-BD142A56C682}" srcOrd="11" destOrd="0" presId="urn:microsoft.com/office/officeart/2005/8/layout/orgChart1"/>
    <dgm:cxn modelId="{AC866469-10E0-41FE-8A6A-893A2AC0181A}" type="presParOf" srcId="{49DBA39C-E822-4A03-92CE-BD142A56C682}" destId="{46403C33-52D3-45FD-9B87-7ED9D24FA0CC}" srcOrd="0" destOrd="0" presId="urn:microsoft.com/office/officeart/2005/8/layout/orgChart1"/>
    <dgm:cxn modelId="{88F84CB8-A1DB-499D-8AB1-ED195429080C}" type="presParOf" srcId="{46403C33-52D3-45FD-9B87-7ED9D24FA0CC}" destId="{7567A999-2BB3-4781-94A9-9F8A78AD308D}" srcOrd="0" destOrd="0" presId="urn:microsoft.com/office/officeart/2005/8/layout/orgChart1"/>
    <dgm:cxn modelId="{D70A1F90-526C-4E97-A8EB-4CAD0DAACDB9}" type="presParOf" srcId="{46403C33-52D3-45FD-9B87-7ED9D24FA0CC}" destId="{00C933F9-E179-40F5-AF4A-D931AE8C5214}" srcOrd="1" destOrd="0" presId="urn:microsoft.com/office/officeart/2005/8/layout/orgChart1"/>
    <dgm:cxn modelId="{A4FEDC9B-94A2-4D43-A036-20DF5E4F366B}" type="presParOf" srcId="{49DBA39C-E822-4A03-92CE-BD142A56C682}" destId="{C4D9EC7A-49B2-4AB1-A2B6-FE7CDE94FD56}" srcOrd="1" destOrd="0" presId="urn:microsoft.com/office/officeart/2005/8/layout/orgChart1"/>
    <dgm:cxn modelId="{A2DB600C-1A45-47D9-AB9D-26926A049C50}" type="presParOf" srcId="{49DBA39C-E822-4A03-92CE-BD142A56C682}" destId="{71FB6323-DE06-4945-AF7C-FDB87AE95528}" srcOrd="2" destOrd="0" presId="urn:microsoft.com/office/officeart/2005/8/layout/orgChart1"/>
    <dgm:cxn modelId="{7BB2FB1C-95C6-4CBA-8073-2FA69D62097F}" type="presParOf" srcId="{1AB0ACAD-403D-44E1-B935-2FC36B735BA3}" destId="{A50F7C8C-7B24-4373-81A2-CBE476A9D4C5}" srcOrd="12" destOrd="0" presId="urn:microsoft.com/office/officeart/2005/8/layout/orgChart1"/>
    <dgm:cxn modelId="{8F0DE9A5-EB8E-48CC-80AA-39A22EB7ACD0}" type="presParOf" srcId="{1AB0ACAD-403D-44E1-B935-2FC36B735BA3}" destId="{D78476DC-BE6D-4FF7-B353-4D1980478A91}" srcOrd="13" destOrd="0" presId="urn:microsoft.com/office/officeart/2005/8/layout/orgChart1"/>
    <dgm:cxn modelId="{7FCE95EC-9AB4-429C-BF57-CE28D1399F19}" type="presParOf" srcId="{D78476DC-BE6D-4FF7-B353-4D1980478A91}" destId="{294E4B70-5335-47B1-AB14-EAF0976CAE6B}" srcOrd="0" destOrd="0" presId="urn:microsoft.com/office/officeart/2005/8/layout/orgChart1"/>
    <dgm:cxn modelId="{1DB49BAF-FB68-4D71-BEA0-700B06A11859}" type="presParOf" srcId="{294E4B70-5335-47B1-AB14-EAF0976CAE6B}" destId="{E249294D-71D5-4DE1-BA58-F160DCB72FC0}" srcOrd="0" destOrd="0" presId="urn:microsoft.com/office/officeart/2005/8/layout/orgChart1"/>
    <dgm:cxn modelId="{2A9F49AE-8CB6-461A-B059-B94C749B4707}" type="presParOf" srcId="{294E4B70-5335-47B1-AB14-EAF0976CAE6B}" destId="{13BC31D7-7C6B-4681-A1E6-0FD3291BAA17}" srcOrd="1" destOrd="0" presId="urn:microsoft.com/office/officeart/2005/8/layout/orgChart1"/>
    <dgm:cxn modelId="{2D49F7C6-9849-4066-934F-B28ED89E0A66}" type="presParOf" srcId="{D78476DC-BE6D-4FF7-B353-4D1980478A91}" destId="{53FC0F2D-FB83-44D4-A3A3-E04867B33F0A}" srcOrd="1" destOrd="0" presId="urn:microsoft.com/office/officeart/2005/8/layout/orgChart1"/>
    <dgm:cxn modelId="{1B659559-6AF0-4FF0-A1F4-4E4B6DBE2931}" type="presParOf" srcId="{D78476DC-BE6D-4FF7-B353-4D1980478A91}" destId="{843CDA2B-9529-45D9-BAEF-1699D323F4C6}" srcOrd="2" destOrd="0" presId="urn:microsoft.com/office/officeart/2005/8/layout/orgChart1"/>
    <dgm:cxn modelId="{9F1B49D2-E033-4F17-B660-6E45C7D9B593}" type="presParOf" srcId="{1AB0ACAD-403D-44E1-B935-2FC36B735BA3}" destId="{66D3BDC6-09DF-4CB0-82AD-C76FADFFE6D4}" srcOrd="14" destOrd="0" presId="urn:microsoft.com/office/officeart/2005/8/layout/orgChart1"/>
    <dgm:cxn modelId="{3B668958-A040-4681-ACE3-0C8B5DE61CF4}" type="presParOf" srcId="{1AB0ACAD-403D-44E1-B935-2FC36B735BA3}" destId="{D206B182-B213-4057-A287-D82B800CE86D}" srcOrd="15" destOrd="0" presId="urn:microsoft.com/office/officeart/2005/8/layout/orgChart1"/>
    <dgm:cxn modelId="{419902DD-2CE5-4038-ADA9-113ECBE57F9C}" type="presParOf" srcId="{D206B182-B213-4057-A287-D82B800CE86D}" destId="{B70CAF49-3CD0-4F12-B8F3-C2343B980572}" srcOrd="0" destOrd="0" presId="urn:microsoft.com/office/officeart/2005/8/layout/orgChart1"/>
    <dgm:cxn modelId="{E9F163F8-3AD4-45F7-868C-8A54FC68C7D8}" type="presParOf" srcId="{B70CAF49-3CD0-4F12-B8F3-C2343B980572}" destId="{A8467B73-8485-4AD8-BAD1-CBA2370DD515}" srcOrd="0" destOrd="0" presId="urn:microsoft.com/office/officeart/2005/8/layout/orgChart1"/>
    <dgm:cxn modelId="{43C1B4A5-9BDE-463B-BEE4-4FB632134C17}" type="presParOf" srcId="{B70CAF49-3CD0-4F12-B8F3-C2343B980572}" destId="{51BE4D29-B7E7-4EFA-8CFB-CE6D8EBABA47}" srcOrd="1" destOrd="0" presId="urn:microsoft.com/office/officeart/2005/8/layout/orgChart1"/>
    <dgm:cxn modelId="{873C1EE4-B375-4E6F-ADE2-69DF36521B2E}" type="presParOf" srcId="{D206B182-B213-4057-A287-D82B800CE86D}" destId="{8F085DB6-8DB0-4651-84DA-6C2888123D47}" srcOrd="1" destOrd="0" presId="urn:microsoft.com/office/officeart/2005/8/layout/orgChart1"/>
    <dgm:cxn modelId="{07C663A9-4040-4695-AB92-8378588D80D6}" type="presParOf" srcId="{D206B182-B213-4057-A287-D82B800CE86D}" destId="{79C8F194-6AA5-4C52-9F99-2CFF17D25296}" srcOrd="2" destOrd="0" presId="urn:microsoft.com/office/officeart/2005/8/layout/orgChart1"/>
    <dgm:cxn modelId="{AE5ECF0F-3B9A-4619-A4F7-F6876A187B85}" type="presParOf" srcId="{1AB0ACAD-403D-44E1-B935-2FC36B735BA3}" destId="{6EFA391C-2E86-4288-BFC8-DAAEE106F857}" srcOrd="16" destOrd="0" presId="urn:microsoft.com/office/officeart/2005/8/layout/orgChart1"/>
    <dgm:cxn modelId="{A0BF83A5-A751-4CC9-A955-904CAF339A32}" type="presParOf" srcId="{1AB0ACAD-403D-44E1-B935-2FC36B735BA3}" destId="{2123C5AE-E835-45CA-9667-1B83A7DD2C7F}" srcOrd="17" destOrd="0" presId="urn:microsoft.com/office/officeart/2005/8/layout/orgChart1"/>
    <dgm:cxn modelId="{343A9732-EC7C-4318-AA05-CF0B14471085}" type="presParOf" srcId="{2123C5AE-E835-45CA-9667-1B83A7DD2C7F}" destId="{DEE2539A-741D-414A-8581-4953272C987F}" srcOrd="0" destOrd="0" presId="urn:microsoft.com/office/officeart/2005/8/layout/orgChart1"/>
    <dgm:cxn modelId="{B9853CE5-E21D-49F7-A371-9ED74ADEFF1B}" type="presParOf" srcId="{DEE2539A-741D-414A-8581-4953272C987F}" destId="{3783AE6A-1CB5-427C-9A00-1EDEA6C9D45B}" srcOrd="0" destOrd="0" presId="urn:microsoft.com/office/officeart/2005/8/layout/orgChart1"/>
    <dgm:cxn modelId="{4CB9B546-C6EB-41A1-A66B-6FB3BE7F30B7}" type="presParOf" srcId="{DEE2539A-741D-414A-8581-4953272C987F}" destId="{C47ACCF1-044B-4275-8E99-479FD8EBB337}" srcOrd="1" destOrd="0" presId="urn:microsoft.com/office/officeart/2005/8/layout/orgChart1"/>
    <dgm:cxn modelId="{FDEC149E-775B-4A21-9E2A-4B09CB39E110}" type="presParOf" srcId="{2123C5AE-E835-45CA-9667-1B83A7DD2C7F}" destId="{EFE66D03-6061-43F9-913D-216B9208164C}" srcOrd="1" destOrd="0" presId="urn:microsoft.com/office/officeart/2005/8/layout/orgChart1"/>
    <dgm:cxn modelId="{C22C0F32-3296-49C9-A83B-5CA3E9CBFB7B}" type="presParOf" srcId="{2123C5AE-E835-45CA-9667-1B83A7DD2C7F}" destId="{BCDC12DE-B8AC-4CFB-903A-9474AE05E5BF}" srcOrd="2" destOrd="0" presId="urn:microsoft.com/office/officeart/2005/8/layout/orgChart1"/>
    <dgm:cxn modelId="{FBBC9BE5-FA66-4F43-9B91-F64BC58E5C53}" type="presParOf" srcId="{D8E9E05F-EDF6-4B32-B1F7-63F3B4CC2F68}" destId="{EF1EEDB5-5D2E-4E52-BF8E-DB229C39DD4D}" srcOrd="2" destOrd="0" presId="urn:microsoft.com/office/officeart/2005/8/layout/orgChart1"/>
    <dgm:cxn modelId="{B4B63CCB-A437-4124-8C2D-43616CFF1062}" type="presParOf" srcId="{CE88885B-B0B8-40CF-8E67-35B0591D4380}" destId="{0894D9D4-A1B4-495B-B661-9F67CFA1FA02}" srcOrd="2" destOrd="0" presId="urn:microsoft.com/office/officeart/2005/8/layout/orgChart1"/>
    <dgm:cxn modelId="{F23740E8-96DF-42ED-A241-3D3539BCB80B}" type="presParOf" srcId="{CE88885B-B0B8-40CF-8E67-35B0591D4380}" destId="{78A1B33E-74A5-40C1-A463-7EA5695351DC}" srcOrd="3" destOrd="0" presId="urn:microsoft.com/office/officeart/2005/8/layout/orgChart1"/>
    <dgm:cxn modelId="{65976FE6-EB53-4A63-B351-6070660D4B3F}" type="presParOf" srcId="{78A1B33E-74A5-40C1-A463-7EA5695351DC}" destId="{C0CE6065-93AC-42C3-9C22-4863255571CE}" srcOrd="0" destOrd="0" presId="urn:microsoft.com/office/officeart/2005/8/layout/orgChart1"/>
    <dgm:cxn modelId="{A9528496-CF65-46AA-B090-02EFC63DDCE9}" type="presParOf" srcId="{C0CE6065-93AC-42C3-9C22-4863255571CE}" destId="{4A705F88-A160-4243-9CA7-EFB6BBF86F1A}" srcOrd="0" destOrd="0" presId="urn:microsoft.com/office/officeart/2005/8/layout/orgChart1"/>
    <dgm:cxn modelId="{E151A098-0A97-444F-BCE4-55A726932334}" type="presParOf" srcId="{C0CE6065-93AC-42C3-9C22-4863255571CE}" destId="{7FAA50E2-48C2-4451-A754-30CAC0362316}" srcOrd="1" destOrd="0" presId="urn:microsoft.com/office/officeart/2005/8/layout/orgChart1"/>
    <dgm:cxn modelId="{A0EC5243-68C3-442D-A8B3-E59769B62B05}" type="presParOf" srcId="{78A1B33E-74A5-40C1-A463-7EA5695351DC}" destId="{EA4F7AE0-49F8-433E-A032-2F5ED14907EE}" srcOrd="1" destOrd="0" presId="urn:microsoft.com/office/officeart/2005/8/layout/orgChart1"/>
    <dgm:cxn modelId="{0CDA7F7B-CD45-47B6-8C05-3C84E3CF7D32}" type="presParOf" srcId="{EA4F7AE0-49F8-433E-A032-2F5ED14907EE}" destId="{7CC4A64A-9195-4A20-891B-8D171719CB7F}" srcOrd="0" destOrd="0" presId="urn:microsoft.com/office/officeart/2005/8/layout/orgChart1"/>
    <dgm:cxn modelId="{B5D2C0D2-0594-4894-BD69-014E12DC9591}" type="presParOf" srcId="{EA4F7AE0-49F8-433E-A032-2F5ED14907EE}" destId="{4BCE15BB-B186-42C3-B9AB-1D618E759D4C}" srcOrd="1" destOrd="0" presId="urn:microsoft.com/office/officeart/2005/8/layout/orgChart1"/>
    <dgm:cxn modelId="{20576266-5DBA-45F2-8762-42959216A385}" type="presParOf" srcId="{4BCE15BB-B186-42C3-B9AB-1D618E759D4C}" destId="{59F9964C-09BB-4757-8769-BCA8E51B0832}" srcOrd="0" destOrd="0" presId="urn:microsoft.com/office/officeart/2005/8/layout/orgChart1"/>
    <dgm:cxn modelId="{31F1FC53-225D-4707-BA72-F1D78836F0E7}" type="presParOf" srcId="{59F9964C-09BB-4757-8769-BCA8E51B0832}" destId="{BB275D91-C53C-4046-9974-0C1CD6677DAE}" srcOrd="0" destOrd="0" presId="urn:microsoft.com/office/officeart/2005/8/layout/orgChart1"/>
    <dgm:cxn modelId="{B2F3B4C9-6305-4CD4-AC10-38948578CE57}" type="presParOf" srcId="{59F9964C-09BB-4757-8769-BCA8E51B0832}" destId="{E2BE3F85-9CFD-4F0B-ACD2-587FD0CE8468}" srcOrd="1" destOrd="0" presId="urn:microsoft.com/office/officeart/2005/8/layout/orgChart1"/>
    <dgm:cxn modelId="{14AE07F4-F5E5-40C1-922D-76690F7D28A0}" type="presParOf" srcId="{4BCE15BB-B186-42C3-B9AB-1D618E759D4C}" destId="{B351BB61-3C7A-4AE6-9004-5400CB95BE4C}" srcOrd="1" destOrd="0" presId="urn:microsoft.com/office/officeart/2005/8/layout/orgChart1"/>
    <dgm:cxn modelId="{523F5A61-C82F-4FF5-BCB7-916E453C0898}" type="presParOf" srcId="{4BCE15BB-B186-42C3-B9AB-1D618E759D4C}" destId="{01AA5E3C-EC38-458C-91EF-311153036F76}" srcOrd="2" destOrd="0" presId="urn:microsoft.com/office/officeart/2005/8/layout/orgChart1"/>
    <dgm:cxn modelId="{6EEACAB3-FDF1-4646-8D83-DEF2D050F454}" type="presParOf" srcId="{EA4F7AE0-49F8-433E-A032-2F5ED14907EE}" destId="{C91ED9AC-67AA-43A5-BFB5-5D407F538D3D}" srcOrd="2" destOrd="0" presId="urn:microsoft.com/office/officeart/2005/8/layout/orgChart1"/>
    <dgm:cxn modelId="{18B438CE-3615-4581-B396-DEEE31586316}" type="presParOf" srcId="{EA4F7AE0-49F8-433E-A032-2F5ED14907EE}" destId="{D60D6562-816C-42BC-87D7-376EBA3C8AA9}" srcOrd="3" destOrd="0" presId="urn:microsoft.com/office/officeart/2005/8/layout/orgChart1"/>
    <dgm:cxn modelId="{26F2CB71-A0EA-45D2-AEC2-10C3FDC9F388}" type="presParOf" srcId="{D60D6562-816C-42BC-87D7-376EBA3C8AA9}" destId="{53D93313-E0AB-448D-9A0A-D0EB24E62E42}" srcOrd="0" destOrd="0" presId="urn:microsoft.com/office/officeart/2005/8/layout/orgChart1"/>
    <dgm:cxn modelId="{3BB24D81-3DB1-44D2-B6B3-22908E173340}" type="presParOf" srcId="{53D93313-E0AB-448D-9A0A-D0EB24E62E42}" destId="{4A697A66-A3C0-423F-A0B1-E59B429E01C6}" srcOrd="0" destOrd="0" presId="urn:microsoft.com/office/officeart/2005/8/layout/orgChart1"/>
    <dgm:cxn modelId="{4AD7611E-2B79-448A-9600-841F7592453D}" type="presParOf" srcId="{53D93313-E0AB-448D-9A0A-D0EB24E62E42}" destId="{F289A477-A007-41BA-9C8C-4C3B79AB65EF}" srcOrd="1" destOrd="0" presId="urn:microsoft.com/office/officeart/2005/8/layout/orgChart1"/>
    <dgm:cxn modelId="{7E20CCEE-A16E-4518-92D3-B6B045555D11}" type="presParOf" srcId="{D60D6562-816C-42BC-87D7-376EBA3C8AA9}" destId="{529668E5-E83B-45D4-A82D-7468BC08E174}" srcOrd="1" destOrd="0" presId="urn:microsoft.com/office/officeart/2005/8/layout/orgChart1"/>
    <dgm:cxn modelId="{DD47C3C1-BAFC-4433-AFA6-EF82B83B2AA7}" type="presParOf" srcId="{D60D6562-816C-42BC-87D7-376EBA3C8AA9}" destId="{33F69BFE-813B-4089-A144-4D4740DCDDE7}" srcOrd="2" destOrd="0" presId="urn:microsoft.com/office/officeart/2005/8/layout/orgChart1"/>
    <dgm:cxn modelId="{32403FCA-535F-43AE-9AA9-2979582C29F8}" type="presParOf" srcId="{EA4F7AE0-49F8-433E-A032-2F5ED14907EE}" destId="{8C2C4C1E-CB0B-4C5E-BD38-BF6C2852B6F8}" srcOrd="4" destOrd="0" presId="urn:microsoft.com/office/officeart/2005/8/layout/orgChart1"/>
    <dgm:cxn modelId="{431A0BCA-938C-4F42-81AB-EF60A3DEA721}" type="presParOf" srcId="{EA4F7AE0-49F8-433E-A032-2F5ED14907EE}" destId="{593277E3-F44A-42BB-884A-F90E7841FBFD}" srcOrd="5" destOrd="0" presId="urn:microsoft.com/office/officeart/2005/8/layout/orgChart1"/>
    <dgm:cxn modelId="{D036E614-5C5C-41F8-9770-8A135C149CD2}" type="presParOf" srcId="{593277E3-F44A-42BB-884A-F90E7841FBFD}" destId="{87ADED95-EDB1-4A93-9D47-A4B054E078D6}" srcOrd="0" destOrd="0" presId="urn:microsoft.com/office/officeart/2005/8/layout/orgChart1"/>
    <dgm:cxn modelId="{091C9350-50F1-4AE7-BE49-1DFE80014931}" type="presParOf" srcId="{87ADED95-EDB1-4A93-9D47-A4B054E078D6}" destId="{DDFDBC03-0A26-48DE-8CA3-79A4C7862524}" srcOrd="0" destOrd="0" presId="urn:microsoft.com/office/officeart/2005/8/layout/orgChart1"/>
    <dgm:cxn modelId="{2DE2BC23-F6FF-4486-ACF1-C84BD10B6730}" type="presParOf" srcId="{87ADED95-EDB1-4A93-9D47-A4B054E078D6}" destId="{5DF801AF-7130-44F8-A989-45095DE0414F}" srcOrd="1" destOrd="0" presId="urn:microsoft.com/office/officeart/2005/8/layout/orgChart1"/>
    <dgm:cxn modelId="{C5D96ED9-8ADF-4866-9B26-B6DECF604A17}" type="presParOf" srcId="{593277E3-F44A-42BB-884A-F90E7841FBFD}" destId="{E426352D-25F0-4735-820B-6E69392C74AC}" srcOrd="1" destOrd="0" presId="urn:microsoft.com/office/officeart/2005/8/layout/orgChart1"/>
    <dgm:cxn modelId="{15E5FED2-363D-4EE6-BC91-87B412F0560F}" type="presParOf" srcId="{593277E3-F44A-42BB-884A-F90E7841FBFD}" destId="{8FB41DE0-BD3D-4664-B688-0B801C2880B1}" srcOrd="2" destOrd="0" presId="urn:microsoft.com/office/officeart/2005/8/layout/orgChart1"/>
    <dgm:cxn modelId="{4F789617-007F-4DF1-8F1F-2AC64BB39A87}" type="presParOf" srcId="{EA4F7AE0-49F8-433E-A032-2F5ED14907EE}" destId="{92AFA5FC-3406-4AC6-83DB-9D374A746AB2}" srcOrd="6" destOrd="0" presId="urn:microsoft.com/office/officeart/2005/8/layout/orgChart1"/>
    <dgm:cxn modelId="{7D862042-9B7B-421C-9697-20B9E45A5555}" type="presParOf" srcId="{EA4F7AE0-49F8-433E-A032-2F5ED14907EE}" destId="{FD7B964E-DC4D-4C15-99DA-C9A2CA6FABE6}" srcOrd="7" destOrd="0" presId="urn:microsoft.com/office/officeart/2005/8/layout/orgChart1"/>
    <dgm:cxn modelId="{116573F9-FB48-4A0A-A10E-61AB3C5154DA}" type="presParOf" srcId="{FD7B964E-DC4D-4C15-99DA-C9A2CA6FABE6}" destId="{2016F9D3-D955-40AB-ACB5-355228F83D2E}" srcOrd="0" destOrd="0" presId="urn:microsoft.com/office/officeart/2005/8/layout/orgChart1"/>
    <dgm:cxn modelId="{1822D5DC-3440-4C58-A2ED-2C8EC4CE8965}" type="presParOf" srcId="{2016F9D3-D955-40AB-ACB5-355228F83D2E}" destId="{5442EFEF-3887-4B46-AE26-67B16FE5A3C1}" srcOrd="0" destOrd="0" presId="urn:microsoft.com/office/officeart/2005/8/layout/orgChart1"/>
    <dgm:cxn modelId="{1D340830-E79F-4E88-907E-D809E9CCEBA9}" type="presParOf" srcId="{2016F9D3-D955-40AB-ACB5-355228F83D2E}" destId="{805D45D1-43C3-4565-87FF-F2DB00939EE6}" srcOrd="1" destOrd="0" presId="urn:microsoft.com/office/officeart/2005/8/layout/orgChart1"/>
    <dgm:cxn modelId="{784FC034-3774-4C24-9A05-2B47A4D562A3}" type="presParOf" srcId="{FD7B964E-DC4D-4C15-99DA-C9A2CA6FABE6}" destId="{71CA676B-24E1-4E53-8E94-00C4CFCA0154}" srcOrd="1" destOrd="0" presId="urn:microsoft.com/office/officeart/2005/8/layout/orgChart1"/>
    <dgm:cxn modelId="{742B68EE-5247-40B7-98FF-DF8B2A985BDF}" type="presParOf" srcId="{FD7B964E-DC4D-4C15-99DA-C9A2CA6FABE6}" destId="{CE07C51A-D169-471B-BF23-B9CC51FB1262}" srcOrd="2" destOrd="0" presId="urn:microsoft.com/office/officeart/2005/8/layout/orgChart1"/>
    <dgm:cxn modelId="{673E1872-B939-41DA-98B5-D8BB0F9B415C}" type="presParOf" srcId="{EA4F7AE0-49F8-433E-A032-2F5ED14907EE}" destId="{218064F2-354E-431A-8446-E7C13267878E}" srcOrd="8" destOrd="0" presId="urn:microsoft.com/office/officeart/2005/8/layout/orgChart1"/>
    <dgm:cxn modelId="{1A4975DD-B0D1-435C-A0C4-ABD197E637EA}" type="presParOf" srcId="{EA4F7AE0-49F8-433E-A032-2F5ED14907EE}" destId="{EC433712-F43A-4B4C-B001-EE7E0491D3CF}" srcOrd="9" destOrd="0" presId="urn:microsoft.com/office/officeart/2005/8/layout/orgChart1"/>
    <dgm:cxn modelId="{66EC0D31-7677-4AA3-88A0-2DA49CA1BDFA}" type="presParOf" srcId="{EC433712-F43A-4B4C-B001-EE7E0491D3CF}" destId="{37FAB34C-5E3F-4BCE-BF6C-470BC3956F9D}" srcOrd="0" destOrd="0" presId="urn:microsoft.com/office/officeart/2005/8/layout/orgChart1"/>
    <dgm:cxn modelId="{A61BCBE1-A61C-4CBB-9A53-39B266C57B3A}" type="presParOf" srcId="{37FAB34C-5E3F-4BCE-BF6C-470BC3956F9D}" destId="{E256C613-C362-490B-94B2-5AAD246598B8}" srcOrd="0" destOrd="0" presId="urn:microsoft.com/office/officeart/2005/8/layout/orgChart1"/>
    <dgm:cxn modelId="{616B7E70-4DDF-447A-99EC-02CCFD19D802}" type="presParOf" srcId="{37FAB34C-5E3F-4BCE-BF6C-470BC3956F9D}" destId="{727AFFB7-43D5-4DD8-88DD-C92065D11661}" srcOrd="1" destOrd="0" presId="urn:microsoft.com/office/officeart/2005/8/layout/orgChart1"/>
    <dgm:cxn modelId="{89ECF10D-6F02-44F8-89A0-43CC0F63562D}" type="presParOf" srcId="{EC433712-F43A-4B4C-B001-EE7E0491D3CF}" destId="{337B449B-3473-413A-8B1D-AE85BE8A62EB}" srcOrd="1" destOrd="0" presId="urn:microsoft.com/office/officeart/2005/8/layout/orgChart1"/>
    <dgm:cxn modelId="{3F953C57-BD45-4808-A0BD-5D08DEA48947}" type="presParOf" srcId="{EC433712-F43A-4B4C-B001-EE7E0491D3CF}" destId="{0850619B-5F1A-46E0-AA15-5B60F5222B56}" srcOrd="2" destOrd="0" presId="urn:microsoft.com/office/officeart/2005/8/layout/orgChart1"/>
    <dgm:cxn modelId="{F3320AFD-5405-4385-811E-1671AEFC3681}" type="presParOf" srcId="{EA4F7AE0-49F8-433E-A032-2F5ED14907EE}" destId="{F01BF864-BB18-42F3-81FE-ED134E7DBFC0}" srcOrd="10" destOrd="0" presId="urn:microsoft.com/office/officeart/2005/8/layout/orgChart1"/>
    <dgm:cxn modelId="{81BF0BCE-2686-4A6D-B62C-08B3AD80DFEB}" type="presParOf" srcId="{EA4F7AE0-49F8-433E-A032-2F5ED14907EE}" destId="{62EA8D50-BF7D-4075-95A0-5133BF3B7653}" srcOrd="11" destOrd="0" presId="urn:microsoft.com/office/officeart/2005/8/layout/orgChart1"/>
    <dgm:cxn modelId="{8157B408-E98A-4686-959D-A4D4EF406A84}" type="presParOf" srcId="{62EA8D50-BF7D-4075-95A0-5133BF3B7653}" destId="{D8255937-480D-4263-B9C0-709E346C7B9B}" srcOrd="0" destOrd="0" presId="urn:microsoft.com/office/officeart/2005/8/layout/orgChart1"/>
    <dgm:cxn modelId="{CC1D0D1A-7B3C-49B4-B0B6-EB07B2B2BDE0}" type="presParOf" srcId="{D8255937-480D-4263-B9C0-709E346C7B9B}" destId="{5BD3E7FA-5D88-4E68-80FE-BADBC60ED953}" srcOrd="0" destOrd="0" presId="urn:microsoft.com/office/officeart/2005/8/layout/orgChart1"/>
    <dgm:cxn modelId="{CC2B3525-5EA2-41B0-988B-828975BBB5A0}" type="presParOf" srcId="{D8255937-480D-4263-B9C0-709E346C7B9B}" destId="{4E9D4B9F-BE9B-4D13-A3E4-B5F6BE2F7AEA}" srcOrd="1" destOrd="0" presId="urn:microsoft.com/office/officeart/2005/8/layout/orgChart1"/>
    <dgm:cxn modelId="{1AC8C0FB-E857-4400-B1DF-BFE7FCCC395B}" type="presParOf" srcId="{62EA8D50-BF7D-4075-95A0-5133BF3B7653}" destId="{4CBB5C04-6FC1-4B57-B53C-929587823914}" srcOrd="1" destOrd="0" presId="urn:microsoft.com/office/officeart/2005/8/layout/orgChart1"/>
    <dgm:cxn modelId="{5EE9CF8A-6871-43C1-8CD2-EA654CCDB9EC}" type="presParOf" srcId="{62EA8D50-BF7D-4075-95A0-5133BF3B7653}" destId="{F1876A7B-966C-4626-A17C-6E4E6C5C36B3}" srcOrd="2" destOrd="0" presId="urn:microsoft.com/office/officeart/2005/8/layout/orgChart1"/>
    <dgm:cxn modelId="{A8F07A93-E36F-4101-90A3-9D7D199D6C54}" type="presParOf" srcId="{EA4F7AE0-49F8-433E-A032-2F5ED14907EE}" destId="{5640C94A-BC91-453A-BF78-4DC30F13C019}" srcOrd="12" destOrd="0" presId="urn:microsoft.com/office/officeart/2005/8/layout/orgChart1"/>
    <dgm:cxn modelId="{8BAB10F0-D399-4DEF-B59C-D2A74F8F23BD}" type="presParOf" srcId="{EA4F7AE0-49F8-433E-A032-2F5ED14907EE}" destId="{CC75C62F-442C-40F7-A682-924AFB4029B8}" srcOrd="13" destOrd="0" presId="urn:microsoft.com/office/officeart/2005/8/layout/orgChart1"/>
    <dgm:cxn modelId="{123C0BAC-E2B5-428E-9E36-08F848F4F220}" type="presParOf" srcId="{CC75C62F-442C-40F7-A682-924AFB4029B8}" destId="{FF2E2082-6E38-47C9-BB38-11B8DD7A9A79}" srcOrd="0" destOrd="0" presId="urn:microsoft.com/office/officeart/2005/8/layout/orgChart1"/>
    <dgm:cxn modelId="{9EC83ADD-7D43-45BA-BC50-3EC82306C0E4}" type="presParOf" srcId="{FF2E2082-6E38-47C9-BB38-11B8DD7A9A79}" destId="{7F8C19D9-7B1A-49BB-8360-A404E7640B4D}" srcOrd="0" destOrd="0" presId="urn:microsoft.com/office/officeart/2005/8/layout/orgChart1"/>
    <dgm:cxn modelId="{2F05A08A-0D74-4D50-B73B-B3028F20E291}" type="presParOf" srcId="{FF2E2082-6E38-47C9-BB38-11B8DD7A9A79}" destId="{D99349F8-7B41-4EEA-A359-A5F84D8D2A0D}" srcOrd="1" destOrd="0" presId="urn:microsoft.com/office/officeart/2005/8/layout/orgChart1"/>
    <dgm:cxn modelId="{4F93647E-F1A7-47F5-AFFE-08365311AC4F}" type="presParOf" srcId="{CC75C62F-442C-40F7-A682-924AFB4029B8}" destId="{317E5ED9-E062-4009-BA1D-D446BB49C996}" srcOrd="1" destOrd="0" presId="urn:microsoft.com/office/officeart/2005/8/layout/orgChart1"/>
    <dgm:cxn modelId="{DCE046DA-E030-4537-9B43-E67B295C3C59}" type="presParOf" srcId="{CC75C62F-442C-40F7-A682-924AFB4029B8}" destId="{574D399F-BC3F-492E-815D-FEA0F70607C4}" srcOrd="2" destOrd="0" presId="urn:microsoft.com/office/officeart/2005/8/layout/orgChart1"/>
    <dgm:cxn modelId="{CC77C5BB-8B8B-4C5C-8A09-A2ED05ADA310}" type="presParOf" srcId="{EA4F7AE0-49F8-433E-A032-2F5ED14907EE}" destId="{3663FEE2-F5A4-4582-8015-48353F4685CF}" srcOrd="14" destOrd="0" presId="urn:microsoft.com/office/officeart/2005/8/layout/orgChart1"/>
    <dgm:cxn modelId="{FCD3545C-4797-4D9E-8AD6-A4271CA8C5EA}" type="presParOf" srcId="{EA4F7AE0-49F8-433E-A032-2F5ED14907EE}" destId="{8948AC92-089A-4E24-AD97-31023523DD31}" srcOrd="15" destOrd="0" presId="urn:microsoft.com/office/officeart/2005/8/layout/orgChart1"/>
    <dgm:cxn modelId="{CFC044DE-EA96-4FA3-8156-1905C0DFA47C}" type="presParOf" srcId="{8948AC92-089A-4E24-AD97-31023523DD31}" destId="{F2865D5F-684C-4AB3-84C6-80C251D08DD7}" srcOrd="0" destOrd="0" presId="urn:microsoft.com/office/officeart/2005/8/layout/orgChart1"/>
    <dgm:cxn modelId="{4A2AC78F-330F-4B5D-9694-CA2F093EAF0E}" type="presParOf" srcId="{F2865D5F-684C-4AB3-84C6-80C251D08DD7}" destId="{C9C41797-A357-4F2D-94B4-2F5C940E5EED}" srcOrd="0" destOrd="0" presId="urn:microsoft.com/office/officeart/2005/8/layout/orgChart1"/>
    <dgm:cxn modelId="{CB766983-C111-4004-B557-13C882FB5022}" type="presParOf" srcId="{F2865D5F-684C-4AB3-84C6-80C251D08DD7}" destId="{681FF639-CF56-411F-8E65-DACE48C7A8D9}" srcOrd="1" destOrd="0" presId="urn:microsoft.com/office/officeart/2005/8/layout/orgChart1"/>
    <dgm:cxn modelId="{2DA41C7C-B650-4A97-BAAB-373D0567D371}" type="presParOf" srcId="{8948AC92-089A-4E24-AD97-31023523DD31}" destId="{61CFFA92-057D-41CD-A2C8-39616C5149DD}" srcOrd="1" destOrd="0" presId="urn:microsoft.com/office/officeart/2005/8/layout/orgChart1"/>
    <dgm:cxn modelId="{C272FDC0-5F37-47AE-827C-E0E846BE6990}" type="presParOf" srcId="{8948AC92-089A-4E24-AD97-31023523DD31}" destId="{6E5D8B96-1BAE-4288-B7B5-56D393FD38A3}" srcOrd="2" destOrd="0" presId="urn:microsoft.com/office/officeart/2005/8/layout/orgChart1"/>
    <dgm:cxn modelId="{A8E1C5B2-939B-473A-9F45-EABFE915668A}" type="presParOf" srcId="{78A1B33E-74A5-40C1-A463-7EA5695351DC}" destId="{3880B72C-6747-44DE-9A7B-3C78E1E3A8B9}" srcOrd="2" destOrd="0" presId="urn:microsoft.com/office/officeart/2005/8/layout/orgChart1"/>
    <dgm:cxn modelId="{977A6E6E-44C7-4444-A614-72EE6020EE73}" type="presParOf" srcId="{CE88885B-B0B8-40CF-8E67-35B0591D4380}" destId="{43E60862-DC86-4B0D-9582-480292BC850E}" srcOrd="4" destOrd="0" presId="urn:microsoft.com/office/officeart/2005/8/layout/orgChart1"/>
    <dgm:cxn modelId="{3EB444EE-C940-40A8-8B77-5CFB78F58A37}" type="presParOf" srcId="{CE88885B-B0B8-40CF-8E67-35B0591D4380}" destId="{0EE95220-B026-4E1B-B207-3287394F4899}" srcOrd="5" destOrd="0" presId="urn:microsoft.com/office/officeart/2005/8/layout/orgChart1"/>
    <dgm:cxn modelId="{F659273E-0C07-4414-ABE1-742D3421AF1B}" type="presParOf" srcId="{0EE95220-B026-4E1B-B207-3287394F4899}" destId="{22FA4FF3-CE63-455F-97D3-306D4A745977}" srcOrd="0" destOrd="0" presId="urn:microsoft.com/office/officeart/2005/8/layout/orgChart1"/>
    <dgm:cxn modelId="{C430C666-F53D-4786-8D14-A0BAFA34035A}" type="presParOf" srcId="{22FA4FF3-CE63-455F-97D3-306D4A745977}" destId="{9FDCDEC4-8E8F-4E98-AAF6-8458F5364B1E}" srcOrd="0" destOrd="0" presId="urn:microsoft.com/office/officeart/2005/8/layout/orgChart1"/>
    <dgm:cxn modelId="{73BE5BC0-CB7E-4981-92CB-E2E42BB9EE82}" type="presParOf" srcId="{22FA4FF3-CE63-455F-97D3-306D4A745977}" destId="{3ECD22A0-A4F4-42BF-9894-A4E48FE680B1}" srcOrd="1" destOrd="0" presId="urn:microsoft.com/office/officeart/2005/8/layout/orgChart1"/>
    <dgm:cxn modelId="{2D6CC713-A2CD-40A3-96F3-581E24CBB290}" type="presParOf" srcId="{0EE95220-B026-4E1B-B207-3287394F4899}" destId="{9745D978-4CA5-4DEF-8D86-5857FC3517C3}" srcOrd="1" destOrd="0" presId="urn:microsoft.com/office/officeart/2005/8/layout/orgChart1"/>
    <dgm:cxn modelId="{7BD80EA4-2461-4FAC-841D-F1131869532E}" type="presParOf" srcId="{9745D978-4CA5-4DEF-8D86-5857FC3517C3}" destId="{E97453F1-C3E7-4CE8-ABED-52294ED860F8}" srcOrd="0" destOrd="0" presId="urn:microsoft.com/office/officeart/2005/8/layout/orgChart1"/>
    <dgm:cxn modelId="{D09AB7AA-C6A9-443D-9237-974BB1721B00}" type="presParOf" srcId="{9745D978-4CA5-4DEF-8D86-5857FC3517C3}" destId="{B6EC4B20-A2B6-41F8-A74C-FEC8630197A2}" srcOrd="1" destOrd="0" presId="urn:microsoft.com/office/officeart/2005/8/layout/orgChart1"/>
    <dgm:cxn modelId="{2DE2E426-4ECE-4D4D-90B6-8305F8DEB86D}" type="presParOf" srcId="{B6EC4B20-A2B6-41F8-A74C-FEC8630197A2}" destId="{A3246C55-B061-4528-9082-44C8AB28BFEF}" srcOrd="0" destOrd="0" presId="urn:microsoft.com/office/officeart/2005/8/layout/orgChart1"/>
    <dgm:cxn modelId="{AFF76E85-0569-4021-BAD4-37B6FE63CC04}" type="presParOf" srcId="{A3246C55-B061-4528-9082-44C8AB28BFEF}" destId="{8E4C0205-EDED-49E6-834F-3514EB345C1A}" srcOrd="0" destOrd="0" presId="urn:microsoft.com/office/officeart/2005/8/layout/orgChart1"/>
    <dgm:cxn modelId="{A0E98436-15D8-44F6-990F-0D01B8FE9963}" type="presParOf" srcId="{A3246C55-B061-4528-9082-44C8AB28BFEF}" destId="{B7E750B8-8428-4E1D-9599-2DD5604C8085}" srcOrd="1" destOrd="0" presId="urn:microsoft.com/office/officeart/2005/8/layout/orgChart1"/>
    <dgm:cxn modelId="{F9E563E9-3558-493B-AC26-5830DC7558A7}" type="presParOf" srcId="{B6EC4B20-A2B6-41F8-A74C-FEC8630197A2}" destId="{96216337-F894-4D0C-8893-5A0C45E2FB27}" srcOrd="1" destOrd="0" presId="urn:microsoft.com/office/officeart/2005/8/layout/orgChart1"/>
    <dgm:cxn modelId="{3FE718B0-222E-43B4-B0CD-C14A7AE689B6}" type="presParOf" srcId="{B6EC4B20-A2B6-41F8-A74C-FEC8630197A2}" destId="{3D46D39E-D0AF-4A40-BB82-91B1F99F640B}" srcOrd="2" destOrd="0" presId="urn:microsoft.com/office/officeart/2005/8/layout/orgChart1"/>
    <dgm:cxn modelId="{8D7D2F2B-7265-466E-855E-95CF99B5D1E2}" type="presParOf" srcId="{0EE95220-B026-4E1B-B207-3287394F4899}" destId="{1FA50E85-1AC4-4B5E-84F6-D4D52E1BA478}" srcOrd="2" destOrd="0" presId="urn:microsoft.com/office/officeart/2005/8/layout/orgChart1"/>
    <dgm:cxn modelId="{AFE03FE3-174A-4026-B968-7FD31159E309}" type="presParOf" srcId="{893D1B20-1011-45B1-B269-A2747CB0002C}" destId="{AB685318-1F4F-49C7-AECA-F36DBE8886E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AA3C833-D061-4322-8A7D-E8D15B8F2CD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3CD60349-A46B-486A-917E-373D26F9F480}">
      <dgm:prSet phldrT="[Text]" custT="1"/>
      <dgm:spPr/>
      <dgm:t>
        <a:bodyPr/>
        <a:lstStyle/>
        <a:p>
          <a:r>
            <a:rPr lang="de-DE" sz="1100" dirty="0" err="1"/>
            <a:t>CuAndCuAlloys</a:t>
          </a:r>
          <a:endParaRPr lang="de-DE" sz="1100" dirty="0"/>
        </a:p>
      </dgm:t>
    </dgm:pt>
    <dgm:pt modelId="{11A03725-1FC9-469F-A4EE-55FB57F01382}" type="parTrans" cxnId="{D478EF8F-CCA6-4BA4-8747-F6DB8DE0E279}">
      <dgm:prSet/>
      <dgm:spPr/>
      <dgm:t>
        <a:bodyPr/>
        <a:lstStyle/>
        <a:p>
          <a:endParaRPr lang="de-DE"/>
        </a:p>
      </dgm:t>
    </dgm:pt>
    <dgm:pt modelId="{A147F795-543B-4217-9A54-47DDEAF939D4}" type="sibTrans" cxnId="{D478EF8F-CCA6-4BA4-8747-F6DB8DE0E279}">
      <dgm:prSet/>
      <dgm:spPr/>
      <dgm:t>
        <a:bodyPr/>
        <a:lstStyle/>
        <a:p>
          <a:endParaRPr lang="de-DE"/>
        </a:p>
      </dgm:t>
    </dgm:pt>
    <dgm:pt modelId="{759DE543-9C04-4C2A-B39D-2E1E4531673A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dirty="0">
              <a:solidFill>
                <a:srgbClr val="FF0000"/>
              </a:solidFill>
            </a:rPr>
            <a:t>pureCu2</a:t>
          </a:r>
        </a:p>
      </dgm:t>
    </dgm:pt>
    <dgm:pt modelId="{EE6F40DB-A3FB-40D2-B921-3BD145115C1B}" type="parTrans" cxnId="{411B066C-750D-4DC1-9195-40157759FE22}">
      <dgm:prSet/>
      <dgm:spPr/>
      <dgm:t>
        <a:bodyPr/>
        <a:lstStyle/>
        <a:p>
          <a:endParaRPr lang="de-DE" sz="1100"/>
        </a:p>
      </dgm:t>
    </dgm:pt>
    <dgm:pt modelId="{4DA5A76D-023C-4415-8568-1E5FD42FCC37}" type="sibTrans" cxnId="{411B066C-750D-4DC1-9195-40157759FE22}">
      <dgm:prSet/>
      <dgm:spPr/>
      <dgm:t>
        <a:bodyPr/>
        <a:lstStyle/>
        <a:p>
          <a:endParaRPr lang="de-DE"/>
        </a:p>
      </dgm:t>
    </dgm:pt>
    <dgm:pt modelId="{48BF0DE3-D0C1-4385-81D2-FD28A82D6DA5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dirty="0">
              <a:solidFill>
                <a:srgbClr val="FF0000"/>
              </a:solidFill>
            </a:rPr>
            <a:t>otherCuAlloys2</a:t>
          </a:r>
        </a:p>
      </dgm:t>
    </dgm:pt>
    <dgm:pt modelId="{C3A2FCA3-3F16-43CE-915F-0C372C8AE2F6}" type="parTrans" cxnId="{591672B0-51DA-4CFE-8BB6-7A02C85B75AF}">
      <dgm:prSet/>
      <dgm:spPr/>
      <dgm:t>
        <a:bodyPr/>
        <a:lstStyle/>
        <a:p>
          <a:endParaRPr lang="de-DE" sz="1100"/>
        </a:p>
      </dgm:t>
    </dgm:pt>
    <dgm:pt modelId="{D9C81DF3-C81E-4F18-89F1-FABF4DBD470B}" type="sibTrans" cxnId="{591672B0-51DA-4CFE-8BB6-7A02C85B75AF}">
      <dgm:prSet/>
      <dgm:spPr/>
      <dgm:t>
        <a:bodyPr/>
        <a:lstStyle/>
        <a:p>
          <a:endParaRPr lang="de-DE"/>
        </a:p>
      </dgm:t>
    </dgm:pt>
    <dgm:pt modelId="{B5ECFC3F-0690-42B3-956D-D07A356726AD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dirty="0">
              <a:solidFill>
                <a:srgbClr val="FF0000"/>
              </a:solidFill>
            </a:rPr>
            <a:t>bronzes2</a:t>
          </a:r>
        </a:p>
      </dgm:t>
    </dgm:pt>
    <dgm:pt modelId="{7EB5B4B4-77C7-4F5F-B39C-4B8554B6C9B8}" type="parTrans" cxnId="{7D7A91B4-2FF6-41D4-A1D8-0385160A59CF}">
      <dgm:prSet/>
      <dgm:spPr/>
      <dgm:t>
        <a:bodyPr/>
        <a:lstStyle/>
        <a:p>
          <a:endParaRPr lang="de-DE" sz="1100"/>
        </a:p>
      </dgm:t>
    </dgm:pt>
    <dgm:pt modelId="{828D3DBA-B910-474E-92B3-901C13AC202A}" type="sibTrans" cxnId="{7D7A91B4-2FF6-41D4-A1D8-0385160A59CF}">
      <dgm:prSet/>
      <dgm:spPr/>
      <dgm:t>
        <a:bodyPr/>
        <a:lstStyle/>
        <a:p>
          <a:endParaRPr lang="de-DE"/>
        </a:p>
      </dgm:t>
    </dgm:pt>
    <dgm:pt modelId="{B227C2AE-B1FF-4E19-9144-B1E4AF543E05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dirty="0">
              <a:solidFill>
                <a:srgbClr val="FF0000"/>
              </a:solidFill>
            </a:rPr>
            <a:t>brasses2</a:t>
          </a:r>
        </a:p>
      </dgm:t>
    </dgm:pt>
    <dgm:pt modelId="{B2D0AFA5-CA9D-49D3-8CED-61C5D5631683}" type="parTrans" cxnId="{984C5648-4ECB-416F-8C33-AF084FC6585B}">
      <dgm:prSet/>
      <dgm:spPr/>
      <dgm:t>
        <a:bodyPr/>
        <a:lstStyle/>
        <a:p>
          <a:endParaRPr lang="de-DE" sz="1100"/>
        </a:p>
      </dgm:t>
    </dgm:pt>
    <dgm:pt modelId="{E6F577E9-D414-49E7-9E3D-636FA9D9E87E}" type="sibTrans" cxnId="{984C5648-4ECB-416F-8C33-AF084FC6585B}">
      <dgm:prSet/>
      <dgm:spPr/>
      <dgm:t>
        <a:bodyPr/>
        <a:lstStyle/>
        <a:p>
          <a:endParaRPr lang="de-DE"/>
        </a:p>
      </dgm:t>
    </dgm:pt>
    <dgm:pt modelId="{E564948B-8C27-45D3-8454-40506E88BB74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>
              <a:solidFill>
                <a:srgbClr val="FF0000"/>
              </a:solidFill>
            </a:rPr>
            <a:t>otherCuAlloys3</a:t>
          </a:r>
        </a:p>
      </dgm:t>
    </dgm:pt>
    <dgm:pt modelId="{C244DF7A-1C8E-4431-8088-C3F90B3B926E}" type="parTrans" cxnId="{312D46D4-1B4F-43CD-B06C-4E7C230C7E85}">
      <dgm:prSet/>
      <dgm:spPr/>
      <dgm:t>
        <a:bodyPr/>
        <a:lstStyle/>
        <a:p>
          <a:endParaRPr lang="de-DE" sz="1100"/>
        </a:p>
      </dgm:t>
    </dgm:pt>
    <dgm:pt modelId="{CEE54124-BBF0-4E04-B898-78BDA9630491}" type="sibTrans" cxnId="{312D46D4-1B4F-43CD-B06C-4E7C230C7E85}">
      <dgm:prSet/>
      <dgm:spPr/>
      <dgm:t>
        <a:bodyPr/>
        <a:lstStyle/>
        <a:p>
          <a:endParaRPr lang="de-DE"/>
        </a:p>
      </dgm:t>
    </dgm:pt>
    <dgm:pt modelId="{DC155316-09B9-407F-B6CE-DDFB1BB0D114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>
              <a:solidFill>
                <a:srgbClr val="FF0000"/>
              </a:solidFill>
            </a:rPr>
            <a:t>pureCu3</a:t>
          </a:r>
        </a:p>
      </dgm:t>
    </dgm:pt>
    <dgm:pt modelId="{040B0E13-5572-48B4-BD92-97B97F5C9D28}" type="parTrans" cxnId="{A9082083-F985-4F82-9F29-45539CBD44C6}">
      <dgm:prSet/>
      <dgm:spPr/>
      <dgm:t>
        <a:bodyPr/>
        <a:lstStyle/>
        <a:p>
          <a:endParaRPr lang="de-DE"/>
        </a:p>
      </dgm:t>
    </dgm:pt>
    <dgm:pt modelId="{756767B7-2310-48C8-9FF8-0817E7C27D1E}" type="sibTrans" cxnId="{A9082083-F985-4F82-9F29-45539CBD44C6}">
      <dgm:prSet/>
      <dgm:spPr/>
      <dgm:t>
        <a:bodyPr/>
        <a:lstStyle/>
        <a:p>
          <a:endParaRPr lang="de-DE"/>
        </a:p>
      </dgm:t>
    </dgm:pt>
    <dgm:pt modelId="{0F7E4FDB-13F6-482D-A4F0-58BDB2B3D20A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>
              <a:solidFill>
                <a:srgbClr val="FF0000"/>
              </a:solidFill>
            </a:rPr>
            <a:t>bronzes3</a:t>
          </a:r>
        </a:p>
      </dgm:t>
    </dgm:pt>
    <dgm:pt modelId="{5FD1A969-F693-4D14-B0EF-43EC64E7D829}" type="parTrans" cxnId="{0BB4F7BC-9038-43DB-A4E9-9C4DBB9622CB}">
      <dgm:prSet/>
      <dgm:spPr/>
      <dgm:t>
        <a:bodyPr/>
        <a:lstStyle/>
        <a:p>
          <a:endParaRPr lang="de-DE"/>
        </a:p>
      </dgm:t>
    </dgm:pt>
    <dgm:pt modelId="{9E1E36C7-5E95-484B-8EA9-C8C2039E5FAC}" type="sibTrans" cxnId="{0BB4F7BC-9038-43DB-A4E9-9C4DBB9622CB}">
      <dgm:prSet/>
      <dgm:spPr/>
      <dgm:t>
        <a:bodyPr/>
        <a:lstStyle/>
        <a:p>
          <a:endParaRPr lang="de-DE"/>
        </a:p>
      </dgm:t>
    </dgm:pt>
    <dgm:pt modelId="{648AE680-B2D1-4868-8F47-4253F91107CC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>
              <a:solidFill>
                <a:srgbClr val="FF0000"/>
              </a:solidFill>
            </a:rPr>
            <a:t>brasses3</a:t>
          </a:r>
        </a:p>
      </dgm:t>
    </dgm:pt>
    <dgm:pt modelId="{A9DED337-3B8D-4163-85D5-B7C83A293E86}" type="parTrans" cxnId="{F2A959C3-F6C7-4F14-87EB-FB6D0A6E57A4}">
      <dgm:prSet/>
      <dgm:spPr/>
      <dgm:t>
        <a:bodyPr/>
        <a:lstStyle/>
        <a:p>
          <a:endParaRPr lang="de-DE"/>
        </a:p>
      </dgm:t>
    </dgm:pt>
    <dgm:pt modelId="{29498BBA-DE6F-4971-BB39-7A9172E518E7}" type="sibTrans" cxnId="{F2A959C3-F6C7-4F14-87EB-FB6D0A6E57A4}">
      <dgm:prSet/>
      <dgm:spPr/>
      <dgm:t>
        <a:bodyPr/>
        <a:lstStyle/>
        <a:p>
          <a:endParaRPr lang="de-DE"/>
        </a:p>
      </dgm:t>
    </dgm:pt>
    <dgm:pt modelId="{63BFA4B5-4E7F-4A6A-8347-A3EDD161CB81}" type="pres">
      <dgm:prSet presAssocID="{CAA3C833-D061-4322-8A7D-E8D15B8F2CD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DEF3377-AB9A-4A53-96EB-2A3DE5BF33AF}" type="pres">
      <dgm:prSet presAssocID="{3CD60349-A46B-486A-917E-373D26F9F480}" presName="hierRoot1" presStyleCnt="0">
        <dgm:presLayoutVars>
          <dgm:hierBranch val="init"/>
        </dgm:presLayoutVars>
      </dgm:prSet>
      <dgm:spPr/>
    </dgm:pt>
    <dgm:pt modelId="{4106B779-5D2B-4578-AB65-641F60C7DA0E}" type="pres">
      <dgm:prSet presAssocID="{3CD60349-A46B-486A-917E-373D26F9F480}" presName="rootComposite1" presStyleCnt="0"/>
      <dgm:spPr/>
    </dgm:pt>
    <dgm:pt modelId="{773C518A-3249-4C84-884C-DEA02882B5A2}" type="pres">
      <dgm:prSet presAssocID="{3CD60349-A46B-486A-917E-373D26F9F480}" presName="rootText1" presStyleLbl="node0" presStyleIdx="0" presStyleCnt="1">
        <dgm:presLayoutVars>
          <dgm:chPref val="3"/>
        </dgm:presLayoutVars>
      </dgm:prSet>
      <dgm:spPr/>
    </dgm:pt>
    <dgm:pt modelId="{4003BFFB-B21A-494D-97DC-4926EF254301}" type="pres">
      <dgm:prSet presAssocID="{3CD60349-A46B-486A-917E-373D26F9F480}" presName="rootConnector1" presStyleLbl="node1" presStyleIdx="0" presStyleCnt="0"/>
      <dgm:spPr/>
    </dgm:pt>
    <dgm:pt modelId="{9E6EF3D6-8947-4E3D-8D6B-E829D908919B}" type="pres">
      <dgm:prSet presAssocID="{3CD60349-A46B-486A-917E-373D26F9F480}" presName="hierChild2" presStyleCnt="0"/>
      <dgm:spPr/>
    </dgm:pt>
    <dgm:pt modelId="{E722AAB0-ADA0-4E3B-ABCB-4A7545B4341C}" type="pres">
      <dgm:prSet presAssocID="{EE6F40DB-A3FB-40D2-B921-3BD145115C1B}" presName="Name37" presStyleLbl="parChTrans1D2" presStyleIdx="0" presStyleCnt="4"/>
      <dgm:spPr/>
    </dgm:pt>
    <dgm:pt modelId="{8D3766BA-2B19-4F50-8198-F003ED4266B9}" type="pres">
      <dgm:prSet presAssocID="{759DE543-9C04-4C2A-B39D-2E1E4531673A}" presName="hierRoot2" presStyleCnt="0">
        <dgm:presLayoutVars>
          <dgm:hierBranch val="init"/>
        </dgm:presLayoutVars>
      </dgm:prSet>
      <dgm:spPr/>
    </dgm:pt>
    <dgm:pt modelId="{A2E956A9-A80E-42EB-B8AC-CDC44592A919}" type="pres">
      <dgm:prSet presAssocID="{759DE543-9C04-4C2A-B39D-2E1E4531673A}" presName="rootComposite" presStyleCnt="0"/>
      <dgm:spPr/>
    </dgm:pt>
    <dgm:pt modelId="{7D47A8BF-491A-43A9-8333-DEC52926C983}" type="pres">
      <dgm:prSet presAssocID="{759DE543-9C04-4C2A-B39D-2E1E4531673A}" presName="rootText" presStyleLbl="node2" presStyleIdx="0" presStyleCnt="4">
        <dgm:presLayoutVars>
          <dgm:chPref val="3"/>
        </dgm:presLayoutVars>
      </dgm:prSet>
      <dgm:spPr/>
    </dgm:pt>
    <dgm:pt modelId="{E11D5F93-6C3C-4D16-B65A-5317ED72EC97}" type="pres">
      <dgm:prSet presAssocID="{759DE543-9C04-4C2A-B39D-2E1E4531673A}" presName="rootConnector" presStyleLbl="node2" presStyleIdx="0" presStyleCnt="4"/>
      <dgm:spPr/>
    </dgm:pt>
    <dgm:pt modelId="{4CD61684-C262-413A-85C3-1FCC42B60815}" type="pres">
      <dgm:prSet presAssocID="{759DE543-9C04-4C2A-B39D-2E1E4531673A}" presName="hierChild4" presStyleCnt="0"/>
      <dgm:spPr/>
    </dgm:pt>
    <dgm:pt modelId="{A84A1A92-D52C-4678-86B6-83BD93FC856D}" type="pres">
      <dgm:prSet presAssocID="{040B0E13-5572-48B4-BD92-97B97F5C9D28}" presName="Name37" presStyleLbl="parChTrans1D3" presStyleIdx="0" presStyleCnt="4"/>
      <dgm:spPr/>
    </dgm:pt>
    <dgm:pt modelId="{5153D079-7794-4733-869C-384DACE4402F}" type="pres">
      <dgm:prSet presAssocID="{DC155316-09B9-407F-B6CE-DDFB1BB0D114}" presName="hierRoot2" presStyleCnt="0">
        <dgm:presLayoutVars>
          <dgm:hierBranch val="init"/>
        </dgm:presLayoutVars>
      </dgm:prSet>
      <dgm:spPr/>
    </dgm:pt>
    <dgm:pt modelId="{89788B26-9A5C-4394-A9CA-B183C37C7B4C}" type="pres">
      <dgm:prSet presAssocID="{DC155316-09B9-407F-B6CE-DDFB1BB0D114}" presName="rootComposite" presStyleCnt="0"/>
      <dgm:spPr/>
    </dgm:pt>
    <dgm:pt modelId="{3A8A005C-7636-4A9A-819B-4EC9D111487E}" type="pres">
      <dgm:prSet presAssocID="{DC155316-09B9-407F-B6CE-DDFB1BB0D114}" presName="rootText" presStyleLbl="node3" presStyleIdx="0" presStyleCnt="4">
        <dgm:presLayoutVars>
          <dgm:chPref val="3"/>
        </dgm:presLayoutVars>
      </dgm:prSet>
      <dgm:spPr/>
    </dgm:pt>
    <dgm:pt modelId="{CD973692-41E9-4DCC-B14D-CFDA99385E02}" type="pres">
      <dgm:prSet presAssocID="{DC155316-09B9-407F-B6CE-DDFB1BB0D114}" presName="rootConnector" presStyleLbl="node3" presStyleIdx="0" presStyleCnt="4"/>
      <dgm:spPr/>
    </dgm:pt>
    <dgm:pt modelId="{603051E8-2032-4988-A85F-CF385346DAC6}" type="pres">
      <dgm:prSet presAssocID="{DC155316-09B9-407F-B6CE-DDFB1BB0D114}" presName="hierChild4" presStyleCnt="0"/>
      <dgm:spPr/>
    </dgm:pt>
    <dgm:pt modelId="{3162405E-C49F-4418-B396-1B74C327193E}" type="pres">
      <dgm:prSet presAssocID="{DC155316-09B9-407F-B6CE-DDFB1BB0D114}" presName="hierChild5" presStyleCnt="0"/>
      <dgm:spPr/>
    </dgm:pt>
    <dgm:pt modelId="{EC54EB61-2FA1-4695-B7B4-B1584DEE716F}" type="pres">
      <dgm:prSet presAssocID="{759DE543-9C04-4C2A-B39D-2E1E4531673A}" presName="hierChild5" presStyleCnt="0"/>
      <dgm:spPr/>
    </dgm:pt>
    <dgm:pt modelId="{6F3768F9-43F3-40ED-8584-3E598F708EBA}" type="pres">
      <dgm:prSet presAssocID="{7EB5B4B4-77C7-4F5F-B39C-4B8554B6C9B8}" presName="Name37" presStyleLbl="parChTrans1D2" presStyleIdx="1" presStyleCnt="4"/>
      <dgm:spPr/>
    </dgm:pt>
    <dgm:pt modelId="{8D492820-C6AF-482E-A26C-60F9DB4D3D5B}" type="pres">
      <dgm:prSet presAssocID="{B5ECFC3F-0690-42B3-956D-D07A356726AD}" presName="hierRoot2" presStyleCnt="0">
        <dgm:presLayoutVars>
          <dgm:hierBranch val="init"/>
        </dgm:presLayoutVars>
      </dgm:prSet>
      <dgm:spPr/>
    </dgm:pt>
    <dgm:pt modelId="{66AB14E4-121F-4FDD-8368-3A63D765D26C}" type="pres">
      <dgm:prSet presAssocID="{B5ECFC3F-0690-42B3-956D-D07A356726AD}" presName="rootComposite" presStyleCnt="0"/>
      <dgm:spPr/>
    </dgm:pt>
    <dgm:pt modelId="{47280632-4F58-443D-A429-B65280732CC9}" type="pres">
      <dgm:prSet presAssocID="{B5ECFC3F-0690-42B3-956D-D07A356726AD}" presName="rootText" presStyleLbl="node2" presStyleIdx="1" presStyleCnt="4">
        <dgm:presLayoutVars>
          <dgm:chPref val="3"/>
        </dgm:presLayoutVars>
      </dgm:prSet>
      <dgm:spPr/>
    </dgm:pt>
    <dgm:pt modelId="{A6806981-3CEC-450F-9DA8-3D3998057D18}" type="pres">
      <dgm:prSet presAssocID="{B5ECFC3F-0690-42B3-956D-D07A356726AD}" presName="rootConnector" presStyleLbl="node2" presStyleIdx="1" presStyleCnt="4"/>
      <dgm:spPr/>
    </dgm:pt>
    <dgm:pt modelId="{F0351DC2-36EE-4C38-BCB8-5794CFAD5AC5}" type="pres">
      <dgm:prSet presAssocID="{B5ECFC3F-0690-42B3-956D-D07A356726AD}" presName="hierChild4" presStyleCnt="0"/>
      <dgm:spPr/>
    </dgm:pt>
    <dgm:pt modelId="{23ECFD35-B238-4207-8111-E2DC8025497D}" type="pres">
      <dgm:prSet presAssocID="{5FD1A969-F693-4D14-B0EF-43EC64E7D829}" presName="Name37" presStyleLbl="parChTrans1D3" presStyleIdx="1" presStyleCnt="4"/>
      <dgm:spPr/>
    </dgm:pt>
    <dgm:pt modelId="{C4C43969-6572-4AB4-9840-E6D894AA1311}" type="pres">
      <dgm:prSet presAssocID="{0F7E4FDB-13F6-482D-A4F0-58BDB2B3D20A}" presName="hierRoot2" presStyleCnt="0">
        <dgm:presLayoutVars>
          <dgm:hierBranch val="init"/>
        </dgm:presLayoutVars>
      </dgm:prSet>
      <dgm:spPr/>
    </dgm:pt>
    <dgm:pt modelId="{C740739C-8352-40AA-A89E-8CCBA0A582B8}" type="pres">
      <dgm:prSet presAssocID="{0F7E4FDB-13F6-482D-A4F0-58BDB2B3D20A}" presName="rootComposite" presStyleCnt="0"/>
      <dgm:spPr/>
    </dgm:pt>
    <dgm:pt modelId="{EC291E19-923F-466E-A4C1-14E9408E6CA5}" type="pres">
      <dgm:prSet presAssocID="{0F7E4FDB-13F6-482D-A4F0-58BDB2B3D20A}" presName="rootText" presStyleLbl="node3" presStyleIdx="1" presStyleCnt="4">
        <dgm:presLayoutVars>
          <dgm:chPref val="3"/>
        </dgm:presLayoutVars>
      </dgm:prSet>
      <dgm:spPr/>
    </dgm:pt>
    <dgm:pt modelId="{778C509C-E525-45B2-B00F-DE715C7998BF}" type="pres">
      <dgm:prSet presAssocID="{0F7E4FDB-13F6-482D-A4F0-58BDB2B3D20A}" presName="rootConnector" presStyleLbl="node3" presStyleIdx="1" presStyleCnt="4"/>
      <dgm:spPr/>
    </dgm:pt>
    <dgm:pt modelId="{D2D6E57D-0744-42DD-B2A2-1770FAA53AA0}" type="pres">
      <dgm:prSet presAssocID="{0F7E4FDB-13F6-482D-A4F0-58BDB2B3D20A}" presName="hierChild4" presStyleCnt="0"/>
      <dgm:spPr/>
    </dgm:pt>
    <dgm:pt modelId="{2920983A-E45D-409D-B336-80426F96770D}" type="pres">
      <dgm:prSet presAssocID="{0F7E4FDB-13F6-482D-A4F0-58BDB2B3D20A}" presName="hierChild5" presStyleCnt="0"/>
      <dgm:spPr/>
    </dgm:pt>
    <dgm:pt modelId="{23A9198D-EA45-4495-8270-F0739DD6443D}" type="pres">
      <dgm:prSet presAssocID="{B5ECFC3F-0690-42B3-956D-D07A356726AD}" presName="hierChild5" presStyleCnt="0"/>
      <dgm:spPr/>
    </dgm:pt>
    <dgm:pt modelId="{A5AF27C3-3C8E-46F1-9E42-D58D4BF6D37D}" type="pres">
      <dgm:prSet presAssocID="{B2D0AFA5-CA9D-49D3-8CED-61C5D5631683}" presName="Name37" presStyleLbl="parChTrans1D2" presStyleIdx="2" presStyleCnt="4"/>
      <dgm:spPr/>
    </dgm:pt>
    <dgm:pt modelId="{97185864-4B77-42FF-A62E-284025CE2F3B}" type="pres">
      <dgm:prSet presAssocID="{B227C2AE-B1FF-4E19-9144-B1E4AF543E05}" presName="hierRoot2" presStyleCnt="0">
        <dgm:presLayoutVars>
          <dgm:hierBranch val="init"/>
        </dgm:presLayoutVars>
      </dgm:prSet>
      <dgm:spPr/>
    </dgm:pt>
    <dgm:pt modelId="{B7D622FA-59E0-425D-AF76-3C33EE3C7ECE}" type="pres">
      <dgm:prSet presAssocID="{B227C2AE-B1FF-4E19-9144-B1E4AF543E05}" presName="rootComposite" presStyleCnt="0"/>
      <dgm:spPr/>
    </dgm:pt>
    <dgm:pt modelId="{835CEB0E-AB58-4C31-BBA5-A08287A78BAD}" type="pres">
      <dgm:prSet presAssocID="{B227C2AE-B1FF-4E19-9144-B1E4AF543E05}" presName="rootText" presStyleLbl="node2" presStyleIdx="2" presStyleCnt="4">
        <dgm:presLayoutVars>
          <dgm:chPref val="3"/>
        </dgm:presLayoutVars>
      </dgm:prSet>
      <dgm:spPr/>
    </dgm:pt>
    <dgm:pt modelId="{A96D30C6-933B-4E3C-A749-A9174F2F48C2}" type="pres">
      <dgm:prSet presAssocID="{B227C2AE-B1FF-4E19-9144-B1E4AF543E05}" presName="rootConnector" presStyleLbl="node2" presStyleIdx="2" presStyleCnt="4"/>
      <dgm:spPr/>
    </dgm:pt>
    <dgm:pt modelId="{7A800792-1598-459A-AB59-910881144EB4}" type="pres">
      <dgm:prSet presAssocID="{B227C2AE-B1FF-4E19-9144-B1E4AF543E05}" presName="hierChild4" presStyleCnt="0"/>
      <dgm:spPr/>
    </dgm:pt>
    <dgm:pt modelId="{3C0C7F08-5988-4C6B-A83B-B53E5667E9CB}" type="pres">
      <dgm:prSet presAssocID="{A9DED337-3B8D-4163-85D5-B7C83A293E86}" presName="Name37" presStyleLbl="parChTrans1D3" presStyleIdx="2" presStyleCnt="4"/>
      <dgm:spPr/>
    </dgm:pt>
    <dgm:pt modelId="{4D55318F-233E-44EE-B829-789B1994A7B7}" type="pres">
      <dgm:prSet presAssocID="{648AE680-B2D1-4868-8F47-4253F91107CC}" presName="hierRoot2" presStyleCnt="0">
        <dgm:presLayoutVars>
          <dgm:hierBranch val="init"/>
        </dgm:presLayoutVars>
      </dgm:prSet>
      <dgm:spPr/>
    </dgm:pt>
    <dgm:pt modelId="{21452D90-5138-47A4-91BA-71CA33D52432}" type="pres">
      <dgm:prSet presAssocID="{648AE680-B2D1-4868-8F47-4253F91107CC}" presName="rootComposite" presStyleCnt="0"/>
      <dgm:spPr/>
    </dgm:pt>
    <dgm:pt modelId="{D7B6485A-0B7D-4437-80CF-B65942142180}" type="pres">
      <dgm:prSet presAssocID="{648AE680-B2D1-4868-8F47-4253F91107CC}" presName="rootText" presStyleLbl="node3" presStyleIdx="2" presStyleCnt="4">
        <dgm:presLayoutVars>
          <dgm:chPref val="3"/>
        </dgm:presLayoutVars>
      </dgm:prSet>
      <dgm:spPr/>
    </dgm:pt>
    <dgm:pt modelId="{E3174004-04B8-4946-8238-1678C9503EE4}" type="pres">
      <dgm:prSet presAssocID="{648AE680-B2D1-4868-8F47-4253F91107CC}" presName="rootConnector" presStyleLbl="node3" presStyleIdx="2" presStyleCnt="4"/>
      <dgm:spPr/>
    </dgm:pt>
    <dgm:pt modelId="{B9931C38-9E6D-4BA4-ABC6-367547F51F1F}" type="pres">
      <dgm:prSet presAssocID="{648AE680-B2D1-4868-8F47-4253F91107CC}" presName="hierChild4" presStyleCnt="0"/>
      <dgm:spPr/>
    </dgm:pt>
    <dgm:pt modelId="{78706BC4-EC34-4CBA-99C5-D8E605713892}" type="pres">
      <dgm:prSet presAssocID="{648AE680-B2D1-4868-8F47-4253F91107CC}" presName="hierChild5" presStyleCnt="0"/>
      <dgm:spPr/>
    </dgm:pt>
    <dgm:pt modelId="{6A2C63E1-C723-4D6C-9F71-347E3A31BFEA}" type="pres">
      <dgm:prSet presAssocID="{B227C2AE-B1FF-4E19-9144-B1E4AF543E05}" presName="hierChild5" presStyleCnt="0"/>
      <dgm:spPr/>
    </dgm:pt>
    <dgm:pt modelId="{3DFDC790-72A8-4B79-AAE9-689A523C74E7}" type="pres">
      <dgm:prSet presAssocID="{C3A2FCA3-3F16-43CE-915F-0C372C8AE2F6}" presName="Name37" presStyleLbl="parChTrans1D2" presStyleIdx="3" presStyleCnt="4"/>
      <dgm:spPr/>
    </dgm:pt>
    <dgm:pt modelId="{8B46874D-6898-4B55-AA85-4D2252F9D044}" type="pres">
      <dgm:prSet presAssocID="{48BF0DE3-D0C1-4385-81D2-FD28A82D6DA5}" presName="hierRoot2" presStyleCnt="0">
        <dgm:presLayoutVars>
          <dgm:hierBranch val="init"/>
        </dgm:presLayoutVars>
      </dgm:prSet>
      <dgm:spPr/>
    </dgm:pt>
    <dgm:pt modelId="{922ADE3B-FFE2-4568-88AF-9AD9EE40FB7F}" type="pres">
      <dgm:prSet presAssocID="{48BF0DE3-D0C1-4385-81D2-FD28A82D6DA5}" presName="rootComposite" presStyleCnt="0"/>
      <dgm:spPr/>
    </dgm:pt>
    <dgm:pt modelId="{AF3DCDAD-E575-464F-A824-461D3D749731}" type="pres">
      <dgm:prSet presAssocID="{48BF0DE3-D0C1-4385-81D2-FD28A82D6DA5}" presName="rootText" presStyleLbl="node2" presStyleIdx="3" presStyleCnt="4">
        <dgm:presLayoutVars>
          <dgm:chPref val="3"/>
        </dgm:presLayoutVars>
      </dgm:prSet>
      <dgm:spPr/>
    </dgm:pt>
    <dgm:pt modelId="{134F1D23-940C-42E0-A7D8-D5ACF215CFA4}" type="pres">
      <dgm:prSet presAssocID="{48BF0DE3-D0C1-4385-81D2-FD28A82D6DA5}" presName="rootConnector" presStyleLbl="node2" presStyleIdx="3" presStyleCnt="4"/>
      <dgm:spPr/>
    </dgm:pt>
    <dgm:pt modelId="{7FA6F7D0-9840-40E5-BA20-368C4CFD98CC}" type="pres">
      <dgm:prSet presAssocID="{48BF0DE3-D0C1-4385-81D2-FD28A82D6DA5}" presName="hierChild4" presStyleCnt="0"/>
      <dgm:spPr/>
    </dgm:pt>
    <dgm:pt modelId="{077226E1-9818-4D70-BC56-0F7439B9035B}" type="pres">
      <dgm:prSet presAssocID="{C244DF7A-1C8E-4431-8088-C3F90B3B926E}" presName="Name37" presStyleLbl="parChTrans1D3" presStyleIdx="3" presStyleCnt="4"/>
      <dgm:spPr/>
    </dgm:pt>
    <dgm:pt modelId="{B278905D-7833-43A6-BB25-2C1EB6DCAB74}" type="pres">
      <dgm:prSet presAssocID="{E564948B-8C27-45D3-8454-40506E88BB74}" presName="hierRoot2" presStyleCnt="0">
        <dgm:presLayoutVars>
          <dgm:hierBranch val="init"/>
        </dgm:presLayoutVars>
      </dgm:prSet>
      <dgm:spPr/>
    </dgm:pt>
    <dgm:pt modelId="{C765A899-B653-4675-BF12-A6BC570667F3}" type="pres">
      <dgm:prSet presAssocID="{E564948B-8C27-45D3-8454-40506E88BB74}" presName="rootComposite" presStyleCnt="0"/>
      <dgm:spPr/>
    </dgm:pt>
    <dgm:pt modelId="{22F49892-028E-4685-ADF6-48BABD67855E}" type="pres">
      <dgm:prSet presAssocID="{E564948B-8C27-45D3-8454-40506E88BB74}" presName="rootText" presStyleLbl="node3" presStyleIdx="3" presStyleCnt="4">
        <dgm:presLayoutVars>
          <dgm:chPref val="3"/>
        </dgm:presLayoutVars>
      </dgm:prSet>
      <dgm:spPr/>
    </dgm:pt>
    <dgm:pt modelId="{06E32978-F458-4655-9379-478605DFA9F0}" type="pres">
      <dgm:prSet presAssocID="{E564948B-8C27-45D3-8454-40506E88BB74}" presName="rootConnector" presStyleLbl="node3" presStyleIdx="3" presStyleCnt="4"/>
      <dgm:spPr/>
    </dgm:pt>
    <dgm:pt modelId="{F210CCD5-92A5-4713-9BC7-399D22E1DFF9}" type="pres">
      <dgm:prSet presAssocID="{E564948B-8C27-45D3-8454-40506E88BB74}" presName="hierChild4" presStyleCnt="0"/>
      <dgm:spPr/>
    </dgm:pt>
    <dgm:pt modelId="{F91C461D-2DF4-483E-8056-58EF00C14442}" type="pres">
      <dgm:prSet presAssocID="{E564948B-8C27-45D3-8454-40506E88BB74}" presName="hierChild5" presStyleCnt="0"/>
      <dgm:spPr/>
    </dgm:pt>
    <dgm:pt modelId="{525FAB58-122C-430C-B421-B9A42C742840}" type="pres">
      <dgm:prSet presAssocID="{48BF0DE3-D0C1-4385-81D2-FD28A82D6DA5}" presName="hierChild5" presStyleCnt="0"/>
      <dgm:spPr/>
    </dgm:pt>
    <dgm:pt modelId="{78D1AC0F-AB8A-4AE1-B4FD-47AE27AB150C}" type="pres">
      <dgm:prSet presAssocID="{3CD60349-A46B-486A-917E-373D26F9F480}" presName="hierChild3" presStyleCnt="0"/>
      <dgm:spPr/>
    </dgm:pt>
  </dgm:ptLst>
  <dgm:cxnLst>
    <dgm:cxn modelId="{7706580D-DB98-427F-BB50-252A53E5EE03}" type="presOf" srcId="{E564948B-8C27-45D3-8454-40506E88BB74}" destId="{22F49892-028E-4685-ADF6-48BABD67855E}" srcOrd="0" destOrd="0" presId="urn:microsoft.com/office/officeart/2005/8/layout/orgChart1"/>
    <dgm:cxn modelId="{9A453C10-352E-4585-84EE-07491E9E8BD0}" type="presOf" srcId="{0F7E4FDB-13F6-482D-A4F0-58BDB2B3D20A}" destId="{778C509C-E525-45B2-B00F-DE715C7998BF}" srcOrd="1" destOrd="0" presId="urn:microsoft.com/office/officeart/2005/8/layout/orgChart1"/>
    <dgm:cxn modelId="{F1412814-8D82-4B2F-BC81-93BC71850D3E}" type="presOf" srcId="{3CD60349-A46B-486A-917E-373D26F9F480}" destId="{4003BFFB-B21A-494D-97DC-4926EF254301}" srcOrd="1" destOrd="0" presId="urn:microsoft.com/office/officeart/2005/8/layout/orgChart1"/>
    <dgm:cxn modelId="{8173E616-AACF-4120-89CF-D640EB1854B0}" type="presOf" srcId="{B2D0AFA5-CA9D-49D3-8CED-61C5D5631683}" destId="{A5AF27C3-3C8E-46F1-9E42-D58D4BF6D37D}" srcOrd="0" destOrd="0" presId="urn:microsoft.com/office/officeart/2005/8/layout/orgChart1"/>
    <dgm:cxn modelId="{A0CB1F2A-EB8D-4BE1-ACED-D834A7E934B6}" type="presOf" srcId="{C244DF7A-1C8E-4431-8088-C3F90B3B926E}" destId="{077226E1-9818-4D70-BC56-0F7439B9035B}" srcOrd="0" destOrd="0" presId="urn:microsoft.com/office/officeart/2005/8/layout/orgChart1"/>
    <dgm:cxn modelId="{C873F72B-3C69-429C-886B-D95109D33E7B}" type="presOf" srcId="{EE6F40DB-A3FB-40D2-B921-3BD145115C1B}" destId="{E722AAB0-ADA0-4E3B-ABCB-4A7545B4341C}" srcOrd="0" destOrd="0" presId="urn:microsoft.com/office/officeart/2005/8/layout/orgChart1"/>
    <dgm:cxn modelId="{6A2F8F30-096D-48B3-B60A-E1D6728F8511}" type="presOf" srcId="{C3A2FCA3-3F16-43CE-915F-0C372C8AE2F6}" destId="{3DFDC790-72A8-4B79-AAE9-689A523C74E7}" srcOrd="0" destOrd="0" presId="urn:microsoft.com/office/officeart/2005/8/layout/orgChart1"/>
    <dgm:cxn modelId="{11EC4232-0707-4CD5-9072-897A54F000AC}" type="presOf" srcId="{B227C2AE-B1FF-4E19-9144-B1E4AF543E05}" destId="{835CEB0E-AB58-4C31-BBA5-A08287A78BAD}" srcOrd="0" destOrd="0" presId="urn:microsoft.com/office/officeart/2005/8/layout/orgChart1"/>
    <dgm:cxn modelId="{155AE938-091F-42B8-9219-9B63BD4AE9B9}" type="presOf" srcId="{5FD1A969-F693-4D14-B0EF-43EC64E7D829}" destId="{23ECFD35-B238-4207-8111-E2DC8025497D}" srcOrd="0" destOrd="0" presId="urn:microsoft.com/office/officeart/2005/8/layout/orgChart1"/>
    <dgm:cxn modelId="{2E40F038-1959-43BC-9AB4-66D566EFE813}" type="presOf" srcId="{B227C2AE-B1FF-4E19-9144-B1E4AF543E05}" destId="{A96D30C6-933B-4E3C-A749-A9174F2F48C2}" srcOrd="1" destOrd="0" presId="urn:microsoft.com/office/officeart/2005/8/layout/orgChart1"/>
    <dgm:cxn modelId="{2C4A9D60-6025-4368-B3C9-C78FF4AD5EF1}" type="presOf" srcId="{7EB5B4B4-77C7-4F5F-B39C-4B8554B6C9B8}" destId="{6F3768F9-43F3-40ED-8584-3E598F708EBA}" srcOrd="0" destOrd="0" presId="urn:microsoft.com/office/officeart/2005/8/layout/orgChart1"/>
    <dgm:cxn modelId="{984C5648-4ECB-416F-8C33-AF084FC6585B}" srcId="{3CD60349-A46B-486A-917E-373D26F9F480}" destId="{B227C2AE-B1FF-4E19-9144-B1E4AF543E05}" srcOrd="2" destOrd="0" parTransId="{B2D0AFA5-CA9D-49D3-8CED-61C5D5631683}" sibTransId="{E6F577E9-D414-49E7-9E3D-636FA9D9E87E}"/>
    <dgm:cxn modelId="{6EFFC049-BBDC-455A-94E4-A228D382A2C6}" type="presOf" srcId="{648AE680-B2D1-4868-8F47-4253F91107CC}" destId="{E3174004-04B8-4946-8238-1678C9503EE4}" srcOrd="1" destOrd="0" presId="urn:microsoft.com/office/officeart/2005/8/layout/orgChart1"/>
    <dgm:cxn modelId="{85162A4A-B676-44EF-BC85-228D7EEC59B7}" type="presOf" srcId="{CAA3C833-D061-4322-8A7D-E8D15B8F2CD9}" destId="{63BFA4B5-4E7F-4A6A-8347-A3EDD161CB81}" srcOrd="0" destOrd="0" presId="urn:microsoft.com/office/officeart/2005/8/layout/orgChart1"/>
    <dgm:cxn modelId="{411B066C-750D-4DC1-9195-40157759FE22}" srcId="{3CD60349-A46B-486A-917E-373D26F9F480}" destId="{759DE543-9C04-4C2A-B39D-2E1E4531673A}" srcOrd="0" destOrd="0" parTransId="{EE6F40DB-A3FB-40D2-B921-3BD145115C1B}" sibTransId="{4DA5A76D-023C-4415-8568-1E5FD42FCC37}"/>
    <dgm:cxn modelId="{A52F0C70-21F2-405D-8FBD-FCED97128F34}" type="presOf" srcId="{DC155316-09B9-407F-B6CE-DDFB1BB0D114}" destId="{CD973692-41E9-4DCC-B14D-CFDA99385E02}" srcOrd="1" destOrd="0" presId="urn:microsoft.com/office/officeart/2005/8/layout/orgChart1"/>
    <dgm:cxn modelId="{E4813972-9E2A-4119-B693-3A8700FD62BB}" type="presOf" srcId="{759DE543-9C04-4C2A-B39D-2E1E4531673A}" destId="{7D47A8BF-491A-43A9-8333-DEC52926C983}" srcOrd="0" destOrd="0" presId="urn:microsoft.com/office/officeart/2005/8/layout/orgChart1"/>
    <dgm:cxn modelId="{A9082083-F985-4F82-9F29-45539CBD44C6}" srcId="{759DE543-9C04-4C2A-B39D-2E1E4531673A}" destId="{DC155316-09B9-407F-B6CE-DDFB1BB0D114}" srcOrd="0" destOrd="0" parTransId="{040B0E13-5572-48B4-BD92-97B97F5C9D28}" sibTransId="{756767B7-2310-48C8-9FF8-0817E7C27D1E}"/>
    <dgm:cxn modelId="{D478EF8F-CCA6-4BA4-8747-F6DB8DE0E279}" srcId="{CAA3C833-D061-4322-8A7D-E8D15B8F2CD9}" destId="{3CD60349-A46B-486A-917E-373D26F9F480}" srcOrd="0" destOrd="0" parTransId="{11A03725-1FC9-469F-A4EE-55FB57F01382}" sibTransId="{A147F795-543B-4217-9A54-47DDEAF939D4}"/>
    <dgm:cxn modelId="{BDB464A0-00E5-4A82-BD82-4A0508C890D8}" type="presOf" srcId="{B5ECFC3F-0690-42B3-956D-D07A356726AD}" destId="{A6806981-3CEC-450F-9DA8-3D3998057D18}" srcOrd="1" destOrd="0" presId="urn:microsoft.com/office/officeart/2005/8/layout/orgChart1"/>
    <dgm:cxn modelId="{1E7CD4A3-2E8D-4F5A-95EE-17CF485838B6}" type="presOf" srcId="{E564948B-8C27-45D3-8454-40506E88BB74}" destId="{06E32978-F458-4655-9379-478605DFA9F0}" srcOrd="1" destOrd="0" presId="urn:microsoft.com/office/officeart/2005/8/layout/orgChart1"/>
    <dgm:cxn modelId="{A0901CA4-D753-47F1-AAA5-F193D575FC4E}" type="presOf" srcId="{0F7E4FDB-13F6-482D-A4F0-58BDB2B3D20A}" destId="{EC291E19-923F-466E-A4C1-14E9408E6CA5}" srcOrd="0" destOrd="0" presId="urn:microsoft.com/office/officeart/2005/8/layout/orgChart1"/>
    <dgm:cxn modelId="{22D745A9-C281-4809-97A8-FEDB059D09EA}" type="presOf" srcId="{B5ECFC3F-0690-42B3-956D-D07A356726AD}" destId="{47280632-4F58-443D-A429-B65280732CC9}" srcOrd="0" destOrd="0" presId="urn:microsoft.com/office/officeart/2005/8/layout/orgChart1"/>
    <dgm:cxn modelId="{A44FDCA9-B275-4673-801A-DC9E3475486D}" type="presOf" srcId="{A9DED337-3B8D-4163-85D5-B7C83A293E86}" destId="{3C0C7F08-5988-4C6B-A83B-B53E5667E9CB}" srcOrd="0" destOrd="0" presId="urn:microsoft.com/office/officeart/2005/8/layout/orgChart1"/>
    <dgm:cxn modelId="{B36ACDAE-7096-45A7-9FAF-594FD95D42E9}" type="presOf" srcId="{48BF0DE3-D0C1-4385-81D2-FD28A82D6DA5}" destId="{AF3DCDAD-E575-464F-A824-461D3D749731}" srcOrd="0" destOrd="0" presId="urn:microsoft.com/office/officeart/2005/8/layout/orgChart1"/>
    <dgm:cxn modelId="{591672B0-51DA-4CFE-8BB6-7A02C85B75AF}" srcId="{3CD60349-A46B-486A-917E-373D26F9F480}" destId="{48BF0DE3-D0C1-4385-81D2-FD28A82D6DA5}" srcOrd="3" destOrd="0" parTransId="{C3A2FCA3-3F16-43CE-915F-0C372C8AE2F6}" sibTransId="{D9C81DF3-C81E-4F18-89F1-FABF4DBD470B}"/>
    <dgm:cxn modelId="{7D7A91B4-2FF6-41D4-A1D8-0385160A59CF}" srcId="{3CD60349-A46B-486A-917E-373D26F9F480}" destId="{B5ECFC3F-0690-42B3-956D-D07A356726AD}" srcOrd="1" destOrd="0" parTransId="{7EB5B4B4-77C7-4F5F-B39C-4B8554B6C9B8}" sibTransId="{828D3DBA-B910-474E-92B3-901C13AC202A}"/>
    <dgm:cxn modelId="{E661B4B7-5687-42E7-947D-BEA2314B9B06}" type="presOf" srcId="{DC155316-09B9-407F-B6CE-DDFB1BB0D114}" destId="{3A8A005C-7636-4A9A-819B-4EC9D111487E}" srcOrd="0" destOrd="0" presId="urn:microsoft.com/office/officeart/2005/8/layout/orgChart1"/>
    <dgm:cxn modelId="{0BB4F7BC-9038-43DB-A4E9-9C4DBB9622CB}" srcId="{B5ECFC3F-0690-42B3-956D-D07A356726AD}" destId="{0F7E4FDB-13F6-482D-A4F0-58BDB2B3D20A}" srcOrd="0" destOrd="0" parTransId="{5FD1A969-F693-4D14-B0EF-43EC64E7D829}" sibTransId="{9E1E36C7-5E95-484B-8EA9-C8C2039E5FAC}"/>
    <dgm:cxn modelId="{F2A959C3-F6C7-4F14-87EB-FB6D0A6E57A4}" srcId="{B227C2AE-B1FF-4E19-9144-B1E4AF543E05}" destId="{648AE680-B2D1-4868-8F47-4253F91107CC}" srcOrd="0" destOrd="0" parTransId="{A9DED337-3B8D-4163-85D5-B7C83A293E86}" sibTransId="{29498BBA-DE6F-4971-BB39-7A9172E518E7}"/>
    <dgm:cxn modelId="{FB5778CF-2FC4-4687-854B-45D0858E0059}" type="presOf" srcId="{040B0E13-5572-48B4-BD92-97B97F5C9D28}" destId="{A84A1A92-D52C-4678-86B6-83BD93FC856D}" srcOrd="0" destOrd="0" presId="urn:microsoft.com/office/officeart/2005/8/layout/orgChart1"/>
    <dgm:cxn modelId="{9B5BBFD1-13BA-44DA-A819-74A8B26B2189}" type="presOf" srcId="{648AE680-B2D1-4868-8F47-4253F91107CC}" destId="{D7B6485A-0B7D-4437-80CF-B65942142180}" srcOrd="0" destOrd="0" presId="urn:microsoft.com/office/officeart/2005/8/layout/orgChart1"/>
    <dgm:cxn modelId="{312D46D4-1B4F-43CD-B06C-4E7C230C7E85}" srcId="{48BF0DE3-D0C1-4385-81D2-FD28A82D6DA5}" destId="{E564948B-8C27-45D3-8454-40506E88BB74}" srcOrd="0" destOrd="0" parTransId="{C244DF7A-1C8E-4431-8088-C3F90B3B926E}" sibTransId="{CEE54124-BBF0-4E04-B898-78BDA9630491}"/>
    <dgm:cxn modelId="{344287DA-1216-4700-89B5-6B593D7F26E9}" type="presOf" srcId="{759DE543-9C04-4C2A-B39D-2E1E4531673A}" destId="{E11D5F93-6C3C-4D16-B65A-5317ED72EC97}" srcOrd="1" destOrd="0" presId="urn:microsoft.com/office/officeart/2005/8/layout/orgChart1"/>
    <dgm:cxn modelId="{739351FB-057A-4A9A-A4C2-B3EDF3F45CAE}" type="presOf" srcId="{3CD60349-A46B-486A-917E-373D26F9F480}" destId="{773C518A-3249-4C84-884C-DEA02882B5A2}" srcOrd="0" destOrd="0" presId="urn:microsoft.com/office/officeart/2005/8/layout/orgChart1"/>
    <dgm:cxn modelId="{5779E8FE-1250-42B9-B014-13A480768ECF}" type="presOf" srcId="{48BF0DE3-D0C1-4385-81D2-FD28A82D6DA5}" destId="{134F1D23-940C-42E0-A7D8-D5ACF215CFA4}" srcOrd="1" destOrd="0" presId="urn:microsoft.com/office/officeart/2005/8/layout/orgChart1"/>
    <dgm:cxn modelId="{EB673DD3-10FB-4DB1-8C2A-CD316E1172C6}" type="presParOf" srcId="{63BFA4B5-4E7F-4A6A-8347-A3EDD161CB81}" destId="{2DEF3377-AB9A-4A53-96EB-2A3DE5BF33AF}" srcOrd="0" destOrd="0" presId="urn:microsoft.com/office/officeart/2005/8/layout/orgChart1"/>
    <dgm:cxn modelId="{AE252221-758F-4007-8121-6CADA64A4DBA}" type="presParOf" srcId="{2DEF3377-AB9A-4A53-96EB-2A3DE5BF33AF}" destId="{4106B779-5D2B-4578-AB65-641F60C7DA0E}" srcOrd="0" destOrd="0" presId="urn:microsoft.com/office/officeart/2005/8/layout/orgChart1"/>
    <dgm:cxn modelId="{CD8D8452-41E7-4A86-A2DC-B165EAC562EC}" type="presParOf" srcId="{4106B779-5D2B-4578-AB65-641F60C7DA0E}" destId="{773C518A-3249-4C84-884C-DEA02882B5A2}" srcOrd="0" destOrd="0" presId="urn:microsoft.com/office/officeart/2005/8/layout/orgChart1"/>
    <dgm:cxn modelId="{C47D1F49-AA30-4C26-A703-16FB93DC5C7C}" type="presParOf" srcId="{4106B779-5D2B-4578-AB65-641F60C7DA0E}" destId="{4003BFFB-B21A-494D-97DC-4926EF254301}" srcOrd="1" destOrd="0" presId="urn:microsoft.com/office/officeart/2005/8/layout/orgChart1"/>
    <dgm:cxn modelId="{1E04F2B4-D62B-446E-8263-FE39F8FFB808}" type="presParOf" srcId="{2DEF3377-AB9A-4A53-96EB-2A3DE5BF33AF}" destId="{9E6EF3D6-8947-4E3D-8D6B-E829D908919B}" srcOrd="1" destOrd="0" presId="urn:microsoft.com/office/officeart/2005/8/layout/orgChart1"/>
    <dgm:cxn modelId="{7D008F6B-4128-4DBC-AB73-430801E27799}" type="presParOf" srcId="{9E6EF3D6-8947-4E3D-8D6B-E829D908919B}" destId="{E722AAB0-ADA0-4E3B-ABCB-4A7545B4341C}" srcOrd="0" destOrd="0" presId="urn:microsoft.com/office/officeart/2005/8/layout/orgChart1"/>
    <dgm:cxn modelId="{D84F72C1-A6AF-4E5E-AE3D-06320DA3D033}" type="presParOf" srcId="{9E6EF3D6-8947-4E3D-8D6B-E829D908919B}" destId="{8D3766BA-2B19-4F50-8198-F003ED4266B9}" srcOrd="1" destOrd="0" presId="urn:microsoft.com/office/officeart/2005/8/layout/orgChart1"/>
    <dgm:cxn modelId="{E2F3B6F0-E77B-4048-AA09-69B8752EAC28}" type="presParOf" srcId="{8D3766BA-2B19-4F50-8198-F003ED4266B9}" destId="{A2E956A9-A80E-42EB-B8AC-CDC44592A919}" srcOrd="0" destOrd="0" presId="urn:microsoft.com/office/officeart/2005/8/layout/orgChart1"/>
    <dgm:cxn modelId="{99199E06-5673-461B-9B79-C56EAC75732B}" type="presParOf" srcId="{A2E956A9-A80E-42EB-B8AC-CDC44592A919}" destId="{7D47A8BF-491A-43A9-8333-DEC52926C983}" srcOrd="0" destOrd="0" presId="urn:microsoft.com/office/officeart/2005/8/layout/orgChart1"/>
    <dgm:cxn modelId="{6DDBF012-68E3-4809-84B8-8673494914BB}" type="presParOf" srcId="{A2E956A9-A80E-42EB-B8AC-CDC44592A919}" destId="{E11D5F93-6C3C-4D16-B65A-5317ED72EC97}" srcOrd="1" destOrd="0" presId="urn:microsoft.com/office/officeart/2005/8/layout/orgChart1"/>
    <dgm:cxn modelId="{C1D41D4D-A0BE-4701-97EE-43505A54BA4F}" type="presParOf" srcId="{8D3766BA-2B19-4F50-8198-F003ED4266B9}" destId="{4CD61684-C262-413A-85C3-1FCC42B60815}" srcOrd="1" destOrd="0" presId="urn:microsoft.com/office/officeart/2005/8/layout/orgChart1"/>
    <dgm:cxn modelId="{547FD725-DA32-41DE-85C7-9B6F8E404515}" type="presParOf" srcId="{4CD61684-C262-413A-85C3-1FCC42B60815}" destId="{A84A1A92-D52C-4678-86B6-83BD93FC856D}" srcOrd="0" destOrd="0" presId="urn:microsoft.com/office/officeart/2005/8/layout/orgChart1"/>
    <dgm:cxn modelId="{5EB88178-4084-40A3-9E9B-4C7156F4CCB8}" type="presParOf" srcId="{4CD61684-C262-413A-85C3-1FCC42B60815}" destId="{5153D079-7794-4733-869C-384DACE4402F}" srcOrd="1" destOrd="0" presId="urn:microsoft.com/office/officeart/2005/8/layout/orgChart1"/>
    <dgm:cxn modelId="{77470497-5FBF-4822-B1A0-B550B7D2C533}" type="presParOf" srcId="{5153D079-7794-4733-869C-384DACE4402F}" destId="{89788B26-9A5C-4394-A9CA-B183C37C7B4C}" srcOrd="0" destOrd="0" presId="urn:microsoft.com/office/officeart/2005/8/layout/orgChart1"/>
    <dgm:cxn modelId="{0F83473A-D700-4157-BF38-B80A755C04BC}" type="presParOf" srcId="{89788B26-9A5C-4394-A9CA-B183C37C7B4C}" destId="{3A8A005C-7636-4A9A-819B-4EC9D111487E}" srcOrd="0" destOrd="0" presId="urn:microsoft.com/office/officeart/2005/8/layout/orgChart1"/>
    <dgm:cxn modelId="{9E6DAE95-6E20-4D1C-AA1E-232433B87C08}" type="presParOf" srcId="{89788B26-9A5C-4394-A9CA-B183C37C7B4C}" destId="{CD973692-41E9-4DCC-B14D-CFDA99385E02}" srcOrd="1" destOrd="0" presId="urn:microsoft.com/office/officeart/2005/8/layout/orgChart1"/>
    <dgm:cxn modelId="{E25336AB-8C11-4614-917A-AFCAFB354425}" type="presParOf" srcId="{5153D079-7794-4733-869C-384DACE4402F}" destId="{603051E8-2032-4988-A85F-CF385346DAC6}" srcOrd="1" destOrd="0" presId="urn:microsoft.com/office/officeart/2005/8/layout/orgChart1"/>
    <dgm:cxn modelId="{6CC6D55C-8B39-4A5F-8874-15291413E7D9}" type="presParOf" srcId="{5153D079-7794-4733-869C-384DACE4402F}" destId="{3162405E-C49F-4418-B396-1B74C327193E}" srcOrd="2" destOrd="0" presId="urn:microsoft.com/office/officeart/2005/8/layout/orgChart1"/>
    <dgm:cxn modelId="{7D57340B-4A02-4021-83EA-0D41E3D65477}" type="presParOf" srcId="{8D3766BA-2B19-4F50-8198-F003ED4266B9}" destId="{EC54EB61-2FA1-4695-B7B4-B1584DEE716F}" srcOrd="2" destOrd="0" presId="urn:microsoft.com/office/officeart/2005/8/layout/orgChart1"/>
    <dgm:cxn modelId="{9E1C884B-9B3B-48E9-B32A-1FD4D75C4449}" type="presParOf" srcId="{9E6EF3D6-8947-4E3D-8D6B-E829D908919B}" destId="{6F3768F9-43F3-40ED-8584-3E598F708EBA}" srcOrd="2" destOrd="0" presId="urn:microsoft.com/office/officeart/2005/8/layout/orgChart1"/>
    <dgm:cxn modelId="{777F2496-0DEE-42CB-B24A-DAD771AEE945}" type="presParOf" srcId="{9E6EF3D6-8947-4E3D-8D6B-E829D908919B}" destId="{8D492820-C6AF-482E-A26C-60F9DB4D3D5B}" srcOrd="3" destOrd="0" presId="urn:microsoft.com/office/officeart/2005/8/layout/orgChart1"/>
    <dgm:cxn modelId="{62DDA7C0-CA75-4090-A4C5-160686384831}" type="presParOf" srcId="{8D492820-C6AF-482E-A26C-60F9DB4D3D5B}" destId="{66AB14E4-121F-4FDD-8368-3A63D765D26C}" srcOrd="0" destOrd="0" presId="urn:microsoft.com/office/officeart/2005/8/layout/orgChart1"/>
    <dgm:cxn modelId="{0AF0999A-4849-4F06-9D01-1DF2AA389E10}" type="presParOf" srcId="{66AB14E4-121F-4FDD-8368-3A63D765D26C}" destId="{47280632-4F58-443D-A429-B65280732CC9}" srcOrd="0" destOrd="0" presId="urn:microsoft.com/office/officeart/2005/8/layout/orgChart1"/>
    <dgm:cxn modelId="{56C59527-16BA-401D-8105-994F47E68BB1}" type="presParOf" srcId="{66AB14E4-121F-4FDD-8368-3A63D765D26C}" destId="{A6806981-3CEC-450F-9DA8-3D3998057D18}" srcOrd="1" destOrd="0" presId="urn:microsoft.com/office/officeart/2005/8/layout/orgChart1"/>
    <dgm:cxn modelId="{024C8AA0-0D1C-4980-A0D4-D81A91722C8C}" type="presParOf" srcId="{8D492820-C6AF-482E-A26C-60F9DB4D3D5B}" destId="{F0351DC2-36EE-4C38-BCB8-5794CFAD5AC5}" srcOrd="1" destOrd="0" presId="urn:microsoft.com/office/officeart/2005/8/layout/orgChart1"/>
    <dgm:cxn modelId="{263C5F40-ACFF-4C93-A474-A6C154ED9CC1}" type="presParOf" srcId="{F0351DC2-36EE-4C38-BCB8-5794CFAD5AC5}" destId="{23ECFD35-B238-4207-8111-E2DC8025497D}" srcOrd="0" destOrd="0" presId="urn:microsoft.com/office/officeart/2005/8/layout/orgChart1"/>
    <dgm:cxn modelId="{B7676D74-8432-49A2-BAF6-341ED09282A9}" type="presParOf" srcId="{F0351DC2-36EE-4C38-BCB8-5794CFAD5AC5}" destId="{C4C43969-6572-4AB4-9840-E6D894AA1311}" srcOrd="1" destOrd="0" presId="urn:microsoft.com/office/officeart/2005/8/layout/orgChart1"/>
    <dgm:cxn modelId="{B63C573C-D223-45C1-99BF-2E8CC1195C31}" type="presParOf" srcId="{C4C43969-6572-4AB4-9840-E6D894AA1311}" destId="{C740739C-8352-40AA-A89E-8CCBA0A582B8}" srcOrd="0" destOrd="0" presId="urn:microsoft.com/office/officeart/2005/8/layout/orgChart1"/>
    <dgm:cxn modelId="{4A4071B8-5E7E-4E90-A1B4-2A8905FE3418}" type="presParOf" srcId="{C740739C-8352-40AA-A89E-8CCBA0A582B8}" destId="{EC291E19-923F-466E-A4C1-14E9408E6CA5}" srcOrd="0" destOrd="0" presId="urn:microsoft.com/office/officeart/2005/8/layout/orgChart1"/>
    <dgm:cxn modelId="{FF59F8D6-1A79-40AA-B8F0-30D1CAEFDEF3}" type="presParOf" srcId="{C740739C-8352-40AA-A89E-8CCBA0A582B8}" destId="{778C509C-E525-45B2-B00F-DE715C7998BF}" srcOrd="1" destOrd="0" presId="urn:microsoft.com/office/officeart/2005/8/layout/orgChart1"/>
    <dgm:cxn modelId="{7007735E-D99F-42A3-9706-E01FCDA239F7}" type="presParOf" srcId="{C4C43969-6572-4AB4-9840-E6D894AA1311}" destId="{D2D6E57D-0744-42DD-B2A2-1770FAA53AA0}" srcOrd="1" destOrd="0" presId="urn:microsoft.com/office/officeart/2005/8/layout/orgChart1"/>
    <dgm:cxn modelId="{D69F4EFF-E2BF-46BE-9772-AF8EF6EE95F2}" type="presParOf" srcId="{C4C43969-6572-4AB4-9840-E6D894AA1311}" destId="{2920983A-E45D-409D-B336-80426F96770D}" srcOrd="2" destOrd="0" presId="urn:microsoft.com/office/officeart/2005/8/layout/orgChart1"/>
    <dgm:cxn modelId="{52512C72-E2EB-4B0C-B9D7-A2589183F1B9}" type="presParOf" srcId="{8D492820-C6AF-482E-A26C-60F9DB4D3D5B}" destId="{23A9198D-EA45-4495-8270-F0739DD6443D}" srcOrd="2" destOrd="0" presId="urn:microsoft.com/office/officeart/2005/8/layout/orgChart1"/>
    <dgm:cxn modelId="{E3FF977F-3B9B-4386-81EF-B2ACE9BCE79F}" type="presParOf" srcId="{9E6EF3D6-8947-4E3D-8D6B-E829D908919B}" destId="{A5AF27C3-3C8E-46F1-9E42-D58D4BF6D37D}" srcOrd="4" destOrd="0" presId="urn:microsoft.com/office/officeart/2005/8/layout/orgChart1"/>
    <dgm:cxn modelId="{2C50B2E3-592F-48F2-828F-EA6758E0ADAF}" type="presParOf" srcId="{9E6EF3D6-8947-4E3D-8D6B-E829D908919B}" destId="{97185864-4B77-42FF-A62E-284025CE2F3B}" srcOrd="5" destOrd="0" presId="urn:microsoft.com/office/officeart/2005/8/layout/orgChart1"/>
    <dgm:cxn modelId="{C897BF6E-2152-4446-81BC-483C840BC64A}" type="presParOf" srcId="{97185864-4B77-42FF-A62E-284025CE2F3B}" destId="{B7D622FA-59E0-425D-AF76-3C33EE3C7ECE}" srcOrd="0" destOrd="0" presId="urn:microsoft.com/office/officeart/2005/8/layout/orgChart1"/>
    <dgm:cxn modelId="{A411CF5B-DB91-4FDF-810F-472057A440C1}" type="presParOf" srcId="{B7D622FA-59E0-425D-AF76-3C33EE3C7ECE}" destId="{835CEB0E-AB58-4C31-BBA5-A08287A78BAD}" srcOrd="0" destOrd="0" presId="urn:microsoft.com/office/officeart/2005/8/layout/orgChart1"/>
    <dgm:cxn modelId="{39CCF1FE-8CAB-4A62-95F1-A4A9F229ADD0}" type="presParOf" srcId="{B7D622FA-59E0-425D-AF76-3C33EE3C7ECE}" destId="{A96D30C6-933B-4E3C-A749-A9174F2F48C2}" srcOrd="1" destOrd="0" presId="urn:microsoft.com/office/officeart/2005/8/layout/orgChart1"/>
    <dgm:cxn modelId="{DB71DA58-F7CF-49E2-8F0E-CD0C3440FF57}" type="presParOf" srcId="{97185864-4B77-42FF-A62E-284025CE2F3B}" destId="{7A800792-1598-459A-AB59-910881144EB4}" srcOrd="1" destOrd="0" presId="urn:microsoft.com/office/officeart/2005/8/layout/orgChart1"/>
    <dgm:cxn modelId="{52436C4C-6244-4C9C-A6E3-C1C007D49928}" type="presParOf" srcId="{7A800792-1598-459A-AB59-910881144EB4}" destId="{3C0C7F08-5988-4C6B-A83B-B53E5667E9CB}" srcOrd="0" destOrd="0" presId="urn:microsoft.com/office/officeart/2005/8/layout/orgChart1"/>
    <dgm:cxn modelId="{99B57B9F-9348-4AE7-9D58-2EBF07D00078}" type="presParOf" srcId="{7A800792-1598-459A-AB59-910881144EB4}" destId="{4D55318F-233E-44EE-B829-789B1994A7B7}" srcOrd="1" destOrd="0" presId="urn:microsoft.com/office/officeart/2005/8/layout/orgChart1"/>
    <dgm:cxn modelId="{05C2EE8E-9C9E-47A4-A51D-BCD8E157C532}" type="presParOf" srcId="{4D55318F-233E-44EE-B829-789B1994A7B7}" destId="{21452D90-5138-47A4-91BA-71CA33D52432}" srcOrd="0" destOrd="0" presId="urn:microsoft.com/office/officeart/2005/8/layout/orgChart1"/>
    <dgm:cxn modelId="{2E5FBB73-0EB4-4810-9CFE-A596D17EACB5}" type="presParOf" srcId="{21452D90-5138-47A4-91BA-71CA33D52432}" destId="{D7B6485A-0B7D-4437-80CF-B65942142180}" srcOrd="0" destOrd="0" presId="urn:microsoft.com/office/officeart/2005/8/layout/orgChart1"/>
    <dgm:cxn modelId="{0FAEB99C-452A-4C05-B840-3D2C56706E9A}" type="presParOf" srcId="{21452D90-5138-47A4-91BA-71CA33D52432}" destId="{E3174004-04B8-4946-8238-1678C9503EE4}" srcOrd="1" destOrd="0" presId="urn:microsoft.com/office/officeart/2005/8/layout/orgChart1"/>
    <dgm:cxn modelId="{1A2BE4B3-B1CE-4488-B1FC-F87C1232B36B}" type="presParOf" srcId="{4D55318F-233E-44EE-B829-789B1994A7B7}" destId="{B9931C38-9E6D-4BA4-ABC6-367547F51F1F}" srcOrd="1" destOrd="0" presId="urn:microsoft.com/office/officeart/2005/8/layout/orgChart1"/>
    <dgm:cxn modelId="{BCFC8F75-E98E-478F-8F0E-4AE44E460E7E}" type="presParOf" srcId="{4D55318F-233E-44EE-B829-789B1994A7B7}" destId="{78706BC4-EC34-4CBA-99C5-D8E605713892}" srcOrd="2" destOrd="0" presId="urn:microsoft.com/office/officeart/2005/8/layout/orgChart1"/>
    <dgm:cxn modelId="{D4D2BDD8-9FA3-4BED-B42E-46F0C4AABDB1}" type="presParOf" srcId="{97185864-4B77-42FF-A62E-284025CE2F3B}" destId="{6A2C63E1-C723-4D6C-9F71-347E3A31BFEA}" srcOrd="2" destOrd="0" presId="urn:microsoft.com/office/officeart/2005/8/layout/orgChart1"/>
    <dgm:cxn modelId="{132D0AB7-6DFF-4E4E-8184-07F3E4F55D06}" type="presParOf" srcId="{9E6EF3D6-8947-4E3D-8D6B-E829D908919B}" destId="{3DFDC790-72A8-4B79-AAE9-689A523C74E7}" srcOrd="6" destOrd="0" presId="urn:microsoft.com/office/officeart/2005/8/layout/orgChart1"/>
    <dgm:cxn modelId="{9B0472A3-8B78-4201-A0F1-B409FA79A290}" type="presParOf" srcId="{9E6EF3D6-8947-4E3D-8D6B-E829D908919B}" destId="{8B46874D-6898-4B55-AA85-4D2252F9D044}" srcOrd="7" destOrd="0" presId="urn:microsoft.com/office/officeart/2005/8/layout/orgChart1"/>
    <dgm:cxn modelId="{7029603D-30A9-4F41-9AB7-B63822EABACA}" type="presParOf" srcId="{8B46874D-6898-4B55-AA85-4D2252F9D044}" destId="{922ADE3B-FFE2-4568-88AF-9AD9EE40FB7F}" srcOrd="0" destOrd="0" presId="urn:microsoft.com/office/officeart/2005/8/layout/orgChart1"/>
    <dgm:cxn modelId="{1A33DA01-04B5-4D3F-B382-12B36EA2A9FC}" type="presParOf" srcId="{922ADE3B-FFE2-4568-88AF-9AD9EE40FB7F}" destId="{AF3DCDAD-E575-464F-A824-461D3D749731}" srcOrd="0" destOrd="0" presId="urn:microsoft.com/office/officeart/2005/8/layout/orgChart1"/>
    <dgm:cxn modelId="{DCCDD34E-6152-46FF-927C-34C5205D548C}" type="presParOf" srcId="{922ADE3B-FFE2-4568-88AF-9AD9EE40FB7F}" destId="{134F1D23-940C-42E0-A7D8-D5ACF215CFA4}" srcOrd="1" destOrd="0" presId="urn:microsoft.com/office/officeart/2005/8/layout/orgChart1"/>
    <dgm:cxn modelId="{D5262E20-9A1A-4928-A389-79261995406D}" type="presParOf" srcId="{8B46874D-6898-4B55-AA85-4D2252F9D044}" destId="{7FA6F7D0-9840-40E5-BA20-368C4CFD98CC}" srcOrd="1" destOrd="0" presId="urn:microsoft.com/office/officeart/2005/8/layout/orgChart1"/>
    <dgm:cxn modelId="{DD5BAC89-2BBB-415C-A6D1-9A37DE1D95F1}" type="presParOf" srcId="{7FA6F7D0-9840-40E5-BA20-368C4CFD98CC}" destId="{077226E1-9818-4D70-BC56-0F7439B9035B}" srcOrd="0" destOrd="0" presId="urn:microsoft.com/office/officeart/2005/8/layout/orgChart1"/>
    <dgm:cxn modelId="{8394EE7F-7087-4FDE-9E5F-5335045B3704}" type="presParOf" srcId="{7FA6F7D0-9840-40E5-BA20-368C4CFD98CC}" destId="{B278905D-7833-43A6-BB25-2C1EB6DCAB74}" srcOrd="1" destOrd="0" presId="urn:microsoft.com/office/officeart/2005/8/layout/orgChart1"/>
    <dgm:cxn modelId="{C3E14A15-B3D2-4116-9636-2D57A7DAA2FF}" type="presParOf" srcId="{B278905D-7833-43A6-BB25-2C1EB6DCAB74}" destId="{C765A899-B653-4675-BF12-A6BC570667F3}" srcOrd="0" destOrd="0" presId="urn:microsoft.com/office/officeart/2005/8/layout/orgChart1"/>
    <dgm:cxn modelId="{21755288-8FB9-4855-B764-D22D7217E819}" type="presParOf" srcId="{C765A899-B653-4675-BF12-A6BC570667F3}" destId="{22F49892-028E-4685-ADF6-48BABD67855E}" srcOrd="0" destOrd="0" presId="urn:microsoft.com/office/officeart/2005/8/layout/orgChart1"/>
    <dgm:cxn modelId="{73576C5A-B9D4-4175-99FA-B85BA7D124EA}" type="presParOf" srcId="{C765A899-B653-4675-BF12-A6BC570667F3}" destId="{06E32978-F458-4655-9379-478605DFA9F0}" srcOrd="1" destOrd="0" presId="urn:microsoft.com/office/officeart/2005/8/layout/orgChart1"/>
    <dgm:cxn modelId="{C9CF58C1-B4F6-4062-A257-13F51812093A}" type="presParOf" srcId="{B278905D-7833-43A6-BB25-2C1EB6DCAB74}" destId="{F210CCD5-92A5-4713-9BC7-399D22E1DFF9}" srcOrd="1" destOrd="0" presId="urn:microsoft.com/office/officeart/2005/8/layout/orgChart1"/>
    <dgm:cxn modelId="{24F583EB-218B-443B-8413-28B675937B09}" type="presParOf" srcId="{B278905D-7833-43A6-BB25-2C1EB6DCAB74}" destId="{F91C461D-2DF4-483E-8056-58EF00C14442}" srcOrd="2" destOrd="0" presId="urn:microsoft.com/office/officeart/2005/8/layout/orgChart1"/>
    <dgm:cxn modelId="{D9C77379-78EB-4201-BD5A-F69E1456A1EF}" type="presParOf" srcId="{8B46874D-6898-4B55-AA85-4D2252F9D044}" destId="{525FAB58-122C-430C-B421-B9A42C742840}" srcOrd="2" destOrd="0" presId="urn:microsoft.com/office/officeart/2005/8/layout/orgChart1"/>
    <dgm:cxn modelId="{96CD14B1-E6B7-4CD3-9168-5B559CCEBB1D}" type="presParOf" srcId="{2DEF3377-AB9A-4A53-96EB-2A3DE5BF33AF}" destId="{78D1AC0F-AB8A-4AE1-B4FD-47AE27AB150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AA3C833-D061-4322-8A7D-E8D15B8F2CD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DD487C7C-326D-41F2-B713-57FB329F82E8}">
      <dgm:prSet phldrT="[Text]" custT="1"/>
      <dgm:spPr/>
      <dgm:t>
        <a:bodyPr/>
        <a:lstStyle/>
        <a:p>
          <a:r>
            <a:rPr lang="de-DE" sz="1100" dirty="0" err="1">
              <a:solidFill>
                <a:srgbClr val="FF0000"/>
              </a:solidFill>
            </a:rPr>
            <a:t>otherMetalsAnd</a:t>
          </a:r>
          <a:br>
            <a:rPr lang="de-DE" sz="1100" dirty="0">
              <a:solidFill>
                <a:srgbClr val="FF0000"/>
              </a:solidFill>
            </a:rPr>
          </a:br>
          <a:r>
            <a:rPr lang="de-DE" sz="1100" dirty="0">
              <a:solidFill>
                <a:srgbClr val="FF0000"/>
              </a:solidFill>
            </a:rPr>
            <a:t>MetalAlloys1</a:t>
          </a:r>
        </a:p>
      </dgm:t>
    </dgm:pt>
    <dgm:pt modelId="{565E0BA1-CBA1-49A4-9AEA-2AA14B569A97}" type="parTrans" cxnId="{9351017F-1887-4444-AB71-8AB06BF1582A}">
      <dgm:prSet/>
      <dgm:spPr/>
      <dgm:t>
        <a:bodyPr/>
        <a:lstStyle/>
        <a:p>
          <a:endParaRPr lang="de-DE"/>
        </a:p>
      </dgm:t>
    </dgm:pt>
    <dgm:pt modelId="{222A6167-F565-4055-A725-280DCC2307AE}" type="sibTrans" cxnId="{9351017F-1887-4444-AB71-8AB06BF1582A}">
      <dgm:prSet/>
      <dgm:spPr/>
      <dgm:t>
        <a:bodyPr/>
        <a:lstStyle/>
        <a:p>
          <a:endParaRPr lang="de-DE"/>
        </a:p>
      </dgm:t>
    </dgm:pt>
    <dgm:pt modelId="{6BCED721-077F-4CD5-8F06-1109A3611E34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dirty="0" err="1">
              <a:solidFill>
                <a:srgbClr val="FF0000"/>
              </a:solidFill>
            </a:rPr>
            <a:t>NiAndNi</a:t>
          </a:r>
          <a:br>
            <a:rPr lang="de-DE" sz="1100" dirty="0">
              <a:solidFill>
                <a:srgbClr val="FF0000"/>
              </a:solidFill>
            </a:rPr>
          </a:br>
          <a:r>
            <a:rPr lang="de-DE" sz="1100" dirty="0">
              <a:solidFill>
                <a:srgbClr val="FF0000"/>
              </a:solidFill>
            </a:rPr>
            <a:t>Alloys2</a:t>
          </a:r>
        </a:p>
      </dgm:t>
    </dgm:pt>
    <dgm:pt modelId="{BE4657DF-AD0C-4371-BCE4-CE285E8EDD8A}" type="parTrans" cxnId="{A7188ACA-F5FC-4CD8-AC3C-C5BEAB3FBAF1}">
      <dgm:prSet/>
      <dgm:spPr/>
      <dgm:t>
        <a:bodyPr/>
        <a:lstStyle/>
        <a:p>
          <a:endParaRPr lang="de-DE" sz="1100"/>
        </a:p>
      </dgm:t>
    </dgm:pt>
    <dgm:pt modelId="{5C722870-6DCC-477A-8BD2-DD110775E0DB}" type="sibTrans" cxnId="{A7188ACA-F5FC-4CD8-AC3C-C5BEAB3FBAF1}">
      <dgm:prSet/>
      <dgm:spPr/>
      <dgm:t>
        <a:bodyPr/>
        <a:lstStyle/>
        <a:p>
          <a:endParaRPr lang="de-DE"/>
        </a:p>
      </dgm:t>
    </dgm:pt>
    <dgm:pt modelId="{8CB829A5-314B-437F-BA9D-46BBCD670A17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dirty="0" err="1">
              <a:solidFill>
                <a:srgbClr val="FF0000"/>
              </a:solidFill>
            </a:rPr>
            <a:t>MgAnd</a:t>
          </a:r>
          <a:br>
            <a:rPr lang="de-DE" sz="1100" dirty="0">
              <a:solidFill>
                <a:srgbClr val="FF0000"/>
              </a:solidFill>
            </a:rPr>
          </a:br>
          <a:r>
            <a:rPr lang="de-DE" sz="1100" dirty="0">
              <a:solidFill>
                <a:srgbClr val="FF0000"/>
              </a:solidFill>
            </a:rPr>
            <a:t>MgAlloys2</a:t>
          </a:r>
        </a:p>
      </dgm:t>
    </dgm:pt>
    <dgm:pt modelId="{F0A91BEB-1214-4D83-B974-C60C5C5693C4}" type="parTrans" cxnId="{58DBF3FA-F341-4025-AC31-9F81CDD04045}">
      <dgm:prSet/>
      <dgm:spPr/>
      <dgm:t>
        <a:bodyPr/>
        <a:lstStyle/>
        <a:p>
          <a:endParaRPr lang="de-DE" sz="1100"/>
        </a:p>
      </dgm:t>
    </dgm:pt>
    <dgm:pt modelId="{5486225E-0219-4361-ADD0-55C66527CEF4}" type="sibTrans" cxnId="{58DBF3FA-F341-4025-AC31-9F81CDD04045}">
      <dgm:prSet/>
      <dgm:spPr/>
      <dgm:t>
        <a:bodyPr/>
        <a:lstStyle/>
        <a:p>
          <a:endParaRPr lang="de-DE"/>
        </a:p>
      </dgm:t>
    </dgm:pt>
    <dgm:pt modelId="{90598614-72CA-45C4-9E8C-AFF275B3F34C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dirty="0" err="1">
              <a:solidFill>
                <a:srgbClr val="FF0000"/>
              </a:solidFill>
            </a:rPr>
            <a:t>TiAndTi</a:t>
          </a:r>
          <a:br>
            <a:rPr lang="de-DE" sz="1100" dirty="0">
              <a:solidFill>
                <a:srgbClr val="FF0000"/>
              </a:solidFill>
            </a:rPr>
          </a:br>
          <a:r>
            <a:rPr lang="de-DE" sz="1100" dirty="0">
              <a:solidFill>
                <a:srgbClr val="FF0000"/>
              </a:solidFill>
            </a:rPr>
            <a:t>Alloys2</a:t>
          </a:r>
        </a:p>
      </dgm:t>
    </dgm:pt>
    <dgm:pt modelId="{9A79A0C7-4050-419F-A73A-E93FB657E68E}" type="parTrans" cxnId="{9089A3FB-97FE-455E-952A-B8EAE0D735F4}">
      <dgm:prSet/>
      <dgm:spPr/>
      <dgm:t>
        <a:bodyPr/>
        <a:lstStyle/>
        <a:p>
          <a:endParaRPr lang="de-DE" sz="1100"/>
        </a:p>
      </dgm:t>
    </dgm:pt>
    <dgm:pt modelId="{4AD15601-797C-452B-899B-B2834A6BECA9}" type="sibTrans" cxnId="{9089A3FB-97FE-455E-952A-B8EAE0D735F4}">
      <dgm:prSet/>
      <dgm:spPr/>
      <dgm:t>
        <a:bodyPr/>
        <a:lstStyle/>
        <a:p>
          <a:endParaRPr lang="de-DE"/>
        </a:p>
      </dgm:t>
    </dgm:pt>
    <dgm:pt modelId="{E920B5B2-D150-4B81-A165-11E61779BE6C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dirty="0" err="1">
              <a:solidFill>
                <a:schemeClr val="bg1"/>
              </a:solidFill>
            </a:rPr>
            <a:t>SnAndSn</a:t>
          </a:r>
          <a:br>
            <a:rPr lang="de-DE" sz="1100" dirty="0">
              <a:solidFill>
                <a:schemeClr val="bg1"/>
              </a:solidFill>
            </a:rPr>
          </a:br>
          <a:r>
            <a:rPr lang="de-DE" sz="1100" dirty="0" err="1">
              <a:solidFill>
                <a:schemeClr val="bg1"/>
              </a:solidFill>
            </a:rPr>
            <a:t>Alloys</a:t>
          </a:r>
          <a:endParaRPr lang="de-DE" sz="1100" dirty="0">
            <a:solidFill>
              <a:schemeClr val="bg1"/>
            </a:solidFill>
          </a:endParaRPr>
        </a:p>
      </dgm:t>
    </dgm:pt>
    <dgm:pt modelId="{34F64E84-F908-4ED2-9102-2976DA1A4F34}" type="parTrans" cxnId="{747775FB-0AD3-4D2B-A7AA-4C0A4789D83F}">
      <dgm:prSet/>
      <dgm:spPr/>
      <dgm:t>
        <a:bodyPr/>
        <a:lstStyle/>
        <a:p>
          <a:endParaRPr lang="de-DE" sz="1100"/>
        </a:p>
      </dgm:t>
    </dgm:pt>
    <dgm:pt modelId="{2EBADF41-235D-41B1-9A29-E78143C625EB}" type="sibTrans" cxnId="{747775FB-0AD3-4D2B-A7AA-4C0A4789D83F}">
      <dgm:prSet/>
      <dgm:spPr/>
      <dgm:t>
        <a:bodyPr/>
        <a:lstStyle/>
        <a:p>
          <a:endParaRPr lang="de-DE"/>
        </a:p>
      </dgm:t>
    </dgm:pt>
    <dgm:pt modelId="{5CA64405-6DD8-4162-B814-3C242BB1ECA5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err="1">
              <a:solidFill>
                <a:schemeClr val="bg1"/>
              </a:solidFill>
            </a:rPr>
            <a:t>PbAndPb</a:t>
          </a:r>
          <a:br>
            <a:rPr lang="de-DE" sz="1100">
              <a:solidFill>
                <a:schemeClr val="bg1"/>
              </a:solidFill>
            </a:rPr>
          </a:br>
          <a:r>
            <a:rPr lang="de-DE" sz="1100" err="1">
              <a:solidFill>
                <a:schemeClr val="bg1"/>
              </a:solidFill>
            </a:rPr>
            <a:t>Alloys</a:t>
          </a:r>
          <a:endParaRPr lang="de-DE" sz="1100">
            <a:solidFill>
              <a:schemeClr val="bg1"/>
            </a:solidFill>
          </a:endParaRPr>
        </a:p>
      </dgm:t>
    </dgm:pt>
    <dgm:pt modelId="{5D833C12-60FE-446A-8A99-424DFCE5314F}" type="parTrans" cxnId="{67A8BEA5-9966-475C-A24D-0E2DBE71AD9E}">
      <dgm:prSet/>
      <dgm:spPr/>
      <dgm:t>
        <a:bodyPr/>
        <a:lstStyle/>
        <a:p>
          <a:endParaRPr lang="de-DE" sz="1100"/>
        </a:p>
      </dgm:t>
    </dgm:pt>
    <dgm:pt modelId="{961C0472-9EF3-4E7B-A9CA-FC5945DD00E5}" type="sibTrans" cxnId="{67A8BEA5-9966-475C-A24D-0E2DBE71AD9E}">
      <dgm:prSet/>
      <dgm:spPr/>
      <dgm:t>
        <a:bodyPr/>
        <a:lstStyle/>
        <a:p>
          <a:endParaRPr lang="de-DE"/>
        </a:p>
      </dgm:t>
    </dgm:pt>
    <dgm:pt modelId="{9785143A-1177-493B-85A2-45FED24D4EB8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dirty="0" err="1">
              <a:solidFill>
                <a:srgbClr val="FF0000"/>
              </a:solidFill>
            </a:rPr>
            <a:t>ZnAndZn</a:t>
          </a:r>
          <a:br>
            <a:rPr lang="de-DE" sz="1100" dirty="0">
              <a:solidFill>
                <a:srgbClr val="FF0000"/>
              </a:solidFill>
            </a:rPr>
          </a:br>
          <a:r>
            <a:rPr lang="de-DE" sz="1100" dirty="0">
              <a:solidFill>
                <a:srgbClr val="FF0000"/>
              </a:solidFill>
            </a:rPr>
            <a:t>Alloys2</a:t>
          </a:r>
        </a:p>
      </dgm:t>
    </dgm:pt>
    <dgm:pt modelId="{5315CEDA-9A02-449F-BC29-5EFD0E5757B3}" type="parTrans" cxnId="{988E504D-7F1F-4B9E-886F-E9F94E3DC169}">
      <dgm:prSet/>
      <dgm:spPr/>
      <dgm:t>
        <a:bodyPr/>
        <a:lstStyle/>
        <a:p>
          <a:endParaRPr lang="de-DE" sz="1100"/>
        </a:p>
      </dgm:t>
    </dgm:pt>
    <dgm:pt modelId="{00838D38-1632-4E0C-8C87-B9938EA11F85}" type="sibTrans" cxnId="{988E504D-7F1F-4B9E-886F-E9F94E3DC169}">
      <dgm:prSet/>
      <dgm:spPr/>
      <dgm:t>
        <a:bodyPr/>
        <a:lstStyle/>
        <a:p>
          <a:endParaRPr lang="de-DE"/>
        </a:p>
      </dgm:t>
    </dgm:pt>
    <dgm:pt modelId="{F99D6052-D4C6-4EE9-A8B3-1C4F441BA968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err="1">
              <a:solidFill>
                <a:schemeClr val="bg1"/>
              </a:solidFill>
            </a:rPr>
            <a:t>pewter</a:t>
          </a:r>
          <a:endParaRPr lang="de-DE" sz="1100">
            <a:solidFill>
              <a:schemeClr val="bg1"/>
            </a:solidFill>
          </a:endParaRPr>
        </a:p>
      </dgm:t>
    </dgm:pt>
    <dgm:pt modelId="{E07A8B32-668A-4179-B21D-010DB474D86D}" type="parTrans" cxnId="{2F74888F-05D7-4C1E-8785-C0809281BEB7}">
      <dgm:prSet/>
      <dgm:spPr/>
      <dgm:t>
        <a:bodyPr/>
        <a:lstStyle/>
        <a:p>
          <a:endParaRPr lang="de-DE" sz="1100"/>
        </a:p>
      </dgm:t>
    </dgm:pt>
    <dgm:pt modelId="{C01A41C1-A92F-4F37-8314-5038D92C9D65}" type="sibTrans" cxnId="{2F74888F-05D7-4C1E-8785-C0809281BEB7}">
      <dgm:prSet/>
      <dgm:spPr/>
      <dgm:t>
        <a:bodyPr/>
        <a:lstStyle/>
        <a:p>
          <a:endParaRPr lang="de-DE"/>
        </a:p>
      </dgm:t>
    </dgm:pt>
    <dgm:pt modelId="{0485511B-4F7F-4970-BB94-8EE639305E55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err="1">
              <a:solidFill>
                <a:schemeClr val="bg1"/>
              </a:solidFill>
            </a:rPr>
            <a:t>fusibleSn</a:t>
          </a:r>
          <a:br>
            <a:rPr lang="de-DE" sz="1100">
              <a:solidFill>
                <a:schemeClr val="bg1"/>
              </a:solidFill>
            </a:rPr>
          </a:br>
          <a:r>
            <a:rPr lang="de-DE" sz="1100" err="1">
              <a:solidFill>
                <a:schemeClr val="bg1"/>
              </a:solidFill>
            </a:rPr>
            <a:t>Alloys</a:t>
          </a:r>
          <a:endParaRPr lang="de-DE" sz="1100">
            <a:solidFill>
              <a:schemeClr val="bg1"/>
            </a:solidFill>
          </a:endParaRPr>
        </a:p>
      </dgm:t>
    </dgm:pt>
    <dgm:pt modelId="{168F6F91-EC5E-448B-B368-93A77DA5F587}" type="parTrans" cxnId="{0F7E45F9-A089-4686-A4CA-8CF4B988DDF1}">
      <dgm:prSet/>
      <dgm:spPr/>
      <dgm:t>
        <a:bodyPr/>
        <a:lstStyle/>
        <a:p>
          <a:endParaRPr lang="de-DE" sz="1100"/>
        </a:p>
      </dgm:t>
    </dgm:pt>
    <dgm:pt modelId="{5B9A664E-7B27-4893-8CBC-AF530099DC79}" type="sibTrans" cxnId="{0F7E45F9-A089-4686-A4CA-8CF4B988DDF1}">
      <dgm:prSet/>
      <dgm:spPr/>
      <dgm:t>
        <a:bodyPr/>
        <a:lstStyle/>
        <a:p>
          <a:endParaRPr lang="de-DE"/>
        </a:p>
      </dgm:t>
    </dgm:pt>
    <dgm:pt modelId="{9884D68C-53CE-4509-ACEF-867DF314B60C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dirty="0" err="1">
              <a:solidFill>
                <a:srgbClr val="FF0000"/>
              </a:solidFill>
            </a:rPr>
            <a:t>otherMetalsAnd</a:t>
          </a:r>
          <a:br>
            <a:rPr lang="de-DE" sz="1100" dirty="0">
              <a:solidFill>
                <a:srgbClr val="FF0000"/>
              </a:solidFill>
            </a:rPr>
          </a:br>
          <a:r>
            <a:rPr lang="de-DE" sz="1100" dirty="0">
              <a:solidFill>
                <a:srgbClr val="FF0000"/>
              </a:solidFill>
            </a:rPr>
            <a:t>MetalAlloys2</a:t>
          </a:r>
        </a:p>
      </dgm:t>
    </dgm:pt>
    <dgm:pt modelId="{18843E05-F9FB-466F-8E18-34B3A4BB022A}" type="parTrans" cxnId="{E4CAFEDE-8968-45C2-8E83-6ECFA90D5005}">
      <dgm:prSet/>
      <dgm:spPr/>
      <dgm:t>
        <a:bodyPr/>
        <a:lstStyle/>
        <a:p>
          <a:endParaRPr lang="de-DE"/>
        </a:p>
      </dgm:t>
    </dgm:pt>
    <dgm:pt modelId="{1D737242-7C04-450D-BAC9-85283F78C924}" type="sibTrans" cxnId="{E4CAFEDE-8968-45C2-8E83-6ECFA90D5005}">
      <dgm:prSet/>
      <dgm:spPr/>
      <dgm:t>
        <a:bodyPr/>
        <a:lstStyle/>
        <a:p>
          <a:endParaRPr lang="de-DE"/>
        </a:p>
      </dgm:t>
    </dgm:pt>
    <dgm:pt modelId="{9CE4E17D-BC9C-48E0-8B1D-AA2CB4399BBA}">
      <dgm:prSet phldrT="[Text]" custT="1"/>
      <dgm:spPr>
        <a:solidFill>
          <a:srgbClr val="000066">
            <a:lumMod val="60000"/>
            <a:lumOff val="40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6985" tIns="6985" rIns="6985" bIns="6985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>
              <a:solidFill>
                <a:srgbClr val="FF0000"/>
              </a:solidFill>
            </a:rPr>
            <a:t>otherMetals</a:t>
          </a:r>
          <a:br>
            <a:rPr lang="de-DE" sz="1100" kern="1200" dirty="0">
              <a:solidFill>
                <a:srgbClr val="FF0000"/>
              </a:solidFill>
            </a:rPr>
          </a:br>
          <a:r>
            <a:rPr lang="de-DE" sz="1100" kern="1200" dirty="0" err="1">
              <a:solidFill>
                <a:srgbClr val="FF0000"/>
              </a:solidFill>
            </a:rPr>
            <a:t>AndMetal</a:t>
          </a:r>
          <a:br>
            <a:rPr lang="de-DE" sz="1100" kern="1200" dirty="0">
              <a:solidFill>
                <a:srgbClr val="FF0000"/>
              </a:solidFill>
            </a:rPr>
          </a:br>
          <a:r>
            <a:rPr lang="de-DE" sz="1100" kern="1200" dirty="0">
              <a:solidFill>
                <a:srgbClr val="FF0000"/>
              </a:solidFill>
            </a:rPr>
            <a:t>Alloys3</a:t>
          </a:r>
          <a:endParaRPr lang="de-DE" sz="1100" kern="1200" dirty="0">
            <a:solidFill>
              <a:srgbClr val="FF0000"/>
            </a:solidFill>
            <a:latin typeface="Calibri" panose="020F0502020204030204"/>
            <a:ea typeface="+mn-ea"/>
            <a:cs typeface="+mn-cs"/>
          </a:endParaRPr>
        </a:p>
      </dgm:t>
    </dgm:pt>
    <dgm:pt modelId="{A5963EB8-D40A-4525-955A-CAA673FFD3F5}" type="parTrans" cxnId="{9B5786BC-4758-43D2-A06C-9ADBF1FB992A}">
      <dgm:prSet/>
      <dgm:spPr/>
      <dgm:t>
        <a:bodyPr/>
        <a:lstStyle/>
        <a:p>
          <a:endParaRPr lang="de-DE"/>
        </a:p>
      </dgm:t>
    </dgm:pt>
    <dgm:pt modelId="{C1012B3F-88D3-4858-99DC-B9E6274EBDAC}" type="sibTrans" cxnId="{9B5786BC-4758-43D2-A06C-9ADBF1FB992A}">
      <dgm:prSet/>
      <dgm:spPr/>
      <dgm:t>
        <a:bodyPr/>
        <a:lstStyle/>
        <a:p>
          <a:endParaRPr lang="de-DE"/>
        </a:p>
      </dgm:t>
    </dgm:pt>
    <dgm:pt modelId="{40E468E0-3516-4D58-B704-C355D04260E8}">
      <dgm:prSet phldrT="[Text]" custT="1"/>
      <dgm:spPr>
        <a:solidFill>
          <a:srgbClr val="000066">
            <a:lumMod val="60000"/>
            <a:lumOff val="40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6985" tIns="6985" rIns="6985" bIns="6985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hard</a:t>
          </a:r>
          <a:r>
            <a:rPr lang="de-DE" sz="1100" kern="120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-lead</a:t>
          </a:r>
        </a:p>
      </dgm:t>
    </dgm:pt>
    <dgm:pt modelId="{7E78EEA7-4AEA-4C32-A9EE-9BFDFFD07C95}" type="parTrans" cxnId="{811E6123-901D-4CC5-8768-7A0A33951E40}">
      <dgm:prSet/>
      <dgm:spPr/>
      <dgm:t>
        <a:bodyPr/>
        <a:lstStyle/>
        <a:p>
          <a:endParaRPr lang="de-DE"/>
        </a:p>
      </dgm:t>
    </dgm:pt>
    <dgm:pt modelId="{50DC77DA-2AEF-4F55-8711-2F7BC69C94A7}" type="sibTrans" cxnId="{811E6123-901D-4CC5-8768-7A0A33951E40}">
      <dgm:prSet/>
      <dgm:spPr/>
      <dgm:t>
        <a:bodyPr/>
        <a:lstStyle/>
        <a:p>
          <a:endParaRPr lang="de-DE"/>
        </a:p>
      </dgm:t>
    </dgm:pt>
    <dgm:pt modelId="{FED1BC73-51D0-42F0-AA2B-F760CDCB4B53}">
      <dgm:prSet phldrT="[Text]" custT="1"/>
      <dgm:spPr>
        <a:solidFill>
          <a:srgbClr val="000066">
            <a:lumMod val="60000"/>
            <a:lumOff val="40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6985" tIns="6985" rIns="6985" bIns="6985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otherPb</a:t>
          </a:r>
          <a:br>
            <a:rPr lang="de-DE" sz="110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</a:br>
          <a:r>
            <a:rPr lang="de-DE" sz="1100" kern="1200" dirty="0" err="1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Alloys</a:t>
          </a:r>
          <a:endParaRPr lang="de-DE" sz="1100" kern="1200" dirty="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gm:t>
    </dgm:pt>
    <dgm:pt modelId="{92EA8EC6-AA07-436F-B8CF-7D0D8F25F7AC}" type="parTrans" cxnId="{AF0E00BF-1C0C-42B3-ACE7-B8DA1C7B717E}">
      <dgm:prSet/>
      <dgm:spPr/>
      <dgm:t>
        <a:bodyPr/>
        <a:lstStyle/>
        <a:p>
          <a:endParaRPr lang="de-DE"/>
        </a:p>
      </dgm:t>
    </dgm:pt>
    <dgm:pt modelId="{67CF1BAF-D324-4669-9F8B-56EB27EA4386}" type="sibTrans" cxnId="{AF0E00BF-1C0C-42B3-ACE7-B8DA1C7B717E}">
      <dgm:prSet/>
      <dgm:spPr/>
      <dgm:t>
        <a:bodyPr/>
        <a:lstStyle/>
        <a:p>
          <a:endParaRPr lang="de-DE"/>
        </a:p>
      </dgm:t>
    </dgm:pt>
    <dgm:pt modelId="{6E461CDB-7527-4FB2-B4DA-7DB8F7DF55CC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>
              <a:solidFill>
                <a:schemeClr val="bg1"/>
              </a:solidFill>
            </a:rPr>
            <a:t>999Ag</a:t>
          </a:r>
        </a:p>
      </dgm:t>
    </dgm:pt>
    <dgm:pt modelId="{6546E2C1-A841-4496-BDC7-3DDAE97B5036}" type="parTrans" cxnId="{CBD8F89E-D785-4E58-93BE-7569B6265A10}">
      <dgm:prSet/>
      <dgm:spPr/>
      <dgm:t>
        <a:bodyPr/>
        <a:lstStyle/>
        <a:p>
          <a:endParaRPr lang="de-DE"/>
        </a:p>
      </dgm:t>
    </dgm:pt>
    <dgm:pt modelId="{2F793193-A5E0-4616-8863-7902165BA133}" type="sibTrans" cxnId="{CBD8F89E-D785-4E58-93BE-7569B6265A10}">
      <dgm:prSet/>
      <dgm:spPr/>
      <dgm:t>
        <a:bodyPr/>
        <a:lstStyle/>
        <a:p>
          <a:endParaRPr lang="de-DE"/>
        </a:p>
      </dgm:t>
    </dgm:pt>
    <dgm:pt modelId="{9301FEA7-EA9F-416B-BE5C-0A5EE87F492A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>
              <a:solidFill>
                <a:schemeClr val="bg1"/>
              </a:solidFill>
            </a:rPr>
            <a:t>925Ag</a:t>
          </a:r>
        </a:p>
      </dgm:t>
    </dgm:pt>
    <dgm:pt modelId="{32D9AEE1-3971-4674-8AF4-39A63FD6CA1E}" type="parTrans" cxnId="{0BCCB69F-FC1A-4F0B-8369-A3E868A22F14}">
      <dgm:prSet/>
      <dgm:spPr/>
      <dgm:t>
        <a:bodyPr/>
        <a:lstStyle/>
        <a:p>
          <a:endParaRPr lang="de-DE"/>
        </a:p>
      </dgm:t>
    </dgm:pt>
    <dgm:pt modelId="{F264EF6A-3441-471E-B59C-74213E73DADA}" type="sibTrans" cxnId="{0BCCB69F-FC1A-4F0B-8369-A3E868A22F14}">
      <dgm:prSet/>
      <dgm:spPr/>
      <dgm:t>
        <a:bodyPr/>
        <a:lstStyle/>
        <a:p>
          <a:endParaRPr lang="de-DE"/>
        </a:p>
      </dgm:t>
    </dgm:pt>
    <dgm:pt modelId="{0D97E93F-904B-4F78-997B-FC874C39454F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err="1">
              <a:solidFill>
                <a:schemeClr val="bg1"/>
              </a:solidFill>
            </a:rPr>
            <a:t>AgNiAlloys</a:t>
          </a:r>
          <a:endParaRPr lang="de-DE" sz="1100">
            <a:solidFill>
              <a:schemeClr val="bg1"/>
            </a:solidFill>
          </a:endParaRPr>
        </a:p>
      </dgm:t>
    </dgm:pt>
    <dgm:pt modelId="{F01BECEB-8729-4F20-A228-6D123B59E435}" type="parTrans" cxnId="{B1185E87-813D-4356-BAC8-FF8FB9FF79EB}">
      <dgm:prSet/>
      <dgm:spPr/>
      <dgm:t>
        <a:bodyPr/>
        <a:lstStyle/>
        <a:p>
          <a:endParaRPr lang="de-DE"/>
        </a:p>
      </dgm:t>
    </dgm:pt>
    <dgm:pt modelId="{7A94D4D8-F1F3-490F-A797-A06FD534A3EA}" type="sibTrans" cxnId="{B1185E87-813D-4356-BAC8-FF8FB9FF79EB}">
      <dgm:prSet/>
      <dgm:spPr/>
      <dgm:t>
        <a:bodyPr/>
        <a:lstStyle/>
        <a:p>
          <a:endParaRPr lang="de-DE"/>
        </a:p>
      </dgm:t>
    </dgm:pt>
    <dgm:pt modelId="{F6C2E12F-2889-4F39-8DBE-CB46D52111B4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 err="1">
              <a:solidFill>
                <a:schemeClr val="bg1"/>
              </a:solidFill>
            </a:rPr>
            <a:t>AgCuAlloys</a:t>
          </a:r>
          <a:endParaRPr lang="de-DE" sz="1100" dirty="0">
            <a:solidFill>
              <a:schemeClr val="bg1"/>
            </a:solidFill>
          </a:endParaRPr>
        </a:p>
      </dgm:t>
    </dgm:pt>
    <dgm:pt modelId="{5B42BF45-FCF5-4F54-8A85-1C801597812B}" type="parTrans" cxnId="{F363B1AE-D12C-40F9-9B87-9C382CA1C5D6}">
      <dgm:prSet/>
      <dgm:spPr/>
      <dgm:t>
        <a:bodyPr/>
        <a:lstStyle/>
        <a:p>
          <a:endParaRPr lang="de-DE"/>
        </a:p>
      </dgm:t>
    </dgm:pt>
    <dgm:pt modelId="{56ABE853-FB9B-438B-A4E0-C4B953EB57BA}" type="sibTrans" cxnId="{F363B1AE-D12C-40F9-9B87-9C382CA1C5D6}">
      <dgm:prSet/>
      <dgm:spPr/>
      <dgm:t>
        <a:bodyPr/>
        <a:lstStyle/>
        <a:p>
          <a:endParaRPr lang="de-DE"/>
        </a:p>
      </dgm:t>
    </dgm:pt>
    <dgm:pt modelId="{70267626-7C87-439A-84B7-BCCC0036098B}">
      <dgm:prSet phldrT="[Text]" custT="1"/>
      <dgm:spPr>
        <a:solidFill>
          <a:srgbClr val="000066">
            <a:lumMod val="60000"/>
            <a:lumOff val="40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6985" tIns="6985" rIns="6985" bIns="6985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>
              <a:solidFill>
                <a:srgbClr val="FF0000"/>
              </a:solidFill>
            </a:rPr>
            <a:t>ZnAndZn</a:t>
          </a:r>
          <a:br>
            <a:rPr lang="de-DE" sz="1100" kern="1200" dirty="0">
              <a:solidFill>
                <a:srgbClr val="FF0000"/>
              </a:solidFill>
            </a:rPr>
          </a:br>
          <a:r>
            <a:rPr lang="de-DE" sz="1100" kern="1200" dirty="0">
              <a:solidFill>
                <a:srgbClr val="FF0000"/>
              </a:solidFill>
            </a:rPr>
            <a:t>Alloys3</a:t>
          </a:r>
          <a:endParaRPr lang="de-DE" sz="1100" kern="1200" dirty="0">
            <a:solidFill>
              <a:srgbClr val="FF0000"/>
            </a:solidFill>
            <a:latin typeface="Calibri" panose="020F0502020204030204"/>
            <a:ea typeface="+mn-ea"/>
            <a:cs typeface="+mn-cs"/>
          </a:endParaRPr>
        </a:p>
      </dgm:t>
    </dgm:pt>
    <dgm:pt modelId="{72C5E7BC-63E1-4932-946A-1DDB5627A407}" type="parTrans" cxnId="{A2632369-8D87-4F1A-9E3D-B8D152EB0610}">
      <dgm:prSet/>
      <dgm:spPr/>
      <dgm:t>
        <a:bodyPr/>
        <a:lstStyle/>
        <a:p>
          <a:endParaRPr lang="de-DE"/>
        </a:p>
      </dgm:t>
    </dgm:pt>
    <dgm:pt modelId="{53981CD0-9757-406A-AA75-83FD5DEDC1BB}" type="sibTrans" cxnId="{A2632369-8D87-4F1A-9E3D-B8D152EB0610}">
      <dgm:prSet/>
      <dgm:spPr/>
      <dgm:t>
        <a:bodyPr/>
        <a:lstStyle/>
        <a:p>
          <a:endParaRPr lang="de-DE"/>
        </a:p>
      </dgm:t>
    </dgm:pt>
    <dgm:pt modelId="{35045A99-2BEF-4638-9852-B2577690460E}">
      <dgm:prSet phldrT="[Text]" custT="1"/>
      <dgm:spPr>
        <a:solidFill>
          <a:srgbClr val="000066">
            <a:lumMod val="60000"/>
            <a:lumOff val="40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6985" tIns="6985" rIns="6985" bIns="6985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>
              <a:solidFill>
                <a:srgbClr val="FF0000"/>
              </a:solidFill>
            </a:rPr>
            <a:t>MgAnd</a:t>
          </a:r>
          <a:br>
            <a:rPr lang="de-DE" sz="1100" kern="1200" dirty="0">
              <a:solidFill>
                <a:srgbClr val="FF0000"/>
              </a:solidFill>
            </a:rPr>
          </a:br>
          <a:r>
            <a:rPr lang="de-DE" sz="1100" kern="1200" dirty="0">
              <a:solidFill>
                <a:srgbClr val="FF0000"/>
              </a:solidFill>
            </a:rPr>
            <a:t>MgAlloys3</a:t>
          </a:r>
          <a:endParaRPr lang="de-DE" sz="1100" kern="1200" dirty="0">
            <a:solidFill>
              <a:srgbClr val="FF0000"/>
            </a:solidFill>
            <a:latin typeface="Calibri" panose="020F0502020204030204"/>
            <a:ea typeface="+mn-ea"/>
            <a:cs typeface="+mn-cs"/>
          </a:endParaRPr>
        </a:p>
      </dgm:t>
    </dgm:pt>
    <dgm:pt modelId="{A4649CC8-4B15-4A63-9429-214A065AAB5F}" type="parTrans" cxnId="{97B98FD6-99B0-4B85-ADCB-F40D7431D9F0}">
      <dgm:prSet/>
      <dgm:spPr/>
      <dgm:t>
        <a:bodyPr/>
        <a:lstStyle/>
        <a:p>
          <a:endParaRPr lang="de-DE"/>
        </a:p>
      </dgm:t>
    </dgm:pt>
    <dgm:pt modelId="{D099EA50-513F-4821-A2BC-B88C3056A837}" type="sibTrans" cxnId="{97B98FD6-99B0-4B85-ADCB-F40D7431D9F0}">
      <dgm:prSet/>
      <dgm:spPr/>
      <dgm:t>
        <a:bodyPr/>
        <a:lstStyle/>
        <a:p>
          <a:endParaRPr lang="de-DE"/>
        </a:p>
      </dgm:t>
    </dgm:pt>
    <dgm:pt modelId="{92949166-AD21-4113-80BF-1EFD1134C3AD}">
      <dgm:prSet phldrT="[Text]" custT="1"/>
      <dgm:spPr>
        <a:solidFill>
          <a:srgbClr val="000066">
            <a:lumMod val="60000"/>
            <a:lumOff val="40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6985" tIns="6985" rIns="6985" bIns="6985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>
              <a:solidFill>
                <a:srgbClr val="FF0000"/>
              </a:solidFill>
            </a:rPr>
            <a:t>TiAndTi</a:t>
          </a:r>
          <a:br>
            <a:rPr lang="de-DE" sz="1100" kern="1200" dirty="0">
              <a:solidFill>
                <a:srgbClr val="FF0000"/>
              </a:solidFill>
            </a:rPr>
          </a:br>
          <a:r>
            <a:rPr lang="de-DE" sz="1100" kern="1200" dirty="0">
              <a:solidFill>
                <a:srgbClr val="FF0000"/>
              </a:solidFill>
            </a:rPr>
            <a:t>Alloys3</a:t>
          </a:r>
          <a:endParaRPr lang="de-DE" sz="1100" kern="1200" dirty="0">
            <a:solidFill>
              <a:srgbClr val="FF0000"/>
            </a:solidFill>
            <a:latin typeface="Calibri" panose="020F0502020204030204"/>
            <a:ea typeface="+mn-ea"/>
            <a:cs typeface="+mn-cs"/>
          </a:endParaRPr>
        </a:p>
      </dgm:t>
    </dgm:pt>
    <dgm:pt modelId="{2D3F29DA-7ED2-4E08-AAF1-161A0360CFF9}" type="parTrans" cxnId="{F8A028EE-E48B-44A9-B157-33DCCAF28EDD}">
      <dgm:prSet/>
      <dgm:spPr/>
      <dgm:t>
        <a:bodyPr/>
        <a:lstStyle/>
        <a:p>
          <a:endParaRPr lang="de-DE"/>
        </a:p>
      </dgm:t>
    </dgm:pt>
    <dgm:pt modelId="{F96AAF53-BEF5-45B9-98DC-76F80E66C67A}" type="sibTrans" cxnId="{F8A028EE-E48B-44A9-B157-33DCCAF28EDD}">
      <dgm:prSet/>
      <dgm:spPr/>
      <dgm:t>
        <a:bodyPr/>
        <a:lstStyle/>
        <a:p>
          <a:endParaRPr lang="de-DE"/>
        </a:p>
      </dgm:t>
    </dgm:pt>
    <dgm:pt modelId="{6EF7C922-36D7-49AD-91AE-2F37835E48F7}">
      <dgm:prSet phldrT="[Text]" custT="1"/>
      <dgm:spPr>
        <a:solidFill>
          <a:srgbClr val="000066">
            <a:lumMod val="60000"/>
            <a:lumOff val="40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6985" tIns="6985" rIns="6985" bIns="6985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>
              <a:solidFill>
                <a:srgbClr val="FF0000"/>
              </a:solidFill>
            </a:rPr>
            <a:t>NiAndNi</a:t>
          </a:r>
          <a:br>
            <a:rPr lang="de-DE" sz="1100" kern="1200" dirty="0">
              <a:solidFill>
                <a:srgbClr val="FF0000"/>
              </a:solidFill>
            </a:rPr>
          </a:br>
          <a:r>
            <a:rPr lang="de-DE" sz="1100" kern="1200" dirty="0">
              <a:solidFill>
                <a:srgbClr val="FF0000"/>
              </a:solidFill>
            </a:rPr>
            <a:t>Alloys3</a:t>
          </a:r>
          <a:endParaRPr lang="de-DE" sz="1100" kern="1200" dirty="0">
            <a:solidFill>
              <a:srgbClr val="FF0000"/>
            </a:solidFill>
            <a:latin typeface="Calibri" panose="020F0502020204030204"/>
            <a:ea typeface="+mn-ea"/>
            <a:cs typeface="+mn-cs"/>
          </a:endParaRPr>
        </a:p>
      </dgm:t>
    </dgm:pt>
    <dgm:pt modelId="{E6B753E0-43D5-4297-9C2F-E05021EFAFD8}" type="parTrans" cxnId="{575843F0-BDDB-48CA-8919-26B354E63405}">
      <dgm:prSet/>
      <dgm:spPr/>
      <dgm:t>
        <a:bodyPr/>
        <a:lstStyle/>
        <a:p>
          <a:endParaRPr lang="de-DE"/>
        </a:p>
      </dgm:t>
    </dgm:pt>
    <dgm:pt modelId="{318AB334-618D-4177-A217-00FDCD935154}" type="sibTrans" cxnId="{575843F0-BDDB-48CA-8919-26B354E63405}">
      <dgm:prSet/>
      <dgm:spPr/>
      <dgm:t>
        <a:bodyPr/>
        <a:lstStyle/>
        <a:p>
          <a:endParaRPr lang="de-DE"/>
        </a:p>
      </dgm:t>
    </dgm:pt>
    <dgm:pt modelId="{3424A569-8C35-4782-BF65-6005B9219DC2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err="1">
              <a:solidFill>
                <a:schemeClr val="bg1"/>
              </a:solidFill>
            </a:rPr>
            <a:t>AgAndAg</a:t>
          </a:r>
          <a:br>
            <a:rPr lang="de-DE" sz="1100">
              <a:solidFill>
                <a:schemeClr val="bg1"/>
              </a:solidFill>
            </a:rPr>
          </a:br>
          <a:r>
            <a:rPr lang="de-DE" sz="1100" err="1">
              <a:solidFill>
                <a:schemeClr val="bg1"/>
              </a:solidFill>
            </a:rPr>
            <a:t>Alloys</a:t>
          </a:r>
          <a:endParaRPr lang="de-DE" sz="1100">
            <a:solidFill>
              <a:schemeClr val="bg1"/>
            </a:solidFill>
          </a:endParaRPr>
        </a:p>
      </dgm:t>
    </dgm:pt>
    <dgm:pt modelId="{40B35635-6822-4802-B599-C9DE61558182}" type="sibTrans" cxnId="{BD184B79-3AD1-4CA5-824D-F183BA2F3F30}">
      <dgm:prSet/>
      <dgm:spPr/>
      <dgm:t>
        <a:bodyPr/>
        <a:lstStyle/>
        <a:p>
          <a:endParaRPr lang="de-DE"/>
        </a:p>
      </dgm:t>
    </dgm:pt>
    <dgm:pt modelId="{48E4345C-AD34-4BAA-ACD5-D82F369E0A53}" type="parTrans" cxnId="{BD184B79-3AD1-4CA5-824D-F183BA2F3F30}">
      <dgm:prSet/>
      <dgm:spPr/>
      <dgm:t>
        <a:bodyPr/>
        <a:lstStyle/>
        <a:p>
          <a:endParaRPr lang="de-DE" sz="1100"/>
        </a:p>
      </dgm:t>
    </dgm:pt>
    <dgm:pt modelId="{2A85D2DF-575A-4B23-88F1-82799F347DB6}" type="pres">
      <dgm:prSet presAssocID="{CAA3C833-D061-4322-8A7D-E8D15B8F2CD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26F8A02-8161-4FED-A842-68F8E2298260}" type="pres">
      <dgm:prSet presAssocID="{DD487C7C-326D-41F2-B713-57FB329F82E8}" presName="hierRoot1" presStyleCnt="0">
        <dgm:presLayoutVars>
          <dgm:hierBranch/>
        </dgm:presLayoutVars>
      </dgm:prSet>
      <dgm:spPr/>
    </dgm:pt>
    <dgm:pt modelId="{67ACCE7F-3DBA-4F6D-B5C4-1A489A116C6F}" type="pres">
      <dgm:prSet presAssocID="{DD487C7C-326D-41F2-B713-57FB329F82E8}" presName="rootComposite1" presStyleCnt="0"/>
      <dgm:spPr/>
    </dgm:pt>
    <dgm:pt modelId="{C4DA827F-8D4C-45FD-A944-F49859DA6E1F}" type="pres">
      <dgm:prSet presAssocID="{DD487C7C-326D-41F2-B713-57FB329F82E8}" presName="rootText1" presStyleLbl="node0" presStyleIdx="0" presStyleCnt="1" custScaleX="154478">
        <dgm:presLayoutVars>
          <dgm:chPref val="3"/>
        </dgm:presLayoutVars>
      </dgm:prSet>
      <dgm:spPr/>
    </dgm:pt>
    <dgm:pt modelId="{11213EF3-B504-49E8-B33D-735626B241F8}" type="pres">
      <dgm:prSet presAssocID="{DD487C7C-326D-41F2-B713-57FB329F82E8}" presName="rootConnector1" presStyleLbl="node1" presStyleIdx="0" presStyleCnt="0"/>
      <dgm:spPr/>
    </dgm:pt>
    <dgm:pt modelId="{1C2C1BC8-2D88-4BCA-B426-6D7BAAFEEF11}" type="pres">
      <dgm:prSet presAssocID="{DD487C7C-326D-41F2-B713-57FB329F82E8}" presName="hierChild2" presStyleCnt="0"/>
      <dgm:spPr/>
    </dgm:pt>
    <dgm:pt modelId="{C34FAEE4-AA95-48F4-AA78-9B8A8E82C523}" type="pres">
      <dgm:prSet presAssocID="{BE4657DF-AD0C-4371-BCE4-CE285E8EDD8A}" presName="Name35" presStyleLbl="parChTrans1D2" presStyleIdx="0" presStyleCnt="8"/>
      <dgm:spPr/>
    </dgm:pt>
    <dgm:pt modelId="{D35E7F41-D046-4C62-98C6-EB2E9AA25181}" type="pres">
      <dgm:prSet presAssocID="{6BCED721-077F-4CD5-8F06-1109A3611E34}" presName="hierRoot2" presStyleCnt="0">
        <dgm:presLayoutVars>
          <dgm:hierBranch val="r"/>
        </dgm:presLayoutVars>
      </dgm:prSet>
      <dgm:spPr/>
    </dgm:pt>
    <dgm:pt modelId="{DFBDA017-46CC-4844-A64D-08690E087771}" type="pres">
      <dgm:prSet presAssocID="{6BCED721-077F-4CD5-8F06-1109A3611E34}" presName="rootComposite" presStyleCnt="0"/>
      <dgm:spPr/>
    </dgm:pt>
    <dgm:pt modelId="{1B350945-5AAB-4255-9E02-6144DD6CA868}" type="pres">
      <dgm:prSet presAssocID="{6BCED721-077F-4CD5-8F06-1109A3611E34}" presName="rootText" presStyleLbl="node2" presStyleIdx="0" presStyleCnt="8">
        <dgm:presLayoutVars>
          <dgm:chPref val="3"/>
        </dgm:presLayoutVars>
      </dgm:prSet>
      <dgm:spPr/>
    </dgm:pt>
    <dgm:pt modelId="{51950EBA-8DD8-412B-BCDA-630B51F7C6C3}" type="pres">
      <dgm:prSet presAssocID="{6BCED721-077F-4CD5-8F06-1109A3611E34}" presName="rootConnector" presStyleLbl="node2" presStyleIdx="0" presStyleCnt="8"/>
      <dgm:spPr/>
    </dgm:pt>
    <dgm:pt modelId="{FD90D7EA-9079-4375-A3EE-755551C115F6}" type="pres">
      <dgm:prSet presAssocID="{6BCED721-077F-4CD5-8F06-1109A3611E34}" presName="hierChild4" presStyleCnt="0"/>
      <dgm:spPr/>
    </dgm:pt>
    <dgm:pt modelId="{A21CB444-8275-4D12-86F6-BE94C2097CF3}" type="pres">
      <dgm:prSet presAssocID="{E6B753E0-43D5-4297-9C2F-E05021EFAFD8}" presName="Name50" presStyleLbl="parChTrans1D3" presStyleIdx="0" presStyleCnt="13"/>
      <dgm:spPr/>
    </dgm:pt>
    <dgm:pt modelId="{8A897FF1-A2A7-41F2-8BA8-C60DC7AF1A6F}" type="pres">
      <dgm:prSet presAssocID="{6EF7C922-36D7-49AD-91AE-2F37835E48F7}" presName="hierRoot2" presStyleCnt="0">
        <dgm:presLayoutVars>
          <dgm:hierBranch val="init"/>
        </dgm:presLayoutVars>
      </dgm:prSet>
      <dgm:spPr/>
    </dgm:pt>
    <dgm:pt modelId="{5ADF68DA-560D-463A-8C99-AD5CBA7C1AFB}" type="pres">
      <dgm:prSet presAssocID="{6EF7C922-36D7-49AD-91AE-2F37835E48F7}" presName="rootComposite" presStyleCnt="0"/>
      <dgm:spPr/>
    </dgm:pt>
    <dgm:pt modelId="{67D87EB0-BE5D-4A4B-8CF6-AD87E5C63AA7}" type="pres">
      <dgm:prSet presAssocID="{6EF7C922-36D7-49AD-91AE-2F37835E48F7}" presName="rootText" presStyleLbl="node3" presStyleIdx="0" presStyleCnt="13">
        <dgm:presLayoutVars>
          <dgm:chPref val="3"/>
        </dgm:presLayoutVars>
      </dgm:prSet>
      <dgm:spPr>
        <a:xfrm>
          <a:off x="205217" y="2218609"/>
          <a:ext cx="811113" cy="405556"/>
        </a:xfrm>
        <a:prstGeom prst="rect">
          <a:avLst/>
        </a:prstGeom>
      </dgm:spPr>
    </dgm:pt>
    <dgm:pt modelId="{2F86E7F4-0A80-4211-BFE6-17823C6280D3}" type="pres">
      <dgm:prSet presAssocID="{6EF7C922-36D7-49AD-91AE-2F37835E48F7}" presName="rootConnector" presStyleLbl="node3" presStyleIdx="0" presStyleCnt="13"/>
      <dgm:spPr/>
    </dgm:pt>
    <dgm:pt modelId="{47321A89-91D6-455D-A2DF-762F5800CC8A}" type="pres">
      <dgm:prSet presAssocID="{6EF7C922-36D7-49AD-91AE-2F37835E48F7}" presName="hierChild4" presStyleCnt="0"/>
      <dgm:spPr/>
    </dgm:pt>
    <dgm:pt modelId="{2419D454-F059-48DF-8BC3-976B75842B4A}" type="pres">
      <dgm:prSet presAssocID="{6EF7C922-36D7-49AD-91AE-2F37835E48F7}" presName="hierChild5" presStyleCnt="0"/>
      <dgm:spPr/>
    </dgm:pt>
    <dgm:pt modelId="{C11DA5FF-A562-426F-BEA7-D1DBF0182C62}" type="pres">
      <dgm:prSet presAssocID="{6BCED721-077F-4CD5-8F06-1109A3611E34}" presName="hierChild5" presStyleCnt="0"/>
      <dgm:spPr/>
    </dgm:pt>
    <dgm:pt modelId="{7FA07A29-AC34-492D-9492-180962223F99}" type="pres">
      <dgm:prSet presAssocID="{48E4345C-AD34-4BAA-ACD5-D82F369E0A53}" presName="Name35" presStyleLbl="parChTrans1D2" presStyleIdx="1" presStyleCnt="8"/>
      <dgm:spPr/>
    </dgm:pt>
    <dgm:pt modelId="{0AC1A1EE-B327-4282-BB58-83BE98A95EE5}" type="pres">
      <dgm:prSet presAssocID="{3424A569-8C35-4782-BF65-6005B9219DC2}" presName="hierRoot2" presStyleCnt="0">
        <dgm:presLayoutVars>
          <dgm:hierBranch val="r"/>
        </dgm:presLayoutVars>
      </dgm:prSet>
      <dgm:spPr/>
    </dgm:pt>
    <dgm:pt modelId="{694D8116-182B-45F4-8DEB-1A1D34AF2FA5}" type="pres">
      <dgm:prSet presAssocID="{3424A569-8C35-4782-BF65-6005B9219DC2}" presName="rootComposite" presStyleCnt="0"/>
      <dgm:spPr/>
    </dgm:pt>
    <dgm:pt modelId="{15F8BA71-D490-4E78-9E19-68ECD5E77091}" type="pres">
      <dgm:prSet presAssocID="{3424A569-8C35-4782-BF65-6005B9219DC2}" presName="rootText" presStyleLbl="node2" presStyleIdx="1" presStyleCnt="8">
        <dgm:presLayoutVars>
          <dgm:chPref val="3"/>
        </dgm:presLayoutVars>
      </dgm:prSet>
      <dgm:spPr/>
    </dgm:pt>
    <dgm:pt modelId="{9F93F91F-F3A7-41B0-B5CD-3B9D0C258302}" type="pres">
      <dgm:prSet presAssocID="{3424A569-8C35-4782-BF65-6005B9219DC2}" presName="rootConnector" presStyleLbl="node2" presStyleIdx="1" presStyleCnt="8"/>
      <dgm:spPr/>
    </dgm:pt>
    <dgm:pt modelId="{630ADD35-28C3-4894-8F0F-8C0582AE7746}" type="pres">
      <dgm:prSet presAssocID="{3424A569-8C35-4782-BF65-6005B9219DC2}" presName="hierChild4" presStyleCnt="0"/>
      <dgm:spPr/>
    </dgm:pt>
    <dgm:pt modelId="{BA974B45-4B5E-4627-8E1B-E62A7282E2E3}" type="pres">
      <dgm:prSet presAssocID="{6546E2C1-A841-4496-BDC7-3DDAE97B5036}" presName="Name50" presStyleLbl="parChTrans1D3" presStyleIdx="1" presStyleCnt="13"/>
      <dgm:spPr/>
    </dgm:pt>
    <dgm:pt modelId="{113F6131-B52E-4F69-BAA2-3159EFACE3D8}" type="pres">
      <dgm:prSet presAssocID="{6E461CDB-7527-4FB2-B4DA-7DB8F7DF55CC}" presName="hierRoot2" presStyleCnt="0">
        <dgm:presLayoutVars>
          <dgm:hierBranch val="init"/>
        </dgm:presLayoutVars>
      </dgm:prSet>
      <dgm:spPr/>
    </dgm:pt>
    <dgm:pt modelId="{02D63C17-FB75-4BFD-8CEB-21F4EA14E49B}" type="pres">
      <dgm:prSet presAssocID="{6E461CDB-7527-4FB2-B4DA-7DB8F7DF55CC}" presName="rootComposite" presStyleCnt="0"/>
      <dgm:spPr/>
    </dgm:pt>
    <dgm:pt modelId="{199326CE-FD01-49B0-B906-741EED7059E7}" type="pres">
      <dgm:prSet presAssocID="{6E461CDB-7527-4FB2-B4DA-7DB8F7DF55CC}" presName="rootText" presStyleLbl="node3" presStyleIdx="1" presStyleCnt="13">
        <dgm:presLayoutVars>
          <dgm:chPref val="3"/>
        </dgm:presLayoutVars>
      </dgm:prSet>
      <dgm:spPr/>
    </dgm:pt>
    <dgm:pt modelId="{477F3DDA-8907-4804-82DE-0D1100596EA2}" type="pres">
      <dgm:prSet presAssocID="{6E461CDB-7527-4FB2-B4DA-7DB8F7DF55CC}" presName="rootConnector" presStyleLbl="node3" presStyleIdx="1" presStyleCnt="13"/>
      <dgm:spPr/>
    </dgm:pt>
    <dgm:pt modelId="{9F50BC1A-436D-453A-B339-58D47A8FBDDD}" type="pres">
      <dgm:prSet presAssocID="{6E461CDB-7527-4FB2-B4DA-7DB8F7DF55CC}" presName="hierChild4" presStyleCnt="0"/>
      <dgm:spPr/>
    </dgm:pt>
    <dgm:pt modelId="{5A9CCA51-F536-4F5D-BD6E-B08EFBB49096}" type="pres">
      <dgm:prSet presAssocID="{6E461CDB-7527-4FB2-B4DA-7DB8F7DF55CC}" presName="hierChild5" presStyleCnt="0"/>
      <dgm:spPr/>
    </dgm:pt>
    <dgm:pt modelId="{46E53462-F97B-482E-AAD4-5058514AE45C}" type="pres">
      <dgm:prSet presAssocID="{32D9AEE1-3971-4674-8AF4-39A63FD6CA1E}" presName="Name50" presStyleLbl="parChTrans1D3" presStyleIdx="2" presStyleCnt="13"/>
      <dgm:spPr/>
    </dgm:pt>
    <dgm:pt modelId="{9039A6D7-EFA5-4E00-BD2E-AA95E5CDA2A6}" type="pres">
      <dgm:prSet presAssocID="{9301FEA7-EA9F-416B-BE5C-0A5EE87F492A}" presName="hierRoot2" presStyleCnt="0">
        <dgm:presLayoutVars>
          <dgm:hierBranch val="init"/>
        </dgm:presLayoutVars>
      </dgm:prSet>
      <dgm:spPr/>
    </dgm:pt>
    <dgm:pt modelId="{A7291F78-7860-44FB-AD8A-BE77FB447D67}" type="pres">
      <dgm:prSet presAssocID="{9301FEA7-EA9F-416B-BE5C-0A5EE87F492A}" presName="rootComposite" presStyleCnt="0"/>
      <dgm:spPr/>
    </dgm:pt>
    <dgm:pt modelId="{987F28BA-42C1-4CAB-A8A7-029228E18A6F}" type="pres">
      <dgm:prSet presAssocID="{9301FEA7-EA9F-416B-BE5C-0A5EE87F492A}" presName="rootText" presStyleLbl="node3" presStyleIdx="2" presStyleCnt="13">
        <dgm:presLayoutVars>
          <dgm:chPref val="3"/>
        </dgm:presLayoutVars>
      </dgm:prSet>
      <dgm:spPr/>
    </dgm:pt>
    <dgm:pt modelId="{AD154D43-3C7D-46F4-B1E1-8B4FA23EA625}" type="pres">
      <dgm:prSet presAssocID="{9301FEA7-EA9F-416B-BE5C-0A5EE87F492A}" presName="rootConnector" presStyleLbl="node3" presStyleIdx="2" presStyleCnt="13"/>
      <dgm:spPr/>
    </dgm:pt>
    <dgm:pt modelId="{54A56475-A72A-446F-9A59-043BDCE669A5}" type="pres">
      <dgm:prSet presAssocID="{9301FEA7-EA9F-416B-BE5C-0A5EE87F492A}" presName="hierChild4" presStyleCnt="0"/>
      <dgm:spPr/>
    </dgm:pt>
    <dgm:pt modelId="{B2DE55EC-347A-42C6-AAC1-C11864ADC3A8}" type="pres">
      <dgm:prSet presAssocID="{9301FEA7-EA9F-416B-BE5C-0A5EE87F492A}" presName="hierChild5" presStyleCnt="0"/>
      <dgm:spPr/>
    </dgm:pt>
    <dgm:pt modelId="{19AA3C2E-47F7-446F-BE1A-E16E84EC1186}" type="pres">
      <dgm:prSet presAssocID="{F01BECEB-8729-4F20-A228-6D123B59E435}" presName="Name50" presStyleLbl="parChTrans1D3" presStyleIdx="3" presStyleCnt="13"/>
      <dgm:spPr/>
    </dgm:pt>
    <dgm:pt modelId="{C40A6FBF-2512-400A-9FD7-C8088E5D94CA}" type="pres">
      <dgm:prSet presAssocID="{0D97E93F-904B-4F78-997B-FC874C39454F}" presName="hierRoot2" presStyleCnt="0">
        <dgm:presLayoutVars>
          <dgm:hierBranch val="init"/>
        </dgm:presLayoutVars>
      </dgm:prSet>
      <dgm:spPr/>
    </dgm:pt>
    <dgm:pt modelId="{1DC12912-679C-4F2A-909B-59A58DD29F00}" type="pres">
      <dgm:prSet presAssocID="{0D97E93F-904B-4F78-997B-FC874C39454F}" presName="rootComposite" presStyleCnt="0"/>
      <dgm:spPr/>
    </dgm:pt>
    <dgm:pt modelId="{BB7C8C34-7A57-4B46-80A2-2FE06EC4661D}" type="pres">
      <dgm:prSet presAssocID="{0D97E93F-904B-4F78-997B-FC874C39454F}" presName="rootText" presStyleLbl="node3" presStyleIdx="3" presStyleCnt="13">
        <dgm:presLayoutVars>
          <dgm:chPref val="3"/>
        </dgm:presLayoutVars>
      </dgm:prSet>
      <dgm:spPr/>
    </dgm:pt>
    <dgm:pt modelId="{8B5CB0C4-1909-415B-9805-4D8C90434CEB}" type="pres">
      <dgm:prSet presAssocID="{0D97E93F-904B-4F78-997B-FC874C39454F}" presName="rootConnector" presStyleLbl="node3" presStyleIdx="3" presStyleCnt="13"/>
      <dgm:spPr/>
    </dgm:pt>
    <dgm:pt modelId="{D255C865-AD56-4ACE-86E9-F15F34FA88E4}" type="pres">
      <dgm:prSet presAssocID="{0D97E93F-904B-4F78-997B-FC874C39454F}" presName="hierChild4" presStyleCnt="0"/>
      <dgm:spPr/>
    </dgm:pt>
    <dgm:pt modelId="{70A35589-B9B1-40F2-947A-5F28B7B7FCE8}" type="pres">
      <dgm:prSet presAssocID="{0D97E93F-904B-4F78-997B-FC874C39454F}" presName="hierChild5" presStyleCnt="0"/>
      <dgm:spPr/>
    </dgm:pt>
    <dgm:pt modelId="{EF92040E-5938-4363-B762-0272BCF8F39F}" type="pres">
      <dgm:prSet presAssocID="{5B42BF45-FCF5-4F54-8A85-1C801597812B}" presName="Name50" presStyleLbl="parChTrans1D3" presStyleIdx="4" presStyleCnt="13"/>
      <dgm:spPr/>
    </dgm:pt>
    <dgm:pt modelId="{A18EDC4C-7C85-4E7B-9231-8E4019CD9107}" type="pres">
      <dgm:prSet presAssocID="{F6C2E12F-2889-4F39-8DBE-CB46D52111B4}" presName="hierRoot2" presStyleCnt="0">
        <dgm:presLayoutVars>
          <dgm:hierBranch val="init"/>
        </dgm:presLayoutVars>
      </dgm:prSet>
      <dgm:spPr/>
    </dgm:pt>
    <dgm:pt modelId="{E3EEEF33-92EF-44C9-9D2E-132779AF41D7}" type="pres">
      <dgm:prSet presAssocID="{F6C2E12F-2889-4F39-8DBE-CB46D52111B4}" presName="rootComposite" presStyleCnt="0"/>
      <dgm:spPr/>
    </dgm:pt>
    <dgm:pt modelId="{DC389C4F-6776-4531-AF97-D790AC8C7039}" type="pres">
      <dgm:prSet presAssocID="{F6C2E12F-2889-4F39-8DBE-CB46D52111B4}" presName="rootText" presStyleLbl="node3" presStyleIdx="4" presStyleCnt="13">
        <dgm:presLayoutVars>
          <dgm:chPref val="3"/>
        </dgm:presLayoutVars>
      </dgm:prSet>
      <dgm:spPr/>
    </dgm:pt>
    <dgm:pt modelId="{53B8B2FE-E685-47C1-B288-FA6AC7423172}" type="pres">
      <dgm:prSet presAssocID="{F6C2E12F-2889-4F39-8DBE-CB46D52111B4}" presName="rootConnector" presStyleLbl="node3" presStyleIdx="4" presStyleCnt="13"/>
      <dgm:spPr/>
    </dgm:pt>
    <dgm:pt modelId="{F3A60102-3348-47E3-B189-321B4D5551F1}" type="pres">
      <dgm:prSet presAssocID="{F6C2E12F-2889-4F39-8DBE-CB46D52111B4}" presName="hierChild4" presStyleCnt="0"/>
      <dgm:spPr/>
    </dgm:pt>
    <dgm:pt modelId="{F41683E8-17C4-4069-94AB-5B7B5C30F583}" type="pres">
      <dgm:prSet presAssocID="{F6C2E12F-2889-4F39-8DBE-CB46D52111B4}" presName="hierChild5" presStyleCnt="0"/>
      <dgm:spPr/>
    </dgm:pt>
    <dgm:pt modelId="{A197EFAE-FCAB-4FA6-B1A8-73C684943F08}" type="pres">
      <dgm:prSet presAssocID="{3424A569-8C35-4782-BF65-6005B9219DC2}" presName="hierChild5" presStyleCnt="0"/>
      <dgm:spPr/>
    </dgm:pt>
    <dgm:pt modelId="{3095DDE7-2414-4242-9D57-1C63BD769F23}" type="pres">
      <dgm:prSet presAssocID="{F0A91BEB-1214-4D83-B974-C60C5C5693C4}" presName="Name35" presStyleLbl="parChTrans1D2" presStyleIdx="2" presStyleCnt="8"/>
      <dgm:spPr/>
    </dgm:pt>
    <dgm:pt modelId="{9F2707CE-08A9-44B6-B7C6-801661228578}" type="pres">
      <dgm:prSet presAssocID="{8CB829A5-314B-437F-BA9D-46BBCD670A17}" presName="hierRoot2" presStyleCnt="0">
        <dgm:presLayoutVars>
          <dgm:hierBranch val="r"/>
        </dgm:presLayoutVars>
      </dgm:prSet>
      <dgm:spPr/>
    </dgm:pt>
    <dgm:pt modelId="{60D25F24-589E-4998-BEA3-D09EE290908C}" type="pres">
      <dgm:prSet presAssocID="{8CB829A5-314B-437F-BA9D-46BBCD670A17}" presName="rootComposite" presStyleCnt="0"/>
      <dgm:spPr/>
    </dgm:pt>
    <dgm:pt modelId="{FAEF36B1-03B0-4FCB-A605-8E979FBD8EBB}" type="pres">
      <dgm:prSet presAssocID="{8CB829A5-314B-437F-BA9D-46BBCD670A17}" presName="rootText" presStyleLbl="node2" presStyleIdx="2" presStyleCnt="8">
        <dgm:presLayoutVars>
          <dgm:chPref val="3"/>
        </dgm:presLayoutVars>
      </dgm:prSet>
      <dgm:spPr/>
    </dgm:pt>
    <dgm:pt modelId="{1B7B3275-0DFB-4429-9B18-94BB049D085B}" type="pres">
      <dgm:prSet presAssocID="{8CB829A5-314B-437F-BA9D-46BBCD670A17}" presName="rootConnector" presStyleLbl="node2" presStyleIdx="2" presStyleCnt="8"/>
      <dgm:spPr/>
    </dgm:pt>
    <dgm:pt modelId="{824F0DD3-1468-4CED-8010-7B392C6F46F3}" type="pres">
      <dgm:prSet presAssocID="{8CB829A5-314B-437F-BA9D-46BBCD670A17}" presName="hierChild4" presStyleCnt="0"/>
      <dgm:spPr/>
    </dgm:pt>
    <dgm:pt modelId="{23004C58-DE68-4F69-A688-40B38D32F9B0}" type="pres">
      <dgm:prSet presAssocID="{A4649CC8-4B15-4A63-9429-214A065AAB5F}" presName="Name50" presStyleLbl="parChTrans1D3" presStyleIdx="5" presStyleCnt="13"/>
      <dgm:spPr/>
    </dgm:pt>
    <dgm:pt modelId="{17861F2F-61CE-49AD-ADAD-8E0DA6BFE26F}" type="pres">
      <dgm:prSet presAssocID="{35045A99-2BEF-4638-9852-B2577690460E}" presName="hierRoot2" presStyleCnt="0">
        <dgm:presLayoutVars>
          <dgm:hierBranch val="init"/>
        </dgm:presLayoutVars>
      </dgm:prSet>
      <dgm:spPr/>
    </dgm:pt>
    <dgm:pt modelId="{EEF0ECF2-9214-437C-B9E4-A10E75FD83D1}" type="pres">
      <dgm:prSet presAssocID="{35045A99-2BEF-4638-9852-B2577690460E}" presName="rootComposite" presStyleCnt="0"/>
      <dgm:spPr/>
    </dgm:pt>
    <dgm:pt modelId="{3768D943-3E2C-412C-B226-8F72C993C0BB}" type="pres">
      <dgm:prSet presAssocID="{35045A99-2BEF-4638-9852-B2577690460E}" presName="rootText" presStyleLbl="node3" presStyleIdx="5" presStyleCnt="13">
        <dgm:presLayoutVars>
          <dgm:chPref val="3"/>
        </dgm:presLayoutVars>
      </dgm:prSet>
      <dgm:spPr>
        <a:xfrm>
          <a:off x="2400024" y="1015024"/>
          <a:ext cx="711894" cy="355947"/>
        </a:xfrm>
        <a:prstGeom prst="rect">
          <a:avLst/>
        </a:prstGeom>
      </dgm:spPr>
    </dgm:pt>
    <dgm:pt modelId="{AE10D876-C46D-42F9-B3D2-5A6C3E087EA7}" type="pres">
      <dgm:prSet presAssocID="{35045A99-2BEF-4638-9852-B2577690460E}" presName="rootConnector" presStyleLbl="node3" presStyleIdx="5" presStyleCnt="13"/>
      <dgm:spPr/>
    </dgm:pt>
    <dgm:pt modelId="{EB81EB55-A814-409B-B161-E4C13F783A51}" type="pres">
      <dgm:prSet presAssocID="{35045A99-2BEF-4638-9852-B2577690460E}" presName="hierChild4" presStyleCnt="0"/>
      <dgm:spPr/>
    </dgm:pt>
    <dgm:pt modelId="{042D9F4B-FBB9-430C-97FF-F4D0DE41711F}" type="pres">
      <dgm:prSet presAssocID="{35045A99-2BEF-4638-9852-B2577690460E}" presName="hierChild5" presStyleCnt="0"/>
      <dgm:spPr/>
    </dgm:pt>
    <dgm:pt modelId="{8F7C9710-FFEB-40E6-82C9-AF2D82510AB3}" type="pres">
      <dgm:prSet presAssocID="{8CB829A5-314B-437F-BA9D-46BBCD670A17}" presName="hierChild5" presStyleCnt="0"/>
      <dgm:spPr/>
    </dgm:pt>
    <dgm:pt modelId="{BF7121B3-B85D-43A4-9D4C-0BCE88478A3F}" type="pres">
      <dgm:prSet presAssocID="{9A79A0C7-4050-419F-A73A-E93FB657E68E}" presName="Name35" presStyleLbl="parChTrans1D2" presStyleIdx="3" presStyleCnt="8"/>
      <dgm:spPr/>
    </dgm:pt>
    <dgm:pt modelId="{64C38D77-4B0C-4E35-80F0-AD7F18C462BF}" type="pres">
      <dgm:prSet presAssocID="{90598614-72CA-45C4-9E8C-AFF275B3F34C}" presName="hierRoot2" presStyleCnt="0">
        <dgm:presLayoutVars>
          <dgm:hierBranch val="r"/>
        </dgm:presLayoutVars>
      </dgm:prSet>
      <dgm:spPr/>
    </dgm:pt>
    <dgm:pt modelId="{A1F43BD7-AAEE-4976-A064-E32B39F15C20}" type="pres">
      <dgm:prSet presAssocID="{90598614-72CA-45C4-9E8C-AFF275B3F34C}" presName="rootComposite" presStyleCnt="0"/>
      <dgm:spPr/>
    </dgm:pt>
    <dgm:pt modelId="{EDBD8B77-515F-4D0E-B5F9-7915BAB0FC22}" type="pres">
      <dgm:prSet presAssocID="{90598614-72CA-45C4-9E8C-AFF275B3F34C}" presName="rootText" presStyleLbl="node2" presStyleIdx="3" presStyleCnt="8">
        <dgm:presLayoutVars>
          <dgm:chPref val="3"/>
        </dgm:presLayoutVars>
      </dgm:prSet>
      <dgm:spPr/>
    </dgm:pt>
    <dgm:pt modelId="{2B913BFE-A791-46E1-9239-3A04D32B476A}" type="pres">
      <dgm:prSet presAssocID="{90598614-72CA-45C4-9E8C-AFF275B3F34C}" presName="rootConnector" presStyleLbl="node2" presStyleIdx="3" presStyleCnt="8"/>
      <dgm:spPr/>
    </dgm:pt>
    <dgm:pt modelId="{F8127042-08FB-484E-AD19-B88141884168}" type="pres">
      <dgm:prSet presAssocID="{90598614-72CA-45C4-9E8C-AFF275B3F34C}" presName="hierChild4" presStyleCnt="0"/>
      <dgm:spPr/>
    </dgm:pt>
    <dgm:pt modelId="{A121B8AC-45BB-4615-BED0-2B05553C4767}" type="pres">
      <dgm:prSet presAssocID="{2D3F29DA-7ED2-4E08-AAF1-161A0360CFF9}" presName="Name50" presStyleLbl="parChTrans1D3" presStyleIdx="6" presStyleCnt="13"/>
      <dgm:spPr/>
    </dgm:pt>
    <dgm:pt modelId="{6195F19C-2109-4249-82EA-E76DC665F5CF}" type="pres">
      <dgm:prSet presAssocID="{92949166-AD21-4113-80BF-1EFD1134C3AD}" presName="hierRoot2" presStyleCnt="0">
        <dgm:presLayoutVars>
          <dgm:hierBranch val="init"/>
        </dgm:presLayoutVars>
      </dgm:prSet>
      <dgm:spPr/>
    </dgm:pt>
    <dgm:pt modelId="{85926554-E97D-4A0E-B750-41B305FDBA4E}" type="pres">
      <dgm:prSet presAssocID="{92949166-AD21-4113-80BF-1EFD1134C3AD}" presName="rootComposite" presStyleCnt="0"/>
      <dgm:spPr/>
    </dgm:pt>
    <dgm:pt modelId="{83E45405-4AD2-43A1-B934-7EC33E6A709E}" type="pres">
      <dgm:prSet presAssocID="{92949166-AD21-4113-80BF-1EFD1134C3AD}" presName="rootText" presStyleLbl="node3" presStyleIdx="6" presStyleCnt="13">
        <dgm:presLayoutVars>
          <dgm:chPref val="3"/>
        </dgm:presLayoutVars>
      </dgm:prSet>
      <dgm:spPr>
        <a:xfrm>
          <a:off x="3261417" y="1015024"/>
          <a:ext cx="711894" cy="355947"/>
        </a:xfrm>
        <a:prstGeom prst="rect">
          <a:avLst/>
        </a:prstGeom>
      </dgm:spPr>
    </dgm:pt>
    <dgm:pt modelId="{9DF0842C-3F72-440E-A96C-6D32A695474E}" type="pres">
      <dgm:prSet presAssocID="{92949166-AD21-4113-80BF-1EFD1134C3AD}" presName="rootConnector" presStyleLbl="node3" presStyleIdx="6" presStyleCnt="13"/>
      <dgm:spPr/>
    </dgm:pt>
    <dgm:pt modelId="{63C734DC-226F-447A-AB2C-378FEEC4D3B2}" type="pres">
      <dgm:prSet presAssocID="{92949166-AD21-4113-80BF-1EFD1134C3AD}" presName="hierChild4" presStyleCnt="0"/>
      <dgm:spPr/>
    </dgm:pt>
    <dgm:pt modelId="{E321E2E7-1F7C-4A5A-910A-78CCA1EDAB48}" type="pres">
      <dgm:prSet presAssocID="{92949166-AD21-4113-80BF-1EFD1134C3AD}" presName="hierChild5" presStyleCnt="0"/>
      <dgm:spPr/>
    </dgm:pt>
    <dgm:pt modelId="{E3309C8D-DAA2-4C7F-91D5-B8349496FB62}" type="pres">
      <dgm:prSet presAssocID="{90598614-72CA-45C4-9E8C-AFF275B3F34C}" presName="hierChild5" presStyleCnt="0"/>
      <dgm:spPr/>
    </dgm:pt>
    <dgm:pt modelId="{3411FA3E-F99D-4B40-B2CC-8BB247E98989}" type="pres">
      <dgm:prSet presAssocID="{34F64E84-F908-4ED2-9102-2976DA1A4F34}" presName="Name35" presStyleLbl="parChTrans1D2" presStyleIdx="4" presStyleCnt="8"/>
      <dgm:spPr/>
    </dgm:pt>
    <dgm:pt modelId="{7EC526DF-8075-4F37-AC1D-A31571B32BEE}" type="pres">
      <dgm:prSet presAssocID="{E920B5B2-D150-4B81-A165-11E61779BE6C}" presName="hierRoot2" presStyleCnt="0">
        <dgm:presLayoutVars>
          <dgm:hierBranch val="r"/>
        </dgm:presLayoutVars>
      </dgm:prSet>
      <dgm:spPr/>
    </dgm:pt>
    <dgm:pt modelId="{6609D955-441F-4171-B655-316BC096F12E}" type="pres">
      <dgm:prSet presAssocID="{E920B5B2-D150-4B81-A165-11E61779BE6C}" presName="rootComposite" presStyleCnt="0"/>
      <dgm:spPr/>
    </dgm:pt>
    <dgm:pt modelId="{CE723233-86BE-431F-AEBA-ACF7ACA91D77}" type="pres">
      <dgm:prSet presAssocID="{E920B5B2-D150-4B81-A165-11E61779BE6C}" presName="rootText" presStyleLbl="node2" presStyleIdx="4" presStyleCnt="8">
        <dgm:presLayoutVars>
          <dgm:chPref val="3"/>
        </dgm:presLayoutVars>
      </dgm:prSet>
      <dgm:spPr/>
    </dgm:pt>
    <dgm:pt modelId="{344F4D45-98FA-469A-B3F5-4C259975AAA3}" type="pres">
      <dgm:prSet presAssocID="{E920B5B2-D150-4B81-A165-11E61779BE6C}" presName="rootConnector" presStyleLbl="node2" presStyleIdx="4" presStyleCnt="8"/>
      <dgm:spPr/>
    </dgm:pt>
    <dgm:pt modelId="{B41F19CA-6E7D-4B42-89AB-8C41BDA26C73}" type="pres">
      <dgm:prSet presAssocID="{E920B5B2-D150-4B81-A165-11E61779BE6C}" presName="hierChild4" presStyleCnt="0"/>
      <dgm:spPr/>
    </dgm:pt>
    <dgm:pt modelId="{5DBBBA8C-8465-42E5-B405-E3AB0AAF5B8D}" type="pres">
      <dgm:prSet presAssocID="{E07A8B32-668A-4179-B21D-010DB474D86D}" presName="Name50" presStyleLbl="parChTrans1D3" presStyleIdx="7" presStyleCnt="13"/>
      <dgm:spPr/>
    </dgm:pt>
    <dgm:pt modelId="{B551BC52-57F4-4816-AC3D-AA7080865C45}" type="pres">
      <dgm:prSet presAssocID="{F99D6052-D4C6-4EE9-A8B3-1C4F441BA968}" presName="hierRoot2" presStyleCnt="0">
        <dgm:presLayoutVars>
          <dgm:hierBranch val="init"/>
        </dgm:presLayoutVars>
      </dgm:prSet>
      <dgm:spPr/>
    </dgm:pt>
    <dgm:pt modelId="{4A8AB706-A04E-42F6-B09B-9B4CB7B246A7}" type="pres">
      <dgm:prSet presAssocID="{F99D6052-D4C6-4EE9-A8B3-1C4F441BA968}" presName="rootComposite" presStyleCnt="0"/>
      <dgm:spPr/>
    </dgm:pt>
    <dgm:pt modelId="{85A0E5FD-FDCE-4BB8-99A1-30C8C7E9C0C4}" type="pres">
      <dgm:prSet presAssocID="{F99D6052-D4C6-4EE9-A8B3-1C4F441BA968}" presName="rootText" presStyleLbl="node3" presStyleIdx="7" presStyleCnt="13">
        <dgm:presLayoutVars>
          <dgm:chPref val="3"/>
        </dgm:presLayoutVars>
      </dgm:prSet>
      <dgm:spPr/>
    </dgm:pt>
    <dgm:pt modelId="{C4DD31B8-2C06-4DD3-833E-45C5346444CA}" type="pres">
      <dgm:prSet presAssocID="{F99D6052-D4C6-4EE9-A8B3-1C4F441BA968}" presName="rootConnector" presStyleLbl="node3" presStyleIdx="7" presStyleCnt="13"/>
      <dgm:spPr/>
    </dgm:pt>
    <dgm:pt modelId="{59E64FF4-3B63-46BF-A786-FA21B5741631}" type="pres">
      <dgm:prSet presAssocID="{F99D6052-D4C6-4EE9-A8B3-1C4F441BA968}" presName="hierChild4" presStyleCnt="0"/>
      <dgm:spPr/>
    </dgm:pt>
    <dgm:pt modelId="{F01C131B-F121-471A-B9B8-CE0C4FD24D28}" type="pres">
      <dgm:prSet presAssocID="{F99D6052-D4C6-4EE9-A8B3-1C4F441BA968}" presName="hierChild5" presStyleCnt="0"/>
      <dgm:spPr/>
    </dgm:pt>
    <dgm:pt modelId="{CAA0391C-8588-4631-8DE6-E1124F8DD344}" type="pres">
      <dgm:prSet presAssocID="{168F6F91-EC5E-448B-B368-93A77DA5F587}" presName="Name50" presStyleLbl="parChTrans1D3" presStyleIdx="8" presStyleCnt="13"/>
      <dgm:spPr/>
    </dgm:pt>
    <dgm:pt modelId="{44974BB5-E015-4381-B269-3758D88CD55A}" type="pres">
      <dgm:prSet presAssocID="{0485511B-4F7F-4970-BB94-8EE639305E55}" presName="hierRoot2" presStyleCnt="0">
        <dgm:presLayoutVars>
          <dgm:hierBranch val="init"/>
        </dgm:presLayoutVars>
      </dgm:prSet>
      <dgm:spPr/>
    </dgm:pt>
    <dgm:pt modelId="{E6985993-724E-409A-9786-F7D32D7EE335}" type="pres">
      <dgm:prSet presAssocID="{0485511B-4F7F-4970-BB94-8EE639305E55}" presName="rootComposite" presStyleCnt="0"/>
      <dgm:spPr/>
    </dgm:pt>
    <dgm:pt modelId="{5FD0485D-DA35-4958-8BD5-8DBCACA5E433}" type="pres">
      <dgm:prSet presAssocID="{0485511B-4F7F-4970-BB94-8EE639305E55}" presName="rootText" presStyleLbl="node3" presStyleIdx="8" presStyleCnt="13">
        <dgm:presLayoutVars>
          <dgm:chPref val="3"/>
        </dgm:presLayoutVars>
      </dgm:prSet>
      <dgm:spPr/>
    </dgm:pt>
    <dgm:pt modelId="{20EA6E3C-CCFD-44CC-B1D3-1BB89CD182D8}" type="pres">
      <dgm:prSet presAssocID="{0485511B-4F7F-4970-BB94-8EE639305E55}" presName="rootConnector" presStyleLbl="node3" presStyleIdx="8" presStyleCnt="13"/>
      <dgm:spPr/>
    </dgm:pt>
    <dgm:pt modelId="{9B03B6E3-6836-4D78-A44A-AC6BC489D6A9}" type="pres">
      <dgm:prSet presAssocID="{0485511B-4F7F-4970-BB94-8EE639305E55}" presName="hierChild4" presStyleCnt="0"/>
      <dgm:spPr/>
    </dgm:pt>
    <dgm:pt modelId="{F0FFD926-8C3C-45E4-8F6B-FE5331B0CD3E}" type="pres">
      <dgm:prSet presAssocID="{0485511B-4F7F-4970-BB94-8EE639305E55}" presName="hierChild5" presStyleCnt="0"/>
      <dgm:spPr/>
    </dgm:pt>
    <dgm:pt modelId="{9E8C411E-C1E1-491A-9B83-8B55CFBD19C3}" type="pres">
      <dgm:prSet presAssocID="{E920B5B2-D150-4B81-A165-11E61779BE6C}" presName="hierChild5" presStyleCnt="0"/>
      <dgm:spPr/>
    </dgm:pt>
    <dgm:pt modelId="{0BFFEEC8-6603-41AD-BD6A-C654199B3DAF}" type="pres">
      <dgm:prSet presAssocID="{5D833C12-60FE-446A-8A99-424DFCE5314F}" presName="Name35" presStyleLbl="parChTrans1D2" presStyleIdx="5" presStyleCnt="8"/>
      <dgm:spPr/>
    </dgm:pt>
    <dgm:pt modelId="{73AC9CEC-8267-4E06-A7F9-6890F2E6C47F}" type="pres">
      <dgm:prSet presAssocID="{5CA64405-6DD8-4162-B814-3C242BB1ECA5}" presName="hierRoot2" presStyleCnt="0">
        <dgm:presLayoutVars>
          <dgm:hierBranch val="init"/>
        </dgm:presLayoutVars>
      </dgm:prSet>
      <dgm:spPr/>
    </dgm:pt>
    <dgm:pt modelId="{8E60E330-E397-4EC4-8D14-A03B365281A2}" type="pres">
      <dgm:prSet presAssocID="{5CA64405-6DD8-4162-B814-3C242BB1ECA5}" presName="rootComposite" presStyleCnt="0"/>
      <dgm:spPr/>
    </dgm:pt>
    <dgm:pt modelId="{7B80D665-1E5A-42E2-8767-C3BB5FE3F6F8}" type="pres">
      <dgm:prSet presAssocID="{5CA64405-6DD8-4162-B814-3C242BB1ECA5}" presName="rootText" presStyleLbl="node2" presStyleIdx="5" presStyleCnt="8">
        <dgm:presLayoutVars>
          <dgm:chPref val="3"/>
        </dgm:presLayoutVars>
      </dgm:prSet>
      <dgm:spPr/>
    </dgm:pt>
    <dgm:pt modelId="{DDB1BC27-6AF2-4C38-8E3E-14C39DCB4B8D}" type="pres">
      <dgm:prSet presAssocID="{5CA64405-6DD8-4162-B814-3C242BB1ECA5}" presName="rootConnector" presStyleLbl="node2" presStyleIdx="5" presStyleCnt="8"/>
      <dgm:spPr/>
    </dgm:pt>
    <dgm:pt modelId="{A0524B73-C799-4790-A996-B7BCD96FB940}" type="pres">
      <dgm:prSet presAssocID="{5CA64405-6DD8-4162-B814-3C242BB1ECA5}" presName="hierChild4" presStyleCnt="0"/>
      <dgm:spPr/>
    </dgm:pt>
    <dgm:pt modelId="{77D2F596-6C07-4C70-BEF1-957C4F120BF6}" type="pres">
      <dgm:prSet presAssocID="{7E78EEA7-4AEA-4C32-A9EE-9BFDFFD07C95}" presName="Name37" presStyleLbl="parChTrans1D3" presStyleIdx="9" presStyleCnt="13"/>
      <dgm:spPr/>
    </dgm:pt>
    <dgm:pt modelId="{9B2F2F34-B30A-4DF1-9CC3-97183312BE58}" type="pres">
      <dgm:prSet presAssocID="{40E468E0-3516-4D58-B704-C355D04260E8}" presName="hierRoot2" presStyleCnt="0">
        <dgm:presLayoutVars>
          <dgm:hierBranch val="init"/>
        </dgm:presLayoutVars>
      </dgm:prSet>
      <dgm:spPr/>
    </dgm:pt>
    <dgm:pt modelId="{912FF6D6-A979-4CEE-AF90-BC623AF2A803}" type="pres">
      <dgm:prSet presAssocID="{40E468E0-3516-4D58-B704-C355D04260E8}" presName="rootComposite" presStyleCnt="0"/>
      <dgm:spPr/>
    </dgm:pt>
    <dgm:pt modelId="{408FEB93-06BA-4566-BE73-212E636B6043}" type="pres">
      <dgm:prSet presAssocID="{40E468E0-3516-4D58-B704-C355D04260E8}" presName="rootText" presStyleLbl="node3" presStyleIdx="9" presStyleCnt="13">
        <dgm:presLayoutVars>
          <dgm:chPref val="3"/>
        </dgm:presLayoutVars>
      </dgm:prSet>
      <dgm:spPr>
        <a:xfrm>
          <a:off x="5068428" y="928511"/>
          <a:ext cx="651123" cy="325561"/>
        </a:xfrm>
        <a:prstGeom prst="rect">
          <a:avLst/>
        </a:prstGeom>
      </dgm:spPr>
    </dgm:pt>
    <dgm:pt modelId="{D9F3057B-7A54-4B1A-806B-E3FC438561F4}" type="pres">
      <dgm:prSet presAssocID="{40E468E0-3516-4D58-B704-C355D04260E8}" presName="rootConnector" presStyleLbl="node3" presStyleIdx="9" presStyleCnt="13"/>
      <dgm:spPr/>
    </dgm:pt>
    <dgm:pt modelId="{6AC1AFC4-A333-469A-96AA-6A9EE8257C0F}" type="pres">
      <dgm:prSet presAssocID="{40E468E0-3516-4D58-B704-C355D04260E8}" presName="hierChild4" presStyleCnt="0"/>
      <dgm:spPr/>
    </dgm:pt>
    <dgm:pt modelId="{2A61D638-4B3A-41C5-80FF-08A86E0EAD30}" type="pres">
      <dgm:prSet presAssocID="{40E468E0-3516-4D58-B704-C355D04260E8}" presName="hierChild5" presStyleCnt="0"/>
      <dgm:spPr/>
    </dgm:pt>
    <dgm:pt modelId="{5FE0BAE9-AA47-4F0B-BF9D-ADFC7043A33F}" type="pres">
      <dgm:prSet presAssocID="{92EA8EC6-AA07-436F-B8CF-7D0D8F25F7AC}" presName="Name37" presStyleLbl="parChTrans1D3" presStyleIdx="10" presStyleCnt="13"/>
      <dgm:spPr/>
    </dgm:pt>
    <dgm:pt modelId="{C1AC9C6C-1C3B-4921-B338-22C2C2FA4FDD}" type="pres">
      <dgm:prSet presAssocID="{FED1BC73-51D0-42F0-AA2B-F760CDCB4B53}" presName="hierRoot2" presStyleCnt="0">
        <dgm:presLayoutVars>
          <dgm:hierBranch val="init"/>
        </dgm:presLayoutVars>
      </dgm:prSet>
      <dgm:spPr/>
    </dgm:pt>
    <dgm:pt modelId="{74F658C0-9FCF-4381-BEF0-12B3529CC79C}" type="pres">
      <dgm:prSet presAssocID="{FED1BC73-51D0-42F0-AA2B-F760CDCB4B53}" presName="rootComposite" presStyleCnt="0"/>
      <dgm:spPr/>
    </dgm:pt>
    <dgm:pt modelId="{93E988F7-5058-4858-ADD9-725F1E1B598E}" type="pres">
      <dgm:prSet presAssocID="{FED1BC73-51D0-42F0-AA2B-F760CDCB4B53}" presName="rootText" presStyleLbl="node3" presStyleIdx="10" presStyleCnt="13">
        <dgm:presLayoutVars>
          <dgm:chPref val="3"/>
        </dgm:presLayoutVars>
      </dgm:prSet>
      <dgm:spPr>
        <a:xfrm>
          <a:off x="4987038" y="1390809"/>
          <a:ext cx="651123" cy="325561"/>
        </a:xfrm>
        <a:prstGeom prst="rect">
          <a:avLst/>
        </a:prstGeom>
      </dgm:spPr>
    </dgm:pt>
    <dgm:pt modelId="{624C5C9E-54FD-4E9D-81BB-A074E0A0F25F}" type="pres">
      <dgm:prSet presAssocID="{FED1BC73-51D0-42F0-AA2B-F760CDCB4B53}" presName="rootConnector" presStyleLbl="node3" presStyleIdx="10" presStyleCnt="13"/>
      <dgm:spPr/>
    </dgm:pt>
    <dgm:pt modelId="{34B8D756-3427-45A8-A5A2-6E5DE4081A1A}" type="pres">
      <dgm:prSet presAssocID="{FED1BC73-51D0-42F0-AA2B-F760CDCB4B53}" presName="hierChild4" presStyleCnt="0"/>
      <dgm:spPr/>
    </dgm:pt>
    <dgm:pt modelId="{54455958-5A36-4554-9F58-D349A06DA5FE}" type="pres">
      <dgm:prSet presAssocID="{FED1BC73-51D0-42F0-AA2B-F760CDCB4B53}" presName="hierChild5" presStyleCnt="0"/>
      <dgm:spPr/>
    </dgm:pt>
    <dgm:pt modelId="{DCF93D22-D5FE-411D-8B4A-431625985DF5}" type="pres">
      <dgm:prSet presAssocID="{5CA64405-6DD8-4162-B814-3C242BB1ECA5}" presName="hierChild5" presStyleCnt="0"/>
      <dgm:spPr/>
    </dgm:pt>
    <dgm:pt modelId="{ADAC9751-3A85-4ED8-BF2E-AA456F1E85E9}" type="pres">
      <dgm:prSet presAssocID="{5315CEDA-9A02-449F-BC29-5EFD0E5757B3}" presName="Name35" presStyleLbl="parChTrans1D2" presStyleIdx="6" presStyleCnt="8"/>
      <dgm:spPr/>
    </dgm:pt>
    <dgm:pt modelId="{90342FCC-F19E-4ED6-AC04-F2113F53265E}" type="pres">
      <dgm:prSet presAssocID="{9785143A-1177-493B-85A2-45FED24D4EB8}" presName="hierRoot2" presStyleCnt="0">
        <dgm:presLayoutVars>
          <dgm:hierBranch val="init"/>
        </dgm:presLayoutVars>
      </dgm:prSet>
      <dgm:spPr/>
    </dgm:pt>
    <dgm:pt modelId="{96460041-DDF0-4F9A-A698-60ABAD43A874}" type="pres">
      <dgm:prSet presAssocID="{9785143A-1177-493B-85A2-45FED24D4EB8}" presName="rootComposite" presStyleCnt="0"/>
      <dgm:spPr/>
    </dgm:pt>
    <dgm:pt modelId="{BDCC030E-0CCC-4C20-A881-A4C5DAC4B565}" type="pres">
      <dgm:prSet presAssocID="{9785143A-1177-493B-85A2-45FED24D4EB8}" presName="rootText" presStyleLbl="node2" presStyleIdx="6" presStyleCnt="8">
        <dgm:presLayoutVars>
          <dgm:chPref val="3"/>
        </dgm:presLayoutVars>
      </dgm:prSet>
      <dgm:spPr/>
    </dgm:pt>
    <dgm:pt modelId="{BBB5C431-9E72-4284-9477-F4F9628AF6A4}" type="pres">
      <dgm:prSet presAssocID="{9785143A-1177-493B-85A2-45FED24D4EB8}" presName="rootConnector" presStyleLbl="node2" presStyleIdx="6" presStyleCnt="8"/>
      <dgm:spPr/>
    </dgm:pt>
    <dgm:pt modelId="{E4F05C15-F146-4BD2-86E2-CFB853625AA8}" type="pres">
      <dgm:prSet presAssocID="{9785143A-1177-493B-85A2-45FED24D4EB8}" presName="hierChild4" presStyleCnt="0"/>
      <dgm:spPr/>
    </dgm:pt>
    <dgm:pt modelId="{3D62F05F-F026-4BCD-901D-BF05C02C8F8E}" type="pres">
      <dgm:prSet presAssocID="{72C5E7BC-63E1-4932-946A-1DDB5627A407}" presName="Name37" presStyleLbl="parChTrans1D3" presStyleIdx="11" presStyleCnt="13"/>
      <dgm:spPr/>
    </dgm:pt>
    <dgm:pt modelId="{9582E5C2-BE3A-42F7-97ED-8B18378296A9}" type="pres">
      <dgm:prSet presAssocID="{70267626-7C87-439A-84B7-BCCC0036098B}" presName="hierRoot2" presStyleCnt="0">
        <dgm:presLayoutVars>
          <dgm:hierBranch val="init"/>
        </dgm:presLayoutVars>
      </dgm:prSet>
      <dgm:spPr/>
    </dgm:pt>
    <dgm:pt modelId="{06033ABE-E7FA-4AF9-A14A-BB29314DA8C9}" type="pres">
      <dgm:prSet presAssocID="{70267626-7C87-439A-84B7-BCCC0036098B}" presName="rootComposite" presStyleCnt="0"/>
      <dgm:spPr/>
    </dgm:pt>
    <dgm:pt modelId="{F8290507-F119-4EEB-A1C6-A6C7890C6FD6}" type="pres">
      <dgm:prSet presAssocID="{70267626-7C87-439A-84B7-BCCC0036098B}" presName="rootText" presStyleLbl="node3" presStyleIdx="11" presStyleCnt="13">
        <dgm:presLayoutVars>
          <dgm:chPref val="3"/>
        </dgm:presLayoutVars>
      </dgm:prSet>
      <dgm:spPr>
        <a:xfrm>
          <a:off x="5845594" y="1015024"/>
          <a:ext cx="711894" cy="355947"/>
        </a:xfrm>
        <a:prstGeom prst="rect">
          <a:avLst/>
        </a:prstGeom>
      </dgm:spPr>
    </dgm:pt>
    <dgm:pt modelId="{B851BF87-7C42-439A-9384-E86B596612F3}" type="pres">
      <dgm:prSet presAssocID="{70267626-7C87-439A-84B7-BCCC0036098B}" presName="rootConnector" presStyleLbl="node3" presStyleIdx="11" presStyleCnt="13"/>
      <dgm:spPr/>
    </dgm:pt>
    <dgm:pt modelId="{F600F355-337B-49DF-A578-6FED08DECB59}" type="pres">
      <dgm:prSet presAssocID="{70267626-7C87-439A-84B7-BCCC0036098B}" presName="hierChild4" presStyleCnt="0"/>
      <dgm:spPr/>
    </dgm:pt>
    <dgm:pt modelId="{453CB1FA-7D79-4898-AB08-C0F3A7760DCA}" type="pres">
      <dgm:prSet presAssocID="{70267626-7C87-439A-84B7-BCCC0036098B}" presName="hierChild5" presStyleCnt="0"/>
      <dgm:spPr/>
    </dgm:pt>
    <dgm:pt modelId="{CAB9E301-BDF1-421E-AB9A-95AC1CA135B8}" type="pres">
      <dgm:prSet presAssocID="{9785143A-1177-493B-85A2-45FED24D4EB8}" presName="hierChild5" presStyleCnt="0"/>
      <dgm:spPr/>
    </dgm:pt>
    <dgm:pt modelId="{F422A0BB-FB83-4262-90F0-B0ACA04A0E8C}" type="pres">
      <dgm:prSet presAssocID="{18843E05-F9FB-466F-8E18-34B3A4BB022A}" presName="Name35" presStyleLbl="parChTrans1D2" presStyleIdx="7" presStyleCnt="8"/>
      <dgm:spPr/>
    </dgm:pt>
    <dgm:pt modelId="{A242A116-F7B5-4653-BB0E-1042DC1024E8}" type="pres">
      <dgm:prSet presAssocID="{9884D68C-53CE-4509-ACEF-867DF314B60C}" presName="hierRoot2" presStyleCnt="0">
        <dgm:presLayoutVars>
          <dgm:hierBranch val="init"/>
        </dgm:presLayoutVars>
      </dgm:prSet>
      <dgm:spPr/>
    </dgm:pt>
    <dgm:pt modelId="{83F322D8-AE6A-4111-8629-35ACA61BF71E}" type="pres">
      <dgm:prSet presAssocID="{9884D68C-53CE-4509-ACEF-867DF314B60C}" presName="rootComposite" presStyleCnt="0"/>
      <dgm:spPr/>
    </dgm:pt>
    <dgm:pt modelId="{543884A8-B9B1-496A-ABFA-25179F7FC2A3}" type="pres">
      <dgm:prSet presAssocID="{9884D68C-53CE-4509-ACEF-867DF314B60C}" presName="rootText" presStyleLbl="node2" presStyleIdx="7" presStyleCnt="8" custScaleX="154478">
        <dgm:presLayoutVars>
          <dgm:chPref val="3"/>
        </dgm:presLayoutVars>
      </dgm:prSet>
      <dgm:spPr/>
    </dgm:pt>
    <dgm:pt modelId="{CA59231D-0956-4960-9BFB-1C159BC8066E}" type="pres">
      <dgm:prSet presAssocID="{9884D68C-53CE-4509-ACEF-867DF314B60C}" presName="rootConnector" presStyleLbl="node2" presStyleIdx="7" presStyleCnt="8"/>
      <dgm:spPr/>
    </dgm:pt>
    <dgm:pt modelId="{8E1F3CCC-CD68-4F71-B451-442F95D4A75A}" type="pres">
      <dgm:prSet presAssocID="{9884D68C-53CE-4509-ACEF-867DF314B60C}" presName="hierChild4" presStyleCnt="0"/>
      <dgm:spPr/>
    </dgm:pt>
    <dgm:pt modelId="{6CD15F93-E35E-4310-B959-84D955D50042}" type="pres">
      <dgm:prSet presAssocID="{A5963EB8-D40A-4525-955A-CAA673FFD3F5}" presName="Name37" presStyleLbl="parChTrans1D3" presStyleIdx="12" presStyleCnt="13"/>
      <dgm:spPr/>
    </dgm:pt>
    <dgm:pt modelId="{B671B99B-7EB3-4273-9D37-B28E162F033E}" type="pres">
      <dgm:prSet presAssocID="{9CE4E17D-BC9C-48E0-8B1D-AA2CB4399BBA}" presName="hierRoot2" presStyleCnt="0">
        <dgm:presLayoutVars>
          <dgm:hierBranch val="init"/>
        </dgm:presLayoutVars>
      </dgm:prSet>
      <dgm:spPr/>
    </dgm:pt>
    <dgm:pt modelId="{DD5E9654-A90A-4826-952A-8EBE1E025C2B}" type="pres">
      <dgm:prSet presAssocID="{9CE4E17D-BC9C-48E0-8B1D-AA2CB4399BBA}" presName="rootComposite" presStyleCnt="0"/>
      <dgm:spPr/>
    </dgm:pt>
    <dgm:pt modelId="{06090EB8-0A56-4CA2-BEAC-653C60D973DB}" type="pres">
      <dgm:prSet presAssocID="{9CE4E17D-BC9C-48E0-8B1D-AA2CB4399BBA}" presName="rootText" presStyleLbl="node3" presStyleIdx="12" presStyleCnt="13">
        <dgm:presLayoutVars>
          <dgm:chPref val="3"/>
        </dgm:presLayoutVars>
      </dgm:prSet>
      <dgm:spPr>
        <a:xfrm>
          <a:off x="6570045" y="928511"/>
          <a:ext cx="651123" cy="325561"/>
        </a:xfrm>
        <a:prstGeom prst="rect">
          <a:avLst/>
        </a:prstGeom>
      </dgm:spPr>
    </dgm:pt>
    <dgm:pt modelId="{324044EF-B3AE-459D-A662-BB5DD2D4ADA4}" type="pres">
      <dgm:prSet presAssocID="{9CE4E17D-BC9C-48E0-8B1D-AA2CB4399BBA}" presName="rootConnector" presStyleLbl="node3" presStyleIdx="12" presStyleCnt="13"/>
      <dgm:spPr/>
    </dgm:pt>
    <dgm:pt modelId="{60634B49-8960-40FE-8E53-A981B1519E92}" type="pres">
      <dgm:prSet presAssocID="{9CE4E17D-BC9C-48E0-8B1D-AA2CB4399BBA}" presName="hierChild4" presStyleCnt="0"/>
      <dgm:spPr/>
    </dgm:pt>
    <dgm:pt modelId="{1C551A65-C056-4C0B-9A5E-8517661B0840}" type="pres">
      <dgm:prSet presAssocID="{9CE4E17D-BC9C-48E0-8B1D-AA2CB4399BBA}" presName="hierChild5" presStyleCnt="0"/>
      <dgm:spPr/>
    </dgm:pt>
    <dgm:pt modelId="{2F4C2D7D-4428-4EED-8407-D7D85B4DEA43}" type="pres">
      <dgm:prSet presAssocID="{9884D68C-53CE-4509-ACEF-867DF314B60C}" presName="hierChild5" presStyleCnt="0"/>
      <dgm:spPr/>
    </dgm:pt>
    <dgm:pt modelId="{7379901A-87BC-4C77-B0C8-93BCCE151746}" type="pres">
      <dgm:prSet presAssocID="{DD487C7C-326D-41F2-B713-57FB329F82E8}" presName="hierChild3" presStyleCnt="0"/>
      <dgm:spPr/>
    </dgm:pt>
  </dgm:ptLst>
  <dgm:cxnLst>
    <dgm:cxn modelId="{D8415E00-7157-4806-B0F2-C485C0956975}" type="presOf" srcId="{E07A8B32-668A-4179-B21D-010DB474D86D}" destId="{5DBBBA8C-8465-42E5-B405-E3AB0AAF5B8D}" srcOrd="0" destOrd="0" presId="urn:microsoft.com/office/officeart/2005/8/layout/orgChart1"/>
    <dgm:cxn modelId="{B377D100-6074-4EBE-8DFA-25FCDE50DC01}" type="presOf" srcId="{90598614-72CA-45C4-9E8C-AFF275B3F34C}" destId="{EDBD8B77-515F-4D0E-B5F9-7915BAB0FC22}" srcOrd="0" destOrd="0" presId="urn:microsoft.com/office/officeart/2005/8/layout/orgChart1"/>
    <dgm:cxn modelId="{F0EF3A01-7D2C-4908-9982-EAE4EA1CD05F}" type="presOf" srcId="{F99D6052-D4C6-4EE9-A8B3-1C4F441BA968}" destId="{85A0E5FD-FDCE-4BB8-99A1-30C8C7E9C0C4}" srcOrd="0" destOrd="0" presId="urn:microsoft.com/office/officeart/2005/8/layout/orgChart1"/>
    <dgm:cxn modelId="{29D2E20B-F74E-4F2D-9B7B-2C541C48D47D}" type="presOf" srcId="{E920B5B2-D150-4B81-A165-11E61779BE6C}" destId="{CE723233-86BE-431F-AEBA-ACF7ACA91D77}" srcOrd="0" destOrd="0" presId="urn:microsoft.com/office/officeart/2005/8/layout/orgChart1"/>
    <dgm:cxn modelId="{E6BC1A0C-B03F-4BDE-BBA5-36BE7F898CF8}" type="presOf" srcId="{FED1BC73-51D0-42F0-AA2B-F760CDCB4B53}" destId="{93E988F7-5058-4858-ADD9-725F1E1B598E}" srcOrd="0" destOrd="0" presId="urn:microsoft.com/office/officeart/2005/8/layout/orgChart1"/>
    <dgm:cxn modelId="{A34FB90E-7F31-4DF5-9713-C9834677871E}" type="presOf" srcId="{70267626-7C87-439A-84B7-BCCC0036098B}" destId="{B851BF87-7C42-439A-9384-E86B596612F3}" srcOrd="1" destOrd="0" presId="urn:microsoft.com/office/officeart/2005/8/layout/orgChart1"/>
    <dgm:cxn modelId="{951D310F-EC62-4BBD-8B4C-890439EEC79B}" type="presOf" srcId="{0D97E93F-904B-4F78-997B-FC874C39454F}" destId="{8B5CB0C4-1909-415B-9805-4D8C90434CEB}" srcOrd="1" destOrd="0" presId="urn:microsoft.com/office/officeart/2005/8/layout/orgChart1"/>
    <dgm:cxn modelId="{3B75A515-5B91-4166-9161-75A1CB7BCBE1}" type="presOf" srcId="{72C5E7BC-63E1-4932-946A-1DDB5627A407}" destId="{3D62F05F-F026-4BCD-901D-BF05C02C8F8E}" srcOrd="0" destOrd="0" presId="urn:microsoft.com/office/officeart/2005/8/layout/orgChart1"/>
    <dgm:cxn modelId="{D487B015-0103-434B-869C-2DC8DE8BFABF}" type="presOf" srcId="{DD487C7C-326D-41F2-B713-57FB329F82E8}" destId="{C4DA827F-8D4C-45FD-A944-F49859DA6E1F}" srcOrd="0" destOrd="0" presId="urn:microsoft.com/office/officeart/2005/8/layout/orgChart1"/>
    <dgm:cxn modelId="{10E76717-326D-4AB4-8896-8E5664172BA2}" type="presOf" srcId="{90598614-72CA-45C4-9E8C-AFF275B3F34C}" destId="{2B913BFE-A791-46E1-9239-3A04D32B476A}" srcOrd="1" destOrd="0" presId="urn:microsoft.com/office/officeart/2005/8/layout/orgChart1"/>
    <dgm:cxn modelId="{E3834C18-5123-453F-A044-3D76D45F6729}" type="presOf" srcId="{9A79A0C7-4050-419F-A73A-E93FB657E68E}" destId="{BF7121B3-B85D-43A4-9D4C-0BCE88478A3F}" srcOrd="0" destOrd="0" presId="urn:microsoft.com/office/officeart/2005/8/layout/orgChart1"/>
    <dgm:cxn modelId="{15B0E019-22C0-4F0D-94AF-D856D671450E}" type="presOf" srcId="{6E461CDB-7527-4FB2-B4DA-7DB8F7DF55CC}" destId="{477F3DDA-8907-4804-82DE-0D1100596EA2}" srcOrd="1" destOrd="0" presId="urn:microsoft.com/office/officeart/2005/8/layout/orgChart1"/>
    <dgm:cxn modelId="{E297711A-97D5-44EF-A6DA-DF9C79BF4F08}" type="presOf" srcId="{9301FEA7-EA9F-416B-BE5C-0A5EE87F492A}" destId="{987F28BA-42C1-4CAB-A8A7-029228E18A6F}" srcOrd="0" destOrd="0" presId="urn:microsoft.com/office/officeart/2005/8/layout/orgChart1"/>
    <dgm:cxn modelId="{C9D0FE1F-532D-4394-A6F7-C1C0269010CC}" type="presOf" srcId="{70267626-7C87-439A-84B7-BCCC0036098B}" destId="{F8290507-F119-4EEB-A1C6-A6C7890C6FD6}" srcOrd="0" destOrd="0" presId="urn:microsoft.com/office/officeart/2005/8/layout/orgChart1"/>
    <dgm:cxn modelId="{811E6123-901D-4CC5-8768-7A0A33951E40}" srcId="{5CA64405-6DD8-4162-B814-3C242BB1ECA5}" destId="{40E468E0-3516-4D58-B704-C355D04260E8}" srcOrd="0" destOrd="0" parTransId="{7E78EEA7-4AEA-4C32-A9EE-9BFDFFD07C95}" sibTransId="{50DC77DA-2AEF-4F55-8711-2F7BC69C94A7}"/>
    <dgm:cxn modelId="{DD47032B-6BA6-4646-AB28-834B03A7A027}" type="presOf" srcId="{9301FEA7-EA9F-416B-BE5C-0A5EE87F492A}" destId="{AD154D43-3C7D-46F4-B1E1-8B4FA23EA625}" srcOrd="1" destOrd="0" presId="urn:microsoft.com/office/officeart/2005/8/layout/orgChart1"/>
    <dgm:cxn modelId="{0A05A837-4175-4FAB-B663-B880E082DC9F}" type="presOf" srcId="{5D833C12-60FE-446A-8A99-424DFCE5314F}" destId="{0BFFEEC8-6603-41AD-BD6A-C654199B3DAF}" srcOrd="0" destOrd="0" presId="urn:microsoft.com/office/officeart/2005/8/layout/orgChart1"/>
    <dgm:cxn modelId="{2203DD39-9712-4518-91EC-9CAB65DC1DC5}" type="presOf" srcId="{2D3F29DA-7ED2-4E08-AAF1-161A0360CFF9}" destId="{A121B8AC-45BB-4615-BED0-2B05553C4767}" srcOrd="0" destOrd="0" presId="urn:microsoft.com/office/officeart/2005/8/layout/orgChart1"/>
    <dgm:cxn modelId="{D229053B-13BD-4360-B5C2-09DC9D1E9BC5}" type="presOf" srcId="{9785143A-1177-493B-85A2-45FED24D4EB8}" destId="{BBB5C431-9E72-4284-9477-F4F9628AF6A4}" srcOrd="1" destOrd="0" presId="urn:microsoft.com/office/officeart/2005/8/layout/orgChart1"/>
    <dgm:cxn modelId="{C8B3C43D-8BEC-40E9-9DCD-F5C084F024F5}" type="presOf" srcId="{5B42BF45-FCF5-4F54-8A85-1C801597812B}" destId="{EF92040E-5938-4363-B762-0272BCF8F39F}" srcOrd="0" destOrd="0" presId="urn:microsoft.com/office/officeart/2005/8/layout/orgChart1"/>
    <dgm:cxn modelId="{9C7DE93E-8899-4DFF-A65C-80C2D2087716}" type="presOf" srcId="{E6B753E0-43D5-4297-9C2F-E05021EFAFD8}" destId="{A21CB444-8275-4D12-86F6-BE94C2097CF3}" srcOrd="0" destOrd="0" presId="urn:microsoft.com/office/officeart/2005/8/layout/orgChart1"/>
    <dgm:cxn modelId="{BAD94040-E96D-49A7-8D13-D99D2CA27F15}" type="presOf" srcId="{3424A569-8C35-4782-BF65-6005B9219DC2}" destId="{15F8BA71-D490-4E78-9E19-68ECD5E77091}" srcOrd="0" destOrd="0" presId="urn:microsoft.com/office/officeart/2005/8/layout/orgChart1"/>
    <dgm:cxn modelId="{963C9B40-0B2A-4F01-A6A9-FD084516EEAA}" type="presOf" srcId="{F01BECEB-8729-4F20-A228-6D123B59E435}" destId="{19AA3C2E-47F7-446F-BE1A-E16E84EC1186}" srcOrd="0" destOrd="0" presId="urn:microsoft.com/office/officeart/2005/8/layout/orgChart1"/>
    <dgm:cxn modelId="{78D3325D-60D5-49B3-8053-239F653EA6CE}" type="presOf" srcId="{F6C2E12F-2889-4F39-8DBE-CB46D52111B4}" destId="{DC389C4F-6776-4531-AF97-D790AC8C7039}" srcOrd="0" destOrd="0" presId="urn:microsoft.com/office/officeart/2005/8/layout/orgChart1"/>
    <dgm:cxn modelId="{68BD735D-7FF9-4382-B663-DE691A853350}" type="presOf" srcId="{9CE4E17D-BC9C-48E0-8B1D-AA2CB4399BBA}" destId="{324044EF-B3AE-459D-A662-BB5DD2D4ADA4}" srcOrd="1" destOrd="0" presId="urn:microsoft.com/office/officeart/2005/8/layout/orgChart1"/>
    <dgm:cxn modelId="{7363615E-0B09-463C-B2D9-0C96D987BF7E}" type="presOf" srcId="{92949166-AD21-4113-80BF-1EFD1134C3AD}" destId="{83E45405-4AD2-43A1-B934-7EC33E6A709E}" srcOrd="0" destOrd="0" presId="urn:microsoft.com/office/officeart/2005/8/layout/orgChart1"/>
    <dgm:cxn modelId="{D64CC341-49B9-4B1E-B0B6-EB0B5B3BDA68}" type="presOf" srcId="{40E468E0-3516-4D58-B704-C355D04260E8}" destId="{D9F3057B-7A54-4B1A-806B-E3FC438561F4}" srcOrd="1" destOrd="0" presId="urn:microsoft.com/office/officeart/2005/8/layout/orgChart1"/>
    <dgm:cxn modelId="{3D823162-CB8A-47C4-9A2E-FD34E15E7145}" type="presOf" srcId="{0D97E93F-904B-4F78-997B-FC874C39454F}" destId="{BB7C8C34-7A57-4B46-80A2-2FE06EC4661D}" srcOrd="0" destOrd="0" presId="urn:microsoft.com/office/officeart/2005/8/layout/orgChart1"/>
    <dgm:cxn modelId="{6C485662-AF6E-4C4B-A564-D30718105C19}" type="presOf" srcId="{A4649CC8-4B15-4A63-9429-214A065AAB5F}" destId="{23004C58-DE68-4F69-A688-40B38D32F9B0}" srcOrd="0" destOrd="0" presId="urn:microsoft.com/office/officeart/2005/8/layout/orgChart1"/>
    <dgm:cxn modelId="{80C29864-CF8A-4734-B972-ED9C449C8D21}" type="presOf" srcId="{E920B5B2-D150-4B81-A165-11E61779BE6C}" destId="{344F4D45-98FA-469A-B3F5-4C259975AAA3}" srcOrd="1" destOrd="0" presId="urn:microsoft.com/office/officeart/2005/8/layout/orgChart1"/>
    <dgm:cxn modelId="{660FD744-F4E4-485A-A82E-15BEE8DE1482}" type="presOf" srcId="{7E78EEA7-4AEA-4C32-A9EE-9BFDFFD07C95}" destId="{77D2F596-6C07-4C70-BEF1-957C4F120BF6}" srcOrd="0" destOrd="0" presId="urn:microsoft.com/office/officeart/2005/8/layout/orgChart1"/>
    <dgm:cxn modelId="{B2B4A347-7851-4DD3-815A-BB76BDF2929E}" type="presOf" srcId="{8CB829A5-314B-437F-BA9D-46BBCD670A17}" destId="{FAEF36B1-03B0-4FCB-A605-8E979FBD8EBB}" srcOrd="0" destOrd="0" presId="urn:microsoft.com/office/officeart/2005/8/layout/orgChart1"/>
    <dgm:cxn modelId="{C462CC47-35FE-4E85-9C5E-21E8A4BA9C72}" type="presOf" srcId="{5CA64405-6DD8-4162-B814-3C242BB1ECA5}" destId="{DDB1BC27-6AF2-4C38-8E3E-14C39DCB4B8D}" srcOrd="1" destOrd="0" presId="urn:microsoft.com/office/officeart/2005/8/layout/orgChart1"/>
    <dgm:cxn modelId="{9A3DC668-F106-4A44-9397-327B631916DD}" type="presOf" srcId="{A5963EB8-D40A-4525-955A-CAA673FFD3F5}" destId="{6CD15F93-E35E-4310-B959-84D955D50042}" srcOrd="0" destOrd="0" presId="urn:microsoft.com/office/officeart/2005/8/layout/orgChart1"/>
    <dgm:cxn modelId="{A2632369-8D87-4F1A-9E3D-B8D152EB0610}" srcId="{9785143A-1177-493B-85A2-45FED24D4EB8}" destId="{70267626-7C87-439A-84B7-BCCC0036098B}" srcOrd="0" destOrd="0" parTransId="{72C5E7BC-63E1-4932-946A-1DDB5627A407}" sibTransId="{53981CD0-9757-406A-AA75-83FD5DEDC1BB}"/>
    <dgm:cxn modelId="{885E2649-A18D-4F54-8245-F33618855AFD}" type="presOf" srcId="{40E468E0-3516-4D58-B704-C355D04260E8}" destId="{408FEB93-06BA-4566-BE73-212E636B6043}" srcOrd="0" destOrd="0" presId="urn:microsoft.com/office/officeart/2005/8/layout/orgChart1"/>
    <dgm:cxn modelId="{90F8936B-90E3-4110-8AFD-62DAC5DE22D7}" type="presOf" srcId="{92EA8EC6-AA07-436F-B8CF-7D0D8F25F7AC}" destId="{5FE0BAE9-AA47-4F0B-BF9D-ADFC7043A33F}" srcOrd="0" destOrd="0" presId="urn:microsoft.com/office/officeart/2005/8/layout/orgChart1"/>
    <dgm:cxn modelId="{988E504D-7F1F-4B9E-886F-E9F94E3DC169}" srcId="{DD487C7C-326D-41F2-B713-57FB329F82E8}" destId="{9785143A-1177-493B-85A2-45FED24D4EB8}" srcOrd="6" destOrd="0" parTransId="{5315CEDA-9A02-449F-BC29-5EFD0E5757B3}" sibTransId="{00838D38-1632-4E0C-8C87-B9938EA11F85}"/>
    <dgm:cxn modelId="{6F072C70-F04B-4ACF-B5EE-72D3DD5BAE35}" type="presOf" srcId="{0485511B-4F7F-4970-BB94-8EE639305E55}" destId="{5FD0485D-DA35-4958-8BD5-8DBCACA5E433}" srcOrd="0" destOrd="0" presId="urn:microsoft.com/office/officeart/2005/8/layout/orgChart1"/>
    <dgm:cxn modelId="{E1262876-9955-4048-98DE-48E293B0592E}" type="presOf" srcId="{18843E05-F9FB-466F-8E18-34B3A4BB022A}" destId="{F422A0BB-FB83-4262-90F0-B0ACA04A0E8C}" srcOrd="0" destOrd="0" presId="urn:microsoft.com/office/officeart/2005/8/layout/orgChart1"/>
    <dgm:cxn modelId="{BD184B79-3AD1-4CA5-824D-F183BA2F3F30}" srcId="{DD487C7C-326D-41F2-B713-57FB329F82E8}" destId="{3424A569-8C35-4782-BF65-6005B9219DC2}" srcOrd="1" destOrd="0" parTransId="{48E4345C-AD34-4BAA-ACD5-D82F369E0A53}" sibTransId="{40B35635-6822-4802-B599-C9DE61558182}"/>
    <dgm:cxn modelId="{2127207D-A7A8-4795-B7B7-D11BA8D73C7A}" type="presOf" srcId="{F6C2E12F-2889-4F39-8DBE-CB46D52111B4}" destId="{53B8B2FE-E685-47C1-B288-FA6AC7423172}" srcOrd="1" destOrd="0" presId="urn:microsoft.com/office/officeart/2005/8/layout/orgChart1"/>
    <dgm:cxn modelId="{9351017F-1887-4444-AB71-8AB06BF1582A}" srcId="{CAA3C833-D061-4322-8A7D-E8D15B8F2CD9}" destId="{DD487C7C-326D-41F2-B713-57FB329F82E8}" srcOrd="0" destOrd="0" parTransId="{565E0BA1-CBA1-49A4-9AEA-2AA14B569A97}" sibTransId="{222A6167-F565-4055-A725-280DCC2307AE}"/>
    <dgm:cxn modelId="{A23F5F80-7C47-464C-A763-A17ED419C22C}" type="presOf" srcId="{8CB829A5-314B-437F-BA9D-46BBCD670A17}" destId="{1B7B3275-0DFB-4429-9B18-94BB049D085B}" srcOrd="1" destOrd="0" presId="urn:microsoft.com/office/officeart/2005/8/layout/orgChart1"/>
    <dgm:cxn modelId="{B1185E87-813D-4356-BAC8-FF8FB9FF79EB}" srcId="{3424A569-8C35-4782-BF65-6005B9219DC2}" destId="{0D97E93F-904B-4F78-997B-FC874C39454F}" srcOrd="2" destOrd="0" parTransId="{F01BECEB-8729-4F20-A228-6D123B59E435}" sibTransId="{7A94D4D8-F1F3-490F-A797-A06FD534A3EA}"/>
    <dgm:cxn modelId="{DE455E8F-FD38-4B61-A2A3-7C945E61BC10}" type="presOf" srcId="{35045A99-2BEF-4638-9852-B2577690460E}" destId="{AE10D876-C46D-42F9-B3D2-5A6C3E087EA7}" srcOrd="1" destOrd="0" presId="urn:microsoft.com/office/officeart/2005/8/layout/orgChart1"/>
    <dgm:cxn modelId="{2F74888F-05D7-4C1E-8785-C0809281BEB7}" srcId="{E920B5B2-D150-4B81-A165-11E61779BE6C}" destId="{F99D6052-D4C6-4EE9-A8B3-1C4F441BA968}" srcOrd="0" destOrd="0" parTransId="{E07A8B32-668A-4179-B21D-010DB474D86D}" sibTransId="{C01A41C1-A92F-4F37-8314-5038D92C9D65}"/>
    <dgm:cxn modelId="{57CF5B96-543E-4A90-BD57-B9BECC5E78C3}" type="presOf" srcId="{48E4345C-AD34-4BAA-ACD5-D82F369E0A53}" destId="{7FA07A29-AC34-492D-9492-180962223F99}" srcOrd="0" destOrd="0" presId="urn:microsoft.com/office/officeart/2005/8/layout/orgChart1"/>
    <dgm:cxn modelId="{32C2979B-A647-4CCE-9BDF-7555369D7D23}" type="presOf" srcId="{6EF7C922-36D7-49AD-91AE-2F37835E48F7}" destId="{2F86E7F4-0A80-4211-BFE6-17823C6280D3}" srcOrd="1" destOrd="0" presId="urn:microsoft.com/office/officeart/2005/8/layout/orgChart1"/>
    <dgm:cxn modelId="{CBD8F89E-D785-4E58-93BE-7569B6265A10}" srcId="{3424A569-8C35-4782-BF65-6005B9219DC2}" destId="{6E461CDB-7527-4FB2-B4DA-7DB8F7DF55CC}" srcOrd="0" destOrd="0" parTransId="{6546E2C1-A841-4496-BDC7-3DDAE97B5036}" sibTransId="{2F793193-A5E0-4616-8863-7902165BA133}"/>
    <dgm:cxn modelId="{0BCCB69F-FC1A-4F0B-8369-A3E868A22F14}" srcId="{3424A569-8C35-4782-BF65-6005B9219DC2}" destId="{9301FEA7-EA9F-416B-BE5C-0A5EE87F492A}" srcOrd="1" destOrd="0" parTransId="{32D9AEE1-3971-4674-8AF4-39A63FD6CA1E}" sibTransId="{F264EF6A-3441-471E-B59C-74213E73DADA}"/>
    <dgm:cxn modelId="{67A8BEA5-9966-475C-A24D-0E2DBE71AD9E}" srcId="{DD487C7C-326D-41F2-B713-57FB329F82E8}" destId="{5CA64405-6DD8-4162-B814-3C242BB1ECA5}" srcOrd="5" destOrd="0" parTransId="{5D833C12-60FE-446A-8A99-424DFCE5314F}" sibTransId="{961C0472-9EF3-4E7B-A9CA-FC5945DD00E5}"/>
    <dgm:cxn modelId="{2D9378A8-06C5-4F77-BD97-39BB3DF55C78}" type="presOf" srcId="{9884D68C-53CE-4509-ACEF-867DF314B60C}" destId="{543884A8-B9B1-496A-ABFA-25179F7FC2A3}" srcOrd="0" destOrd="0" presId="urn:microsoft.com/office/officeart/2005/8/layout/orgChart1"/>
    <dgm:cxn modelId="{AE5D9EAB-13BE-45D5-940E-083B3112CCDD}" type="presOf" srcId="{35045A99-2BEF-4638-9852-B2577690460E}" destId="{3768D943-3E2C-412C-B226-8F72C993C0BB}" srcOrd="0" destOrd="0" presId="urn:microsoft.com/office/officeart/2005/8/layout/orgChart1"/>
    <dgm:cxn modelId="{F363B1AE-D12C-40F9-9B87-9C382CA1C5D6}" srcId="{3424A569-8C35-4782-BF65-6005B9219DC2}" destId="{F6C2E12F-2889-4F39-8DBE-CB46D52111B4}" srcOrd="3" destOrd="0" parTransId="{5B42BF45-FCF5-4F54-8A85-1C801597812B}" sibTransId="{56ABE853-FB9B-438B-A4E0-C4B953EB57BA}"/>
    <dgm:cxn modelId="{152A9DB3-F87F-4419-826A-E2DA3E3A6A65}" type="presOf" srcId="{FED1BC73-51D0-42F0-AA2B-F760CDCB4B53}" destId="{624C5C9E-54FD-4E9D-81BB-A074E0A0F25F}" srcOrd="1" destOrd="0" presId="urn:microsoft.com/office/officeart/2005/8/layout/orgChart1"/>
    <dgm:cxn modelId="{A924DDB5-0B82-4070-AA12-517F659FAE85}" type="presOf" srcId="{34F64E84-F908-4ED2-9102-2976DA1A4F34}" destId="{3411FA3E-F99D-4B40-B2CC-8BB247E98989}" srcOrd="0" destOrd="0" presId="urn:microsoft.com/office/officeart/2005/8/layout/orgChart1"/>
    <dgm:cxn modelId="{EEDEBDB8-0CC0-4435-B668-71B7C95EFEC9}" type="presOf" srcId="{6546E2C1-A841-4496-BDC7-3DDAE97B5036}" destId="{BA974B45-4B5E-4627-8E1B-E62A7282E2E3}" srcOrd="0" destOrd="0" presId="urn:microsoft.com/office/officeart/2005/8/layout/orgChart1"/>
    <dgm:cxn modelId="{387130BA-2CB4-4C81-AFDD-D610CB0B59CF}" type="presOf" srcId="{5315CEDA-9A02-449F-BC29-5EFD0E5757B3}" destId="{ADAC9751-3A85-4ED8-BF2E-AA456F1E85E9}" srcOrd="0" destOrd="0" presId="urn:microsoft.com/office/officeart/2005/8/layout/orgChart1"/>
    <dgm:cxn modelId="{445911BB-E211-429C-A362-826326C2148F}" type="presOf" srcId="{3424A569-8C35-4782-BF65-6005B9219DC2}" destId="{9F93F91F-F3A7-41B0-B5CD-3B9D0C258302}" srcOrd="1" destOrd="0" presId="urn:microsoft.com/office/officeart/2005/8/layout/orgChart1"/>
    <dgm:cxn modelId="{9B5786BC-4758-43D2-A06C-9ADBF1FB992A}" srcId="{9884D68C-53CE-4509-ACEF-867DF314B60C}" destId="{9CE4E17D-BC9C-48E0-8B1D-AA2CB4399BBA}" srcOrd="0" destOrd="0" parTransId="{A5963EB8-D40A-4525-955A-CAA673FFD3F5}" sibTransId="{C1012B3F-88D3-4858-99DC-B9E6274EBDAC}"/>
    <dgm:cxn modelId="{AF0E00BF-1C0C-42B3-ACE7-B8DA1C7B717E}" srcId="{5CA64405-6DD8-4162-B814-3C242BB1ECA5}" destId="{FED1BC73-51D0-42F0-AA2B-F760CDCB4B53}" srcOrd="1" destOrd="0" parTransId="{92EA8EC6-AA07-436F-B8CF-7D0D8F25F7AC}" sibTransId="{67CF1BAF-D324-4669-9F8B-56EB27EA4386}"/>
    <dgm:cxn modelId="{177D02C0-1D5A-4CF2-BD2A-F2B69712E453}" type="presOf" srcId="{F0A91BEB-1214-4D83-B974-C60C5C5693C4}" destId="{3095DDE7-2414-4242-9D57-1C63BD769F23}" srcOrd="0" destOrd="0" presId="urn:microsoft.com/office/officeart/2005/8/layout/orgChart1"/>
    <dgm:cxn modelId="{E6A054C0-6065-49BF-B840-235CB2EE995E}" type="presOf" srcId="{F99D6052-D4C6-4EE9-A8B3-1C4F441BA968}" destId="{C4DD31B8-2C06-4DD3-833E-45C5346444CA}" srcOrd="1" destOrd="0" presId="urn:microsoft.com/office/officeart/2005/8/layout/orgChart1"/>
    <dgm:cxn modelId="{CB6E48C1-6929-45D8-96B7-9B87D67390D6}" type="presOf" srcId="{6E461CDB-7527-4FB2-B4DA-7DB8F7DF55CC}" destId="{199326CE-FD01-49B0-B906-741EED7059E7}" srcOrd="0" destOrd="0" presId="urn:microsoft.com/office/officeart/2005/8/layout/orgChart1"/>
    <dgm:cxn modelId="{09B42FC6-85BD-40CA-BFB2-E3188AD8F270}" type="presOf" srcId="{BE4657DF-AD0C-4371-BCE4-CE285E8EDD8A}" destId="{C34FAEE4-AA95-48F4-AA78-9B8A8E82C523}" srcOrd="0" destOrd="0" presId="urn:microsoft.com/office/officeart/2005/8/layout/orgChart1"/>
    <dgm:cxn modelId="{F60C19C8-BCA3-4058-B090-5F8FA7E3A111}" type="presOf" srcId="{6EF7C922-36D7-49AD-91AE-2F37835E48F7}" destId="{67D87EB0-BE5D-4A4B-8CF6-AD87E5C63AA7}" srcOrd="0" destOrd="0" presId="urn:microsoft.com/office/officeart/2005/8/layout/orgChart1"/>
    <dgm:cxn modelId="{2F9F52C9-043B-42CC-8632-2EE29B68ABC3}" type="presOf" srcId="{92949166-AD21-4113-80BF-1EFD1134C3AD}" destId="{9DF0842C-3F72-440E-A96C-6D32A695474E}" srcOrd="1" destOrd="0" presId="urn:microsoft.com/office/officeart/2005/8/layout/orgChart1"/>
    <dgm:cxn modelId="{A7188ACA-F5FC-4CD8-AC3C-C5BEAB3FBAF1}" srcId="{DD487C7C-326D-41F2-B713-57FB329F82E8}" destId="{6BCED721-077F-4CD5-8F06-1109A3611E34}" srcOrd="0" destOrd="0" parTransId="{BE4657DF-AD0C-4371-BCE4-CE285E8EDD8A}" sibTransId="{5C722870-6DCC-477A-8BD2-DD110775E0DB}"/>
    <dgm:cxn modelId="{146007CF-B55D-478D-9556-451F3BEF9A95}" type="presOf" srcId="{0485511B-4F7F-4970-BB94-8EE639305E55}" destId="{20EA6E3C-CCFD-44CC-B1D3-1BB89CD182D8}" srcOrd="1" destOrd="0" presId="urn:microsoft.com/office/officeart/2005/8/layout/orgChart1"/>
    <dgm:cxn modelId="{479740CF-9B4A-4B2A-8674-E991074B21CE}" type="presOf" srcId="{CAA3C833-D061-4322-8A7D-E8D15B8F2CD9}" destId="{2A85D2DF-575A-4B23-88F1-82799F347DB6}" srcOrd="0" destOrd="0" presId="urn:microsoft.com/office/officeart/2005/8/layout/orgChart1"/>
    <dgm:cxn modelId="{97B98FD6-99B0-4B85-ADCB-F40D7431D9F0}" srcId="{8CB829A5-314B-437F-BA9D-46BBCD670A17}" destId="{35045A99-2BEF-4638-9852-B2577690460E}" srcOrd="0" destOrd="0" parTransId="{A4649CC8-4B15-4A63-9429-214A065AAB5F}" sibTransId="{D099EA50-513F-4821-A2BC-B88C3056A837}"/>
    <dgm:cxn modelId="{41DCDCD8-9C9C-40C0-B224-A0ADF526DC91}" type="presOf" srcId="{DD487C7C-326D-41F2-B713-57FB329F82E8}" destId="{11213EF3-B504-49E8-B33D-735626B241F8}" srcOrd="1" destOrd="0" presId="urn:microsoft.com/office/officeart/2005/8/layout/orgChart1"/>
    <dgm:cxn modelId="{79168BDA-7068-476E-92B7-74BDF0AF814A}" type="presOf" srcId="{9CE4E17D-BC9C-48E0-8B1D-AA2CB4399BBA}" destId="{06090EB8-0A56-4CA2-BEAC-653C60D973DB}" srcOrd="0" destOrd="0" presId="urn:microsoft.com/office/officeart/2005/8/layout/orgChart1"/>
    <dgm:cxn modelId="{E4CAFEDE-8968-45C2-8E83-6ECFA90D5005}" srcId="{DD487C7C-326D-41F2-B713-57FB329F82E8}" destId="{9884D68C-53CE-4509-ACEF-867DF314B60C}" srcOrd="7" destOrd="0" parTransId="{18843E05-F9FB-466F-8E18-34B3A4BB022A}" sibTransId="{1D737242-7C04-450D-BAC9-85283F78C924}"/>
    <dgm:cxn modelId="{A9D618E3-7232-4B54-B2FF-D9C62038B9F1}" type="presOf" srcId="{6BCED721-077F-4CD5-8F06-1109A3611E34}" destId="{51950EBA-8DD8-412B-BCDA-630B51F7C6C3}" srcOrd="1" destOrd="0" presId="urn:microsoft.com/office/officeart/2005/8/layout/orgChart1"/>
    <dgm:cxn modelId="{CFFBC4E7-49F5-4768-8850-02F74D99E0FA}" type="presOf" srcId="{168F6F91-EC5E-448B-B368-93A77DA5F587}" destId="{CAA0391C-8588-4631-8DE6-E1124F8DD344}" srcOrd="0" destOrd="0" presId="urn:microsoft.com/office/officeart/2005/8/layout/orgChart1"/>
    <dgm:cxn modelId="{DA9BCDEA-BBD2-4BF7-A0FA-F2E21AA198BE}" type="presOf" srcId="{9884D68C-53CE-4509-ACEF-867DF314B60C}" destId="{CA59231D-0956-4960-9BFB-1C159BC8066E}" srcOrd="1" destOrd="0" presId="urn:microsoft.com/office/officeart/2005/8/layout/orgChart1"/>
    <dgm:cxn modelId="{F8A028EE-E48B-44A9-B157-33DCCAF28EDD}" srcId="{90598614-72CA-45C4-9E8C-AFF275B3F34C}" destId="{92949166-AD21-4113-80BF-1EFD1134C3AD}" srcOrd="0" destOrd="0" parTransId="{2D3F29DA-7ED2-4E08-AAF1-161A0360CFF9}" sibTransId="{F96AAF53-BEF5-45B9-98DC-76F80E66C67A}"/>
    <dgm:cxn modelId="{3F07FEEF-F559-4DBE-ABAC-8ED6A81048F8}" type="presOf" srcId="{5CA64405-6DD8-4162-B814-3C242BB1ECA5}" destId="{7B80D665-1E5A-42E2-8767-C3BB5FE3F6F8}" srcOrd="0" destOrd="0" presId="urn:microsoft.com/office/officeart/2005/8/layout/orgChart1"/>
    <dgm:cxn modelId="{575843F0-BDDB-48CA-8919-26B354E63405}" srcId="{6BCED721-077F-4CD5-8F06-1109A3611E34}" destId="{6EF7C922-36D7-49AD-91AE-2F37835E48F7}" srcOrd="0" destOrd="0" parTransId="{E6B753E0-43D5-4297-9C2F-E05021EFAFD8}" sibTransId="{318AB334-618D-4177-A217-00FDCD935154}"/>
    <dgm:cxn modelId="{C94BE8F1-ADA4-408E-AB97-DF1A963C7CDD}" type="presOf" srcId="{9785143A-1177-493B-85A2-45FED24D4EB8}" destId="{BDCC030E-0CCC-4C20-A881-A4C5DAC4B565}" srcOrd="0" destOrd="0" presId="urn:microsoft.com/office/officeart/2005/8/layout/orgChart1"/>
    <dgm:cxn modelId="{38D2B6F3-ECA5-47C4-A58F-065834895A56}" type="presOf" srcId="{6BCED721-077F-4CD5-8F06-1109A3611E34}" destId="{1B350945-5AAB-4255-9E02-6144DD6CA868}" srcOrd="0" destOrd="0" presId="urn:microsoft.com/office/officeart/2005/8/layout/orgChart1"/>
    <dgm:cxn modelId="{0F7E45F9-A089-4686-A4CA-8CF4B988DDF1}" srcId="{E920B5B2-D150-4B81-A165-11E61779BE6C}" destId="{0485511B-4F7F-4970-BB94-8EE639305E55}" srcOrd="1" destOrd="0" parTransId="{168F6F91-EC5E-448B-B368-93A77DA5F587}" sibTransId="{5B9A664E-7B27-4893-8CBC-AF530099DC79}"/>
    <dgm:cxn modelId="{FFD8C0FA-726D-4C68-BEA4-BD2833337501}" type="presOf" srcId="{32D9AEE1-3971-4674-8AF4-39A63FD6CA1E}" destId="{46E53462-F97B-482E-AAD4-5058514AE45C}" srcOrd="0" destOrd="0" presId="urn:microsoft.com/office/officeart/2005/8/layout/orgChart1"/>
    <dgm:cxn modelId="{58DBF3FA-F341-4025-AC31-9F81CDD04045}" srcId="{DD487C7C-326D-41F2-B713-57FB329F82E8}" destId="{8CB829A5-314B-437F-BA9D-46BBCD670A17}" srcOrd="2" destOrd="0" parTransId="{F0A91BEB-1214-4D83-B974-C60C5C5693C4}" sibTransId="{5486225E-0219-4361-ADD0-55C66527CEF4}"/>
    <dgm:cxn modelId="{747775FB-0AD3-4D2B-A7AA-4C0A4789D83F}" srcId="{DD487C7C-326D-41F2-B713-57FB329F82E8}" destId="{E920B5B2-D150-4B81-A165-11E61779BE6C}" srcOrd="4" destOrd="0" parTransId="{34F64E84-F908-4ED2-9102-2976DA1A4F34}" sibTransId="{2EBADF41-235D-41B1-9A29-E78143C625EB}"/>
    <dgm:cxn modelId="{9089A3FB-97FE-455E-952A-B8EAE0D735F4}" srcId="{DD487C7C-326D-41F2-B713-57FB329F82E8}" destId="{90598614-72CA-45C4-9E8C-AFF275B3F34C}" srcOrd="3" destOrd="0" parTransId="{9A79A0C7-4050-419F-A73A-E93FB657E68E}" sibTransId="{4AD15601-797C-452B-899B-B2834A6BECA9}"/>
    <dgm:cxn modelId="{1A941C95-F362-46E3-BA64-64F8A65805EE}" type="presParOf" srcId="{2A85D2DF-575A-4B23-88F1-82799F347DB6}" destId="{A26F8A02-8161-4FED-A842-68F8E2298260}" srcOrd="0" destOrd="0" presId="urn:microsoft.com/office/officeart/2005/8/layout/orgChart1"/>
    <dgm:cxn modelId="{A91B909E-F39F-4DEA-A362-6928FA129DBE}" type="presParOf" srcId="{A26F8A02-8161-4FED-A842-68F8E2298260}" destId="{67ACCE7F-3DBA-4F6D-B5C4-1A489A116C6F}" srcOrd="0" destOrd="0" presId="urn:microsoft.com/office/officeart/2005/8/layout/orgChart1"/>
    <dgm:cxn modelId="{BBED003C-71B5-4A22-B302-0D982E1C4B21}" type="presParOf" srcId="{67ACCE7F-3DBA-4F6D-B5C4-1A489A116C6F}" destId="{C4DA827F-8D4C-45FD-A944-F49859DA6E1F}" srcOrd="0" destOrd="0" presId="urn:microsoft.com/office/officeart/2005/8/layout/orgChart1"/>
    <dgm:cxn modelId="{5CAA2275-8970-440E-B998-9B7E6595C688}" type="presParOf" srcId="{67ACCE7F-3DBA-4F6D-B5C4-1A489A116C6F}" destId="{11213EF3-B504-49E8-B33D-735626B241F8}" srcOrd="1" destOrd="0" presId="urn:microsoft.com/office/officeart/2005/8/layout/orgChart1"/>
    <dgm:cxn modelId="{F9EF2ED4-F150-4BB9-ADBF-252E968592EF}" type="presParOf" srcId="{A26F8A02-8161-4FED-A842-68F8E2298260}" destId="{1C2C1BC8-2D88-4BCA-B426-6D7BAAFEEF11}" srcOrd="1" destOrd="0" presId="urn:microsoft.com/office/officeart/2005/8/layout/orgChart1"/>
    <dgm:cxn modelId="{E2C79959-D96E-49EB-B093-367933F5645B}" type="presParOf" srcId="{1C2C1BC8-2D88-4BCA-B426-6D7BAAFEEF11}" destId="{C34FAEE4-AA95-48F4-AA78-9B8A8E82C523}" srcOrd="0" destOrd="0" presId="urn:microsoft.com/office/officeart/2005/8/layout/orgChart1"/>
    <dgm:cxn modelId="{9027E644-D1D3-4302-A074-032EE933FF97}" type="presParOf" srcId="{1C2C1BC8-2D88-4BCA-B426-6D7BAAFEEF11}" destId="{D35E7F41-D046-4C62-98C6-EB2E9AA25181}" srcOrd="1" destOrd="0" presId="urn:microsoft.com/office/officeart/2005/8/layout/orgChart1"/>
    <dgm:cxn modelId="{2ABC8792-3885-4CB3-B96E-A396B795E3B2}" type="presParOf" srcId="{D35E7F41-D046-4C62-98C6-EB2E9AA25181}" destId="{DFBDA017-46CC-4844-A64D-08690E087771}" srcOrd="0" destOrd="0" presId="urn:microsoft.com/office/officeart/2005/8/layout/orgChart1"/>
    <dgm:cxn modelId="{DA74CE4F-93CA-4C73-B64F-FFBDFEA67BEA}" type="presParOf" srcId="{DFBDA017-46CC-4844-A64D-08690E087771}" destId="{1B350945-5AAB-4255-9E02-6144DD6CA868}" srcOrd="0" destOrd="0" presId="urn:microsoft.com/office/officeart/2005/8/layout/orgChart1"/>
    <dgm:cxn modelId="{5443E531-FA55-4144-90FB-884402D6BD2D}" type="presParOf" srcId="{DFBDA017-46CC-4844-A64D-08690E087771}" destId="{51950EBA-8DD8-412B-BCDA-630B51F7C6C3}" srcOrd="1" destOrd="0" presId="urn:microsoft.com/office/officeart/2005/8/layout/orgChart1"/>
    <dgm:cxn modelId="{6856AB8C-8BA5-48F9-8272-2B8EDB2E16F6}" type="presParOf" srcId="{D35E7F41-D046-4C62-98C6-EB2E9AA25181}" destId="{FD90D7EA-9079-4375-A3EE-755551C115F6}" srcOrd="1" destOrd="0" presId="urn:microsoft.com/office/officeart/2005/8/layout/orgChart1"/>
    <dgm:cxn modelId="{356ABA5F-F185-44A3-8C88-FD8F0BEDEA54}" type="presParOf" srcId="{FD90D7EA-9079-4375-A3EE-755551C115F6}" destId="{A21CB444-8275-4D12-86F6-BE94C2097CF3}" srcOrd="0" destOrd="0" presId="urn:microsoft.com/office/officeart/2005/8/layout/orgChart1"/>
    <dgm:cxn modelId="{ACBAE7BE-78D6-4A03-9A83-B31EE28D946B}" type="presParOf" srcId="{FD90D7EA-9079-4375-A3EE-755551C115F6}" destId="{8A897FF1-A2A7-41F2-8BA8-C60DC7AF1A6F}" srcOrd="1" destOrd="0" presId="urn:microsoft.com/office/officeart/2005/8/layout/orgChart1"/>
    <dgm:cxn modelId="{1963B97A-1881-496C-B88F-2EABC8F33380}" type="presParOf" srcId="{8A897FF1-A2A7-41F2-8BA8-C60DC7AF1A6F}" destId="{5ADF68DA-560D-463A-8C99-AD5CBA7C1AFB}" srcOrd="0" destOrd="0" presId="urn:microsoft.com/office/officeart/2005/8/layout/orgChart1"/>
    <dgm:cxn modelId="{EE3CCAD7-4F19-478E-BF91-F2145C4A5093}" type="presParOf" srcId="{5ADF68DA-560D-463A-8C99-AD5CBA7C1AFB}" destId="{67D87EB0-BE5D-4A4B-8CF6-AD87E5C63AA7}" srcOrd="0" destOrd="0" presId="urn:microsoft.com/office/officeart/2005/8/layout/orgChart1"/>
    <dgm:cxn modelId="{AB9E5109-F91D-44CB-9497-E24A3657DE68}" type="presParOf" srcId="{5ADF68DA-560D-463A-8C99-AD5CBA7C1AFB}" destId="{2F86E7F4-0A80-4211-BFE6-17823C6280D3}" srcOrd="1" destOrd="0" presId="urn:microsoft.com/office/officeart/2005/8/layout/orgChart1"/>
    <dgm:cxn modelId="{B1483BF9-D6E7-4839-A071-084BEF2787C4}" type="presParOf" srcId="{8A897FF1-A2A7-41F2-8BA8-C60DC7AF1A6F}" destId="{47321A89-91D6-455D-A2DF-762F5800CC8A}" srcOrd="1" destOrd="0" presId="urn:microsoft.com/office/officeart/2005/8/layout/orgChart1"/>
    <dgm:cxn modelId="{41B3C8AB-7BC5-499B-BC53-E5052843169F}" type="presParOf" srcId="{8A897FF1-A2A7-41F2-8BA8-C60DC7AF1A6F}" destId="{2419D454-F059-48DF-8BC3-976B75842B4A}" srcOrd="2" destOrd="0" presId="urn:microsoft.com/office/officeart/2005/8/layout/orgChart1"/>
    <dgm:cxn modelId="{25BE75EC-B527-4680-B56B-A5BD0F113770}" type="presParOf" srcId="{D35E7F41-D046-4C62-98C6-EB2E9AA25181}" destId="{C11DA5FF-A562-426F-BEA7-D1DBF0182C62}" srcOrd="2" destOrd="0" presId="urn:microsoft.com/office/officeart/2005/8/layout/orgChart1"/>
    <dgm:cxn modelId="{D71072B7-5215-4E9F-B41B-0A815013E12E}" type="presParOf" srcId="{1C2C1BC8-2D88-4BCA-B426-6D7BAAFEEF11}" destId="{7FA07A29-AC34-492D-9492-180962223F99}" srcOrd="2" destOrd="0" presId="urn:microsoft.com/office/officeart/2005/8/layout/orgChart1"/>
    <dgm:cxn modelId="{7E1E160C-BC56-4A15-A513-539EE1D289B1}" type="presParOf" srcId="{1C2C1BC8-2D88-4BCA-B426-6D7BAAFEEF11}" destId="{0AC1A1EE-B327-4282-BB58-83BE98A95EE5}" srcOrd="3" destOrd="0" presId="urn:microsoft.com/office/officeart/2005/8/layout/orgChart1"/>
    <dgm:cxn modelId="{D94A674B-8FB6-48AD-8AA5-9981495775E8}" type="presParOf" srcId="{0AC1A1EE-B327-4282-BB58-83BE98A95EE5}" destId="{694D8116-182B-45F4-8DEB-1A1D34AF2FA5}" srcOrd="0" destOrd="0" presId="urn:microsoft.com/office/officeart/2005/8/layout/orgChart1"/>
    <dgm:cxn modelId="{40B433D0-AB4F-4C45-A1FD-293A703A777D}" type="presParOf" srcId="{694D8116-182B-45F4-8DEB-1A1D34AF2FA5}" destId="{15F8BA71-D490-4E78-9E19-68ECD5E77091}" srcOrd="0" destOrd="0" presId="urn:microsoft.com/office/officeart/2005/8/layout/orgChart1"/>
    <dgm:cxn modelId="{4E45556C-BB53-4AF4-82A3-9C0C0BF8FC7C}" type="presParOf" srcId="{694D8116-182B-45F4-8DEB-1A1D34AF2FA5}" destId="{9F93F91F-F3A7-41B0-B5CD-3B9D0C258302}" srcOrd="1" destOrd="0" presId="urn:microsoft.com/office/officeart/2005/8/layout/orgChart1"/>
    <dgm:cxn modelId="{B4C369C4-DF31-4540-8E73-A2150FA54385}" type="presParOf" srcId="{0AC1A1EE-B327-4282-BB58-83BE98A95EE5}" destId="{630ADD35-28C3-4894-8F0F-8C0582AE7746}" srcOrd="1" destOrd="0" presId="urn:microsoft.com/office/officeart/2005/8/layout/orgChart1"/>
    <dgm:cxn modelId="{F6426C1D-2D21-43A7-9161-133BCEEBCBC3}" type="presParOf" srcId="{630ADD35-28C3-4894-8F0F-8C0582AE7746}" destId="{BA974B45-4B5E-4627-8E1B-E62A7282E2E3}" srcOrd="0" destOrd="0" presId="urn:microsoft.com/office/officeart/2005/8/layout/orgChart1"/>
    <dgm:cxn modelId="{FA0B1ED3-5CEA-47F6-9D79-EEC2D18C7412}" type="presParOf" srcId="{630ADD35-28C3-4894-8F0F-8C0582AE7746}" destId="{113F6131-B52E-4F69-BAA2-3159EFACE3D8}" srcOrd="1" destOrd="0" presId="urn:microsoft.com/office/officeart/2005/8/layout/orgChart1"/>
    <dgm:cxn modelId="{0ACA7E82-05AB-4B02-BC92-5F83E67FCFBC}" type="presParOf" srcId="{113F6131-B52E-4F69-BAA2-3159EFACE3D8}" destId="{02D63C17-FB75-4BFD-8CEB-21F4EA14E49B}" srcOrd="0" destOrd="0" presId="urn:microsoft.com/office/officeart/2005/8/layout/orgChart1"/>
    <dgm:cxn modelId="{943994E0-3B3D-48D9-8B14-75A64C02DE04}" type="presParOf" srcId="{02D63C17-FB75-4BFD-8CEB-21F4EA14E49B}" destId="{199326CE-FD01-49B0-B906-741EED7059E7}" srcOrd="0" destOrd="0" presId="urn:microsoft.com/office/officeart/2005/8/layout/orgChart1"/>
    <dgm:cxn modelId="{13CF9954-FB5E-441F-B790-EBA56997F7CB}" type="presParOf" srcId="{02D63C17-FB75-4BFD-8CEB-21F4EA14E49B}" destId="{477F3DDA-8907-4804-82DE-0D1100596EA2}" srcOrd="1" destOrd="0" presId="urn:microsoft.com/office/officeart/2005/8/layout/orgChart1"/>
    <dgm:cxn modelId="{E25A581B-1290-4212-9031-98B7C2DE23F2}" type="presParOf" srcId="{113F6131-B52E-4F69-BAA2-3159EFACE3D8}" destId="{9F50BC1A-436D-453A-B339-58D47A8FBDDD}" srcOrd="1" destOrd="0" presId="urn:microsoft.com/office/officeart/2005/8/layout/orgChart1"/>
    <dgm:cxn modelId="{6815A825-E4A5-4450-8583-5B14BA604B06}" type="presParOf" srcId="{113F6131-B52E-4F69-BAA2-3159EFACE3D8}" destId="{5A9CCA51-F536-4F5D-BD6E-B08EFBB49096}" srcOrd="2" destOrd="0" presId="urn:microsoft.com/office/officeart/2005/8/layout/orgChart1"/>
    <dgm:cxn modelId="{0EED7075-D41E-4246-9326-9AD0A66ECDAB}" type="presParOf" srcId="{630ADD35-28C3-4894-8F0F-8C0582AE7746}" destId="{46E53462-F97B-482E-AAD4-5058514AE45C}" srcOrd="2" destOrd="0" presId="urn:microsoft.com/office/officeart/2005/8/layout/orgChart1"/>
    <dgm:cxn modelId="{CEEA29A4-8762-4995-8417-6862FA735DA5}" type="presParOf" srcId="{630ADD35-28C3-4894-8F0F-8C0582AE7746}" destId="{9039A6D7-EFA5-4E00-BD2E-AA95E5CDA2A6}" srcOrd="3" destOrd="0" presId="urn:microsoft.com/office/officeart/2005/8/layout/orgChart1"/>
    <dgm:cxn modelId="{143A00A1-DCF8-4D75-801D-758F6AA6B7F1}" type="presParOf" srcId="{9039A6D7-EFA5-4E00-BD2E-AA95E5CDA2A6}" destId="{A7291F78-7860-44FB-AD8A-BE77FB447D67}" srcOrd="0" destOrd="0" presId="urn:microsoft.com/office/officeart/2005/8/layout/orgChart1"/>
    <dgm:cxn modelId="{B4923946-6C61-4744-B559-F1C7B264B0F3}" type="presParOf" srcId="{A7291F78-7860-44FB-AD8A-BE77FB447D67}" destId="{987F28BA-42C1-4CAB-A8A7-029228E18A6F}" srcOrd="0" destOrd="0" presId="urn:microsoft.com/office/officeart/2005/8/layout/orgChart1"/>
    <dgm:cxn modelId="{55C8737D-154B-43E2-988E-CDB3A554AE26}" type="presParOf" srcId="{A7291F78-7860-44FB-AD8A-BE77FB447D67}" destId="{AD154D43-3C7D-46F4-B1E1-8B4FA23EA625}" srcOrd="1" destOrd="0" presId="urn:microsoft.com/office/officeart/2005/8/layout/orgChart1"/>
    <dgm:cxn modelId="{9F922580-17D3-4B1D-BA8A-89817167C831}" type="presParOf" srcId="{9039A6D7-EFA5-4E00-BD2E-AA95E5CDA2A6}" destId="{54A56475-A72A-446F-9A59-043BDCE669A5}" srcOrd="1" destOrd="0" presId="urn:microsoft.com/office/officeart/2005/8/layout/orgChart1"/>
    <dgm:cxn modelId="{04C7970B-3AC5-4049-86F6-E5EB4683BB2E}" type="presParOf" srcId="{9039A6D7-EFA5-4E00-BD2E-AA95E5CDA2A6}" destId="{B2DE55EC-347A-42C6-AAC1-C11864ADC3A8}" srcOrd="2" destOrd="0" presId="urn:microsoft.com/office/officeart/2005/8/layout/orgChart1"/>
    <dgm:cxn modelId="{AE53434F-BF01-4790-9EBC-EFB2882907A4}" type="presParOf" srcId="{630ADD35-28C3-4894-8F0F-8C0582AE7746}" destId="{19AA3C2E-47F7-446F-BE1A-E16E84EC1186}" srcOrd="4" destOrd="0" presId="urn:microsoft.com/office/officeart/2005/8/layout/orgChart1"/>
    <dgm:cxn modelId="{C758D9CB-BCE9-4CC7-AEA5-913FF2E79437}" type="presParOf" srcId="{630ADD35-28C3-4894-8F0F-8C0582AE7746}" destId="{C40A6FBF-2512-400A-9FD7-C8088E5D94CA}" srcOrd="5" destOrd="0" presId="urn:microsoft.com/office/officeart/2005/8/layout/orgChart1"/>
    <dgm:cxn modelId="{D3E0DDBB-96F7-409D-B3DD-738817DF8921}" type="presParOf" srcId="{C40A6FBF-2512-400A-9FD7-C8088E5D94CA}" destId="{1DC12912-679C-4F2A-909B-59A58DD29F00}" srcOrd="0" destOrd="0" presId="urn:microsoft.com/office/officeart/2005/8/layout/orgChart1"/>
    <dgm:cxn modelId="{D420247F-8CBA-456F-B083-9B26B2581141}" type="presParOf" srcId="{1DC12912-679C-4F2A-909B-59A58DD29F00}" destId="{BB7C8C34-7A57-4B46-80A2-2FE06EC4661D}" srcOrd="0" destOrd="0" presId="urn:microsoft.com/office/officeart/2005/8/layout/orgChart1"/>
    <dgm:cxn modelId="{E97CA1F1-214B-4CA1-8DD8-0DBDC522DBC1}" type="presParOf" srcId="{1DC12912-679C-4F2A-909B-59A58DD29F00}" destId="{8B5CB0C4-1909-415B-9805-4D8C90434CEB}" srcOrd="1" destOrd="0" presId="urn:microsoft.com/office/officeart/2005/8/layout/orgChart1"/>
    <dgm:cxn modelId="{513AB643-8935-462C-900B-BC1D97DCAD83}" type="presParOf" srcId="{C40A6FBF-2512-400A-9FD7-C8088E5D94CA}" destId="{D255C865-AD56-4ACE-86E9-F15F34FA88E4}" srcOrd="1" destOrd="0" presId="urn:microsoft.com/office/officeart/2005/8/layout/orgChart1"/>
    <dgm:cxn modelId="{CC3C158E-1C1B-418C-9B53-06216C5A16D8}" type="presParOf" srcId="{C40A6FBF-2512-400A-9FD7-C8088E5D94CA}" destId="{70A35589-B9B1-40F2-947A-5F28B7B7FCE8}" srcOrd="2" destOrd="0" presId="urn:microsoft.com/office/officeart/2005/8/layout/orgChart1"/>
    <dgm:cxn modelId="{BF7D1443-168C-4BF6-9B60-EC8378A9F9C3}" type="presParOf" srcId="{630ADD35-28C3-4894-8F0F-8C0582AE7746}" destId="{EF92040E-5938-4363-B762-0272BCF8F39F}" srcOrd="6" destOrd="0" presId="urn:microsoft.com/office/officeart/2005/8/layout/orgChart1"/>
    <dgm:cxn modelId="{6E10DE65-6BA4-491B-A3B6-4F49DBC69DBC}" type="presParOf" srcId="{630ADD35-28C3-4894-8F0F-8C0582AE7746}" destId="{A18EDC4C-7C85-4E7B-9231-8E4019CD9107}" srcOrd="7" destOrd="0" presId="urn:microsoft.com/office/officeart/2005/8/layout/orgChart1"/>
    <dgm:cxn modelId="{E9D14E0F-1954-4CBC-ADC1-0964AE4C757A}" type="presParOf" srcId="{A18EDC4C-7C85-4E7B-9231-8E4019CD9107}" destId="{E3EEEF33-92EF-44C9-9D2E-132779AF41D7}" srcOrd="0" destOrd="0" presId="urn:microsoft.com/office/officeart/2005/8/layout/orgChart1"/>
    <dgm:cxn modelId="{D072BCF9-C1A8-44B4-AB38-1A5748819622}" type="presParOf" srcId="{E3EEEF33-92EF-44C9-9D2E-132779AF41D7}" destId="{DC389C4F-6776-4531-AF97-D790AC8C7039}" srcOrd="0" destOrd="0" presId="urn:microsoft.com/office/officeart/2005/8/layout/orgChart1"/>
    <dgm:cxn modelId="{C140A9A7-840B-4AC0-9D21-FA46767D1536}" type="presParOf" srcId="{E3EEEF33-92EF-44C9-9D2E-132779AF41D7}" destId="{53B8B2FE-E685-47C1-B288-FA6AC7423172}" srcOrd="1" destOrd="0" presId="urn:microsoft.com/office/officeart/2005/8/layout/orgChart1"/>
    <dgm:cxn modelId="{58C71217-954A-4D40-814B-1A40690DCFDB}" type="presParOf" srcId="{A18EDC4C-7C85-4E7B-9231-8E4019CD9107}" destId="{F3A60102-3348-47E3-B189-321B4D5551F1}" srcOrd="1" destOrd="0" presId="urn:microsoft.com/office/officeart/2005/8/layout/orgChart1"/>
    <dgm:cxn modelId="{8AE8505B-141B-40FA-AB2F-A60BF4DFF2FA}" type="presParOf" srcId="{A18EDC4C-7C85-4E7B-9231-8E4019CD9107}" destId="{F41683E8-17C4-4069-94AB-5B7B5C30F583}" srcOrd="2" destOrd="0" presId="urn:microsoft.com/office/officeart/2005/8/layout/orgChart1"/>
    <dgm:cxn modelId="{6968B0F1-A31B-4729-B0AD-3F56CA7EAD28}" type="presParOf" srcId="{0AC1A1EE-B327-4282-BB58-83BE98A95EE5}" destId="{A197EFAE-FCAB-4FA6-B1A8-73C684943F08}" srcOrd="2" destOrd="0" presId="urn:microsoft.com/office/officeart/2005/8/layout/orgChart1"/>
    <dgm:cxn modelId="{64385898-F272-4887-8469-D5194E587611}" type="presParOf" srcId="{1C2C1BC8-2D88-4BCA-B426-6D7BAAFEEF11}" destId="{3095DDE7-2414-4242-9D57-1C63BD769F23}" srcOrd="4" destOrd="0" presId="urn:microsoft.com/office/officeart/2005/8/layout/orgChart1"/>
    <dgm:cxn modelId="{8C23E960-1CA4-44C5-B438-9139CECDFD4E}" type="presParOf" srcId="{1C2C1BC8-2D88-4BCA-B426-6D7BAAFEEF11}" destId="{9F2707CE-08A9-44B6-B7C6-801661228578}" srcOrd="5" destOrd="0" presId="urn:microsoft.com/office/officeart/2005/8/layout/orgChart1"/>
    <dgm:cxn modelId="{3647B5CE-4482-45DB-A045-30A4DA75BB7C}" type="presParOf" srcId="{9F2707CE-08A9-44B6-B7C6-801661228578}" destId="{60D25F24-589E-4998-BEA3-D09EE290908C}" srcOrd="0" destOrd="0" presId="urn:microsoft.com/office/officeart/2005/8/layout/orgChart1"/>
    <dgm:cxn modelId="{7080056C-0AFF-4E39-B067-8153C560D840}" type="presParOf" srcId="{60D25F24-589E-4998-BEA3-D09EE290908C}" destId="{FAEF36B1-03B0-4FCB-A605-8E979FBD8EBB}" srcOrd="0" destOrd="0" presId="urn:microsoft.com/office/officeart/2005/8/layout/orgChart1"/>
    <dgm:cxn modelId="{4E7BF689-6984-45B0-8A01-E2AE7C8C9E27}" type="presParOf" srcId="{60D25F24-589E-4998-BEA3-D09EE290908C}" destId="{1B7B3275-0DFB-4429-9B18-94BB049D085B}" srcOrd="1" destOrd="0" presId="urn:microsoft.com/office/officeart/2005/8/layout/orgChart1"/>
    <dgm:cxn modelId="{8283B6E7-F705-4A82-91CF-A4A7F39E5226}" type="presParOf" srcId="{9F2707CE-08A9-44B6-B7C6-801661228578}" destId="{824F0DD3-1468-4CED-8010-7B392C6F46F3}" srcOrd="1" destOrd="0" presId="urn:microsoft.com/office/officeart/2005/8/layout/orgChart1"/>
    <dgm:cxn modelId="{71041D15-F60A-4679-96C4-6E0241BFAD66}" type="presParOf" srcId="{824F0DD3-1468-4CED-8010-7B392C6F46F3}" destId="{23004C58-DE68-4F69-A688-40B38D32F9B0}" srcOrd="0" destOrd="0" presId="urn:microsoft.com/office/officeart/2005/8/layout/orgChart1"/>
    <dgm:cxn modelId="{7CF3070A-5CDD-4803-A1A6-68D67418084D}" type="presParOf" srcId="{824F0DD3-1468-4CED-8010-7B392C6F46F3}" destId="{17861F2F-61CE-49AD-ADAD-8E0DA6BFE26F}" srcOrd="1" destOrd="0" presId="urn:microsoft.com/office/officeart/2005/8/layout/orgChart1"/>
    <dgm:cxn modelId="{476DDA4A-2D09-4975-ABD5-34642C62AD1C}" type="presParOf" srcId="{17861F2F-61CE-49AD-ADAD-8E0DA6BFE26F}" destId="{EEF0ECF2-9214-437C-B9E4-A10E75FD83D1}" srcOrd="0" destOrd="0" presId="urn:microsoft.com/office/officeart/2005/8/layout/orgChart1"/>
    <dgm:cxn modelId="{039C5749-4F58-444D-A0B9-8BF148646EC6}" type="presParOf" srcId="{EEF0ECF2-9214-437C-B9E4-A10E75FD83D1}" destId="{3768D943-3E2C-412C-B226-8F72C993C0BB}" srcOrd="0" destOrd="0" presId="urn:microsoft.com/office/officeart/2005/8/layout/orgChart1"/>
    <dgm:cxn modelId="{CE1C414B-079E-41EB-B54E-ED68AABE019F}" type="presParOf" srcId="{EEF0ECF2-9214-437C-B9E4-A10E75FD83D1}" destId="{AE10D876-C46D-42F9-B3D2-5A6C3E087EA7}" srcOrd="1" destOrd="0" presId="urn:microsoft.com/office/officeart/2005/8/layout/orgChart1"/>
    <dgm:cxn modelId="{A2BA597E-BCF7-471E-AA1B-F7A06B4FB15A}" type="presParOf" srcId="{17861F2F-61CE-49AD-ADAD-8E0DA6BFE26F}" destId="{EB81EB55-A814-409B-B161-E4C13F783A51}" srcOrd="1" destOrd="0" presId="urn:microsoft.com/office/officeart/2005/8/layout/orgChart1"/>
    <dgm:cxn modelId="{11B5AF1F-A9EE-4CDF-8495-249E29ECA416}" type="presParOf" srcId="{17861F2F-61CE-49AD-ADAD-8E0DA6BFE26F}" destId="{042D9F4B-FBB9-430C-97FF-F4D0DE41711F}" srcOrd="2" destOrd="0" presId="urn:microsoft.com/office/officeart/2005/8/layout/orgChart1"/>
    <dgm:cxn modelId="{3D521048-A71D-41FB-A1E6-637580F2D85B}" type="presParOf" srcId="{9F2707CE-08A9-44B6-B7C6-801661228578}" destId="{8F7C9710-FFEB-40E6-82C9-AF2D82510AB3}" srcOrd="2" destOrd="0" presId="urn:microsoft.com/office/officeart/2005/8/layout/orgChart1"/>
    <dgm:cxn modelId="{3A9177B4-4B46-4C82-8E51-7BE6457299C4}" type="presParOf" srcId="{1C2C1BC8-2D88-4BCA-B426-6D7BAAFEEF11}" destId="{BF7121B3-B85D-43A4-9D4C-0BCE88478A3F}" srcOrd="6" destOrd="0" presId="urn:microsoft.com/office/officeart/2005/8/layout/orgChart1"/>
    <dgm:cxn modelId="{B2757591-B85F-4131-91FC-B69DCAAF32F3}" type="presParOf" srcId="{1C2C1BC8-2D88-4BCA-B426-6D7BAAFEEF11}" destId="{64C38D77-4B0C-4E35-80F0-AD7F18C462BF}" srcOrd="7" destOrd="0" presId="urn:microsoft.com/office/officeart/2005/8/layout/orgChart1"/>
    <dgm:cxn modelId="{DDB43469-5119-4B20-9CD3-22BA040B8FD6}" type="presParOf" srcId="{64C38D77-4B0C-4E35-80F0-AD7F18C462BF}" destId="{A1F43BD7-AAEE-4976-A064-E32B39F15C20}" srcOrd="0" destOrd="0" presId="urn:microsoft.com/office/officeart/2005/8/layout/orgChart1"/>
    <dgm:cxn modelId="{D7322383-B836-4D74-92CE-1AFEF757934B}" type="presParOf" srcId="{A1F43BD7-AAEE-4976-A064-E32B39F15C20}" destId="{EDBD8B77-515F-4D0E-B5F9-7915BAB0FC22}" srcOrd="0" destOrd="0" presId="urn:microsoft.com/office/officeart/2005/8/layout/orgChart1"/>
    <dgm:cxn modelId="{AD96EE2A-F19A-4347-A900-4C31652A670E}" type="presParOf" srcId="{A1F43BD7-AAEE-4976-A064-E32B39F15C20}" destId="{2B913BFE-A791-46E1-9239-3A04D32B476A}" srcOrd="1" destOrd="0" presId="urn:microsoft.com/office/officeart/2005/8/layout/orgChart1"/>
    <dgm:cxn modelId="{F8C8E5CB-B59B-45D7-A737-725A346651B6}" type="presParOf" srcId="{64C38D77-4B0C-4E35-80F0-AD7F18C462BF}" destId="{F8127042-08FB-484E-AD19-B88141884168}" srcOrd="1" destOrd="0" presId="urn:microsoft.com/office/officeart/2005/8/layout/orgChart1"/>
    <dgm:cxn modelId="{53285149-C8AE-4ACF-89C9-EF79973F04B6}" type="presParOf" srcId="{F8127042-08FB-484E-AD19-B88141884168}" destId="{A121B8AC-45BB-4615-BED0-2B05553C4767}" srcOrd="0" destOrd="0" presId="urn:microsoft.com/office/officeart/2005/8/layout/orgChart1"/>
    <dgm:cxn modelId="{1DA92968-A236-4309-914A-1E14C628A279}" type="presParOf" srcId="{F8127042-08FB-484E-AD19-B88141884168}" destId="{6195F19C-2109-4249-82EA-E76DC665F5CF}" srcOrd="1" destOrd="0" presId="urn:microsoft.com/office/officeart/2005/8/layout/orgChart1"/>
    <dgm:cxn modelId="{3EAACD1A-CBA9-478E-A11B-66803DC63698}" type="presParOf" srcId="{6195F19C-2109-4249-82EA-E76DC665F5CF}" destId="{85926554-E97D-4A0E-B750-41B305FDBA4E}" srcOrd="0" destOrd="0" presId="urn:microsoft.com/office/officeart/2005/8/layout/orgChart1"/>
    <dgm:cxn modelId="{10F7024C-403D-4D12-BF53-31482437B7F5}" type="presParOf" srcId="{85926554-E97D-4A0E-B750-41B305FDBA4E}" destId="{83E45405-4AD2-43A1-B934-7EC33E6A709E}" srcOrd="0" destOrd="0" presId="urn:microsoft.com/office/officeart/2005/8/layout/orgChart1"/>
    <dgm:cxn modelId="{56E14991-03A8-4634-B03D-2895BED9B52A}" type="presParOf" srcId="{85926554-E97D-4A0E-B750-41B305FDBA4E}" destId="{9DF0842C-3F72-440E-A96C-6D32A695474E}" srcOrd="1" destOrd="0" presId="urn:microsoft.com/office/officeart/2005/8/layout/orgChart1"/>
    <dgm:cxn modelId="{AC55628C-C074-4448-82C7-CA34C8D62571}" type="presParOf" srcId="{6195F19C-2109-4249-82EA-E76DC665F5CF}" destId="{63C734DC-226F-447A-AB2C-378FEEC4D3B2}" srcOrd="1" destOrd="0" presId="urn:microsoft.com/office/officeart/2005/8/layout/orgChart1"/>
    <dgm:cxn modelId="{533BBB14-E78A-455C-B3E6-B1F94D2397EB}" type="presParOf" srcId="{6195F19C-2109-4249-82EA-E76DC665F5CF}" destId="{E321E2E7-1F7C-4A5A-910A-78CCA1EDAB48}" srcOrd="2" destOrd="0" presId="urn:microsoft.com/office/officeart/2005/8/layout/orgChart1"/>
    <dgm:cxn modelId="{7FA1E9A0-2F55-492A-930B-110EBC56992E}" type="presParOf" srcId="{64C38D77-4B0C-4E35-80F0-AD7F18C462BF}" destId="{E3309C8D-DAA2-4C7F-91D5-B8349496FB62}" srcOrd="2" destOrd="0" presId="urn:microsoft.com/office/officeart/2005/8/layout/orgChart1"/>
    <dgm:cxn modelId="{66ED9923-045B-4D36-AA8A-DF8DE9A8F30F}" type="presParOf" srcId="{1C2C1BC8-2D88-4BCA-B426-6D7BAAFEEF11}" destId="{3411FA3E-F99D-4B40-B2CC-8BB247E98989}" srcOrd="8" destOrd="0" presId="urn:microsoft.com/office/officeart/2005/8/layout/orgChart1"/>
    <dgm:cxn modelId="{8D56DE0D-0D16-4B50-89DC-10F6E5C30816}" type="presParOf" srcId="{1C2C1BC8-2D88-4BCA-B426-6D7BAAFEEF11}" destId="{7EC526DF-8075-4F37-AC1D-A31571B32BEE}" srcOrd="9" destOrd="0" presId="urn:microsoft.com/office/officeart/2005/8/layout/orgChart1"/>
    <dgm:cxn modelId="{EE502AB2-2157-4C1A-B13F-2C70A192E729}" type="presParOf" srcId="{7EC526DF-8075-4F37-AC1D-A31571B32BEE}" destId="{6609D955-441F-4171-B655-316BC096F12E}" srcOrd="0" destOrd="0" presId="urn:microsoft.com/office/officeart/2005/8/layout/orgChart1"/>
    <dgm:cxn modelId="{90DBC658-DEE2-415B-AABD-1150AA6B1542}" type="presParOf" srcId="{6609D955-441F-4171-B655-316BC096F12E}" destId="{CE723233-86BE-431F-AEBA-ACF7ACA91D77}" srcOrd="0" destOrd="0" presId="urn:microsoft.com/office/officeart/2005/8/layout/orgChart1"/>
    <dgm:cxn modelId="{F08F599A-6B2A-4162-B401-5E28E280831B}" type="presParOf" srcId="{6609D955-441F-4171-B655-316BC096F12E}" destId="{344F4D45-98FA-469A-B3F5-4C259975AAA3}" srcOrd="1" destOrd="0" presId="urn:microsoft.com/office/officeart/2005/8/layout/orgChart1"/>
    <dgm:cxn modelId="{4598C568-CC36-4A28-A0DB-92C4589CB650}" type="presParOf" srcId="{7EC526DF-8075-4F37-AC1D-A31571B32BEE}" destId="{B41F19CA-6E7D-4B42-89AB-8C41BDA26C73}" srcOrd="1" destOrd="0" presId="urn:microsoft.com/office/officeart/2005/8/layout/orgChart1"/>
    <dgm:cxn modelId="{191DE07C-1383-4E41-82E2-CDCBEF8EDA57}" type="presParOf" srcId="{B41F19CA-6E7D-4B42-89AB-8C41BDA26C73}" destId="{5DBBBA8C-8465-42E5-B405-E3AB0AAF5B8D}" srcOrd="0" destOrd="0" presId="urn:microsoft.com/office/officeart/2005/8/layout/orgChart1"/>
    <dgm:cxn modelId="{5365DA8D-2412-40A4-B40B-DDE7A0B5C91F}" type="presParOf" srcId="{B41F19CA-6E7D-4B42-89AB-8C41BDA26C73}" destId="{B551BC52-57F4-4816-AC3D-AA7080865C45}" srcOrd="1" destOrd="0" presId="urn:microsoft.com/office/officeart/2005/8/layout/orgChart1"/>
    <dgm:cxn modelId="{44C0F50D-789E-47D3-A1D8-D03A0D2F371A}" type="presParOf" srcId="{B551BC52-57F4-4816-AC3D-AA7080865C45}" destId="{4A8AB706-A04E-42F6-B09B-9B4CB7B246A7}" srcOrd="0" destOrd="0" presId="urn:microsoft.com/office/officeart/2005/8/layout/orgChart1"/>
    <dgm:cxn modelId="{38F1F56D-2BC3-46E6-B31E-9BE96A118025}" type="presParOf" srcId="{4A8AB706-A04E-42F6-B09B-9B4CB7B246A7}" destId="{85A0E5FD-FDCE-4BB8-99A1-30C8C7E9C0C4}" srcOrd="0" destOrd="0" presId="urn:microsoft.com/office/officeart/2005/8/layout/orgChart1"/>
    <dgm:cxn modelId="{32CC6533-E5F5-4261-80BE-BC8CACDADC1E}" type="presParOf" srcId="{4A8AB706-A04E-42F6-B09B-9B4CB7B246A7}" destId="{C4DD31B8-2C06-4DD3-833E-45C5346444CA}" srcOrd="1" destOrd="0" presId="urn:microsoft.com/office/officeart/2005/8/layout/orgChart1"/>
    <dgm:cxn modelId="{154B411F-A64E-4F64-A93A-E2B1DA0B824B}" type="presParOf" srcId="{B551BC52-57F4-4816-AC3D-AA7080865C45}" destId="{59E64FF4-3B63-46BF-A786-FA21B5741631}" srcOrd="1" destOrd="0" presId="urn:microsoft.com/office/officeart/2005/8/layout/orgChart1"/>
    <dgm:cxn modelId="{B3F58E6F-62FC-4C8B-8664-5E5461409309}" type="presParOf" srcId="{B551BC52-57F4-4816-AC3D-AA7080865C45}" destId="{F01C131B-F121-471A-B9B8-CE0C4FD24D28}" srcOrd="2" destOrd="0" presId="urn:microsoft.com/office/officeart/2005/8/layout/orgChart1"/>
    <dgm:cxn modelId="{73E7C127-0D2D-4F96-B0AF-6943304213A3}" type="presParOf" srcId="{B41F19CA-6E7D-4B42-89AB-8C41BDA26C73}" destId="{CAA0391C-8588-4631-8DE6-E1124F8DD344}" srcOrd="2" destOrd="0" presId="urn:microsoft.com/office/officeart/2005/8/layout/orgChart1"/>
    <dgm:cxn modelId="{06BE275A-5588-4F02-947F-81644C43E75A}" type="presParOf" srcId="{B41F19CA-6E7D-4B42-89AB-8C41BDA26C73}" destId="{44974BB5-E015-4381-B269-3758D88CD55A}" srcOrd="3" destOrd="0" presId="urn:microsoft.com/office/officeart/2005/8/layout/orgChart1"/>
    <dgm:cxn modelId="{E9321A15-1EB6-4336-B47E-7E3377A3D088}" type="presParOf" srcId="{44974BB5-E015-4381-B269-3758D88CD55A}" destId="{E6985993-724E-409A-9786-F7D32D7EE335}" srcOrd="0" destOrd="0" presId="urn:microsoft.com/office/officeart/2005/8/layout/orgChart1"/>
    <dgm:cxn modelId="{E501A709-877F-4D34-BC89-54BD70457065}" type="presParOf" srcId="{E6985993-724E-409A-9786-F7D32D7EE335}" destId="{5FD0485D-DA35-4958-8BD5-8DBCACA5E433}" srcOrd="0" destOrd="0" presId="urn:microsoft.com/office/officeart/2005/8/layout/orgChart1"/>
    <dgm:cxn modelId="{652B27D4-EAA2-45AF-B3A2-B99FD8D9C889}" type="presParOf" srcId="{E6985993-724E-409A-9786-F7D32D7EE335}" destId="{20EA6E3C-CCFD-44CC-B1D3-1BB89CD182D8}" srcOrd="1" destOrd="0" presId="urn:microsoft.com/office/officeart/2005/8/layout/orgChart1"/>
    <dgm:cxn modelId="{4A37D1E0-F22E-4839-A219-5B8044ACE8FE}" type="presParOf" srcId="{44974BB5-E015-4381-B269-3758D88CD55A}" destId="{9B03B6E3-6836-4D78-A44A-AC6BC489D6A9}" srcOrd="1" destOrd="0" presId="urn:microsoft.com/office/officeart/2005/8/layout/orgChart1"/>
    <dgm:cxn modelId="{FF6B59BE-FDB0-4CFA-B891-9B06F88B42DC}" type="presParOf" srcId="{44974BB5-E015-4381-B269-3758D88CD55A}" destId="{F0FFD926-8C3C-45E4-8F6B-FE5331B0CD3E}" srcOrd="2" destOrd="0" presId="urn:microsoft.com/office/officeart/2005/8/layout/orgChart1"/>
    <dgm:cxn modelId="{06445FCA-92F9-4589-A7E8-7E23876747A3}" type="presParOf" srcId="{7EC526DF-8075-4F37-AC1D-A31571B32BEE}" destId="{9E8C411E-C1E1-491A-9B83-8B55CFBD19C3}" srcOrd="2" destOrd="0" presId="urn:microsoft.com/office/officeart/2005/8/layout/orgChart1"/>
    <dgm:cxn modelId="{4004A112-1928-4A52-9E44-51852C2ACD37}" type="presParOf" srcId="{1C2C1BC8-2D88-4BCA-B426-6D7BAAFEEF11}" destId="{0BFFEEC8-6603-41AD-BD6A-C654199B3DAF}" srcOrd="10" destOrd="0" presId="urn:microsoft.com/office/officeart/2005/8/layout/orgChart1"/>
    <dgm:cxn modelId="{BE00BCAA-D06E-446B-83E0-5138BAE89436}" type="presParOf" srcId="{1C2C1BC8-2D88-4BCA-B426-6D7BAAFEEF11}" destId="{73AC9CEC-8267-4E06-A7F9-6890F2E6C47F}" srcOrd="11" destOrd="0" presId="urn:microsoft.com/office/officeart/2005/8/layout/orgChart1"/>
    <dgm:cxn modelId="{A709FBF8-D51A-4799-98A2-28CEDB663503}" type="presParOf" srcId="{73AC9CEC-8267-4E06-A7F9-6890F2E6C47F}" destId="{8E60E330-E397-4EC4-8D14-A03B365281A2}" srcOrd="0" destOrd="0" presId="urn:microsoft.com/office/officeart/2005/8/layout/orgChart1"/>
    <dgm:cxn modelId="{A5263A78-02E2-42F6-9283-03B8EAA25680}" type="presParOf" srcId="{8E60E330-E397-4EC4-8D14-A03B365281A2}" destId="{7B80D665-1E5A-42E2-8767-C3BB5FE3F6F8}" srcOrd="0" destOrd="0" presId="urn:microsoft.com/office/officeart/2005/8/layout/orgChart1"/>
    <dgm:cxn modelId="{6105D41D-D3D5-4DC8-86F6-86294960E899}" type="presParOf" srcId="{8E60E330-E397-4EC4-8D14-A03B365281A2}" destId="{DDB1BC27-6AF2-4C38-8E3E-14C39DCB4B8D}" srcOrd="1" destOrd="0" presId="urn:microsoft.com/office/officeart/2005/8/layout/orgChart1"/>
    <dgm:cxn modelId="{C394E8C7-629E-4286-B20A-41FB5FCA5179}" type="presParOf" srcId="{73AC9CEC-8267-4E06-A7F9-6890F2E6C47F}" destId="{A0524B73-C799-4790-A996-B7BCD96FB940}" srcOrd="1" destOrd="0" presId="urn:microsoft.com/office/officeart/2005/8/layout/orgChart1"/>
    <dgm:cxn modelId="{DB9D77D5-F523-4489-8931-DF682ED90FBD}" type="presParOf" srcId="{A0524B73-C799-4790-A996-B7BCD96FB940}" destId="{77D2F596-6C07-4C70-BEF1-957C4F120BF6}" srcOrd="0" destOrd="0" presId="urn:microsoft.com/office/officeart/2005/8/layout/orgChart1"/>
    <dgm:cxn modelId="{914E18A5-2A68-41C9-9BE6-4754F70F3020}" type="presParOf" srcId="{A0524B73-C799-4790-A996-B7BCD96FB940}" destId="{9B2F2F34-B30A-4DF1-9CC3-97183312BE58}" srcOrd="1" destOrd="0" presId="urn:microsoft.com/office/officeart/2005/8/layout/orgChart1"/>
    <dgm:cxn modelId="{530B9DAD-DBB6-40DB-9838-17FB6863A4C1}" type="presParOf" srcId="{9B2F2F34-B30A-4DF1-9CC3-97183312BE58}" destId="{912FF6D6-A979-4CEE-AF90-BC623AF2A803}" srcOrd="0" destOrd="0" presId="urn:microsoft.com/office/officeart/2005/8/layout/orgChart1"/>
    <dgm:cxn modelId="{7A95ADDA-BDE1-4BCB-B62F-7785890490F9}" type="presParOf" srcId="{912FF6D6-A979-4CEE-AF90-BC623AF2A803}" destId="{408FEB93-06BA-4566-BE73-212E636B6043}" srcOrd="0" destOrd="0" presId="urn:microsoft.com/office/officeart/2005/8/layout/orgChart1"/>
    <dgm:cxn modelId="{E55FA542-A4A3-4C00-815F-34DB5EA6C728}" type="presParOf" srcId="{912FF6D6-A979-4CEE-AF90-BC623AF2A803}" destId="{D9F3057B-7A54-4B1A-806B-E3FC438561F4}" srcOrd="1" destOrd="0" presId="urn:microsoft.com/office/officeart/2005/8/layout/orgChart1"/>
    <dgm:cxn modelId="{1E0CD23A-58AE-4657-B4FE-A7D1CFE94970}" type="presParOf" srcId="{9B2F2F34-B30A-4DF1-9CC3-97183312BE58}" destId="{6AC1AFC4-A333-469A-96AA-6A9EE8257C0F}" srcOrd="1" destOrd="0" presId="urn:microsoft.com/office/officeart/2005/8/layout/orgChart1"/>
    <dgm:cxn modelId="{071DFE12-B1A0-48B1-9C63-BC07C4B0265E}" type="presParOf" srcId="{9B2F2F34-B30A-4DF1-9CC3-97183312BE58}" destId="{2A61D638-4B3A-41C5-80FF-08A86E0EAD30}" srcOrd="2" destOrd="0" presId="urn:microsoft.com/office/officeart/2005/8/layout/orgChart1"/>
    <dgm:cxn modelId="{E90562BB-2060-46FF-8F3D-D6F25D63782B}" type="presParOf" srcId="{A0524B73-C799-4790-A996-B7BCD96FB940}" destId="{5FE0BAE9-AA47-4F0B-BF9D-ADFC7043A33F}" srcOrd="2" destOrd="0" presId="urn:microsoft.com/office/officeart/2005/8/layout/orgChart1"/>
    <dgm:cxn modelId="{39F0A3C2-FA85-4942-B098-CC7C1DDB42C6}" type="presParOf" srcId="{A0524B73-C799-4790-A996-B7BCD96FB940}" destId="{C1AC9C6C-1C3B-4921-B338-22C2C2FA4FDD}" srcOrd="3" destOrd="0" presId="urn:microsoft.com/office/officeart/2005/8/layout/orgChart1"/>
    <dgm:cxn modelId="{8B956A80-F3B7-47CB-9FED-DA07C9655774}" type="presParOf" srcId="{C1AC9C6C-1C3B-4921-B338-22C2C2FA4FDD}" destId="{74F658C0-9FCF-4381-BEF0-12B3529CC79C}" srcOrd="0" destOrd="0" presId="urn:microsoft.com/office/officeart/2005/8/layout/orgChart1"/>
    <dgm:cxn modelId="{35B821F3-FC88-4ED3-A457-E3DCB5C972BE}" type="presParOf" srcId="{74F658C0-9FCF-4381-BEF0-12B3529CC79C}" destId="{93E988F7-5058-4858-ADD9-725F1E1B598E}" srcOrd="0" destOrd="0" presId="urn:microsoft.com/office/officeart/2005/8/layout/orgChart1"/>
    <dgm:cxn modelId="{38FDBA7A-8E32-44E8-B43E-0FE666B93B75}" type="presParOf" srcId="{74F658C0-9FCF-4381-BEF0-12B3529CC79C}" destId="{624C5C9E-54FD-4E9D-81BB-A074E0A0F25F}" srcOrd="1" destOrd="0" presId="urn:microsoft.com/office/officeart/2005/8/layout/orgChart1"/>
    <dgm:cxn modelId="{F2100956-E3E1-4A72-8C82-B182ECD7C235}" type="presParOf" srcId="{C1AC9C6C-1C3B-4921-B338-22C2C2FA4FDD}" destId="{34B8D756-3427-45A8-A5A2-6E5DE4081A1A}" srcOrd="1" destOrd="0" presId="urn:microsoft.com/office/officeart/2005/8/layout/orgChart1"/>
    <dgm:cxn modelId="{9FB6952B-A96B-42DE-8ACD-424F157D0ACD}" type="presParOf" srcId="{C1AC9C6C-1C3B-4921-B338-22C2C2FA4FDD}" destId="{54455958-5A36-4554-9F58-D349A06DA5FE}" srcOrd="2" destOrd="0" presId="urn:microsoft.com/office/officeart/2005/8/layout/orgChart1"/>
    <dgm:cxn modelId="{7B64B43B-C8A7-41D5-8A86-46321B0EC1A6}" type="presParOf" srcId="{73AC9CEC-8267-4E06-A7F9-6890F2E6C47F}" destId="{DCF93D22-D5FE-411D-8B4A-431625985DF5}" srcOrd="2" destOrd="0" presId="urn:microsoft.com/office/officeart/2005/8/layout/orgChart1"/>
    <dgm:cxn modelId="{228600AB-632D-4624-A6A3-7E1B76DFCF5F}" type="presParOf" srcId="{1C2C1BC8-2D88-4BCA-B426-6D7BAAFEEF11}" destId="{ADAC9751-3A85-4ED8-BF2E-AA456F1E85E9}" srcOrd="12" destOrd="0" presId="urn:microsoft.com/office/officeart/2005/8/layout/orgChart1"/>
    <dgm:cxn modelId="{4129C2A9-47F9-4D63-9056-1A8901473108}" type="presParOf" srcId="{1C2C1BC8-2D88-4BCA-B426-6D7BAAFEEF11}" destId="{90342FCC-F19E-4ED6-AC04-F2113F53265E}" srcOrd="13" destOrd="0" presId="urn:microsoft.com/office/officeart/2005/8/layout/orgChart1"/>
    <dgm:cxn modelId="{BEC52A54-9EFE-4F75-B527-D5CD5617126C}" type="presParOf" srcId="{90342FCC-F19E-4ED6-AC04-F2113F53265E}" destId="{96460041-DDF0-4F9A-A698-60ABAD43A874}" srcOrd="0" destOrd="0" presId="urn:microsoft.com/office/officeart/2005/8/layout/orgChart1"/>
    <dgm:cxn modelId="{A805FF92-D4A0-4E3E-9B50-6549BE454816}" type="presParOf" srcId="{96460041-DDF0-4F9A-A698-60ABAD43A874}" destId="{BDCC030E-0CCC-4C20-A881-A4C5DAC4B565}" srcOrd="0" destOrd="0" presId="urn:microsoft.com/office/officeart/2005/8/layout/orgChart1"/>
    <dgm:cxn modelId="{00621544-657E-4F9C-BFA3-7B2E384F5083}" type="presParOf" srcId="{96460041-DDF0-4F9A-A698-60ABAD43A874}" destId="{BBB5C431-9E72-4284-9477-F4F9628AF6A4}" srcOrd="1" destOrd="0" presId="urn:microsoft.com/office/officeart/2005/8/layout/orgChart1"/>
    <dgm:cxn modelId="{6A028E16-08B2-4C1C-A6B0-71A361D39970}" type="presParOf" srcId="{90342FCC-F19E-4ED6-AC04-F2113F53265E}" destId="{E4F05C15-F146-4BD2-86E2-CFB853625AA8}" srcOrd="1" destOrd="0" presId="urn:microsoft.com/office/officeart/2005/8/layout/orgChart1"/>
    <dgm:cxn modelId="{727C0DD3-2352-4937-95D3-9D4928DA5A4A}" type="presParOf" srcId="{E4F05C15-F146-4BD2-86E2-CFB853625AA8}" destId="{3D62F05F-F026-4BCD-901D-BF05C02C8F8E}" srcOrd="0" destOrd="0" presId="urn:microsoft.com/office/officeart/2005/8/layout/orgChart1"/>
    <dgm:cxn modelId="{992CACBA-8350-4B5C-98B7-7A990BA9DC35}" type="presParOf" srcId="{E4F05C15-F146-4BD2-86E2-CFB853625AA8}" destId="{9582E5C2-BE3A-42F7-97ED-8B18378296A9}" srcOrd="1" destOrd="0" presId="urn:microsoft.com/office/officeart/2005/8/layout/orgChart1"/>
    <dgm:cxn modelId="{BA7A771C-589D-4DEF-BAFB-CC1A25BB647B}" type="presParOf" srcId="{9582E5C2-BE3A-42F7-97ED-8B18378296A9}" destId="{06033ABE-E7FA-4AF9-A14A-BB29314DA8C9}" srcOrd="0" destOrd="0" presId="urn:microsoft.com/office/officeart/2005/8/layout/orgChart1"/>
    <dgm:cxn modelId="{798CA343-DBA4-4752-8824-3706F53C8BE3}" type="presParOf" srcId="{06033ABE-E7FA-4AF9-A14A-BB29314DA8C9}" destId="{F8290507-F119-4EEB-A1C6-A6C7890C6FD6}" srcOrd="0" destOrd="0" presId="urn:microsoft.com/office/officeart/2005/8/layout/orgChart1"/>
    <dgm:cxn modelId="{DF80EF4F-43F1-43EF-8EDF-6D188390DD71}" type="presParOf" srcId="{06033ABE-E7FA-4AF9-A14A-BB29314DA8C9}" destId="{B851BF87-7C42-439A-9384-E86B596612F3}" srcOrd="1" destOrd="0" presId="urn:microsoft.com/office/officeart/2005/8/layout/orgChart1"/>
    <dgm:cxn modelId="{92133293-BC5C-407A-B10C-E5A9E5343951}" type="presParOf" srcId="{9582E5C2-BE3A-42F7-97ED-8B18378296A9}" destId="{F600F355-337B-49DF-A578-6FED08DECB59}" srcOrd="1" destOrd="0" presId="urn:microsoft.com/office/officeart/2005/8/layout/orgChart1"/>
    <dgm:cxn modelId="{3FCC7EE6-4ACC-42B1-A848-2F72847F37B7}" type="presParOf" srcId="{9582E5C2-BE3A-42F7-97ED-8B18378296A9}" destId="{453CB1FA-7D79-4898-AB08-C0F3A7760DCA}" srcOrd="2" destOrd="0" presId="urn:microsoft.com/office/officeart/2005/8/layout/orgChart1"/>
    <dgm:cxn modelId="{CC091F0A-502E-43D5-8CC5-B15AF59A7C0E}" type="presParOf" srcId="{90342FCC-F19E-4ED6-AC04-F2113F53265E}" destId="{CAB9E301-BDF1-421E-AB9A-95AC1CA135B8}" srcOrd="2" destOrd="0" presId="urn:microsoft.com/office/officeart/2005/8/layout/orgChart1"/>
    <dgm:cxn modelId="{0A845A8D-2E17-4E63-95DA-7CFA53CB477F}" type="presParOf" srcId="{1C2C1BC8-2D88-4BCA-B426-6D7BAAFEEF11}" destId="{F422A0BB-FB83-4262-90F0-B0ACA04A0E8C}" srcOrd="14" destOrd="0" presId="urn:microsoft.com/office/officeart/2005/8/layout/orgChart1"/>
    <dgm:cxn modelId="{1901A2E2-3090-456B-B4B3-915D5C6CD0E7}" type="presParOf" srcId="{1C2C1BC8-2D88-4BCA-B426-6D7BAAFEEF11}" destId="{A242A116-F7B5-4653-BB0E-1042DC1024E8}" srcOrd="15" destOrd="0" presId="urn:microsoft.com/office/officeart/2005/8/layout/orgChart1"/>
    <dgm:cxn modelId="{E5B2BB7E-6152-41D0-877C-86A4EF643917}" type="presParOf" srcId="{A242A116-F7B5-4653-BB0E-1042DC1024E8}" destId="{83F322D8-AE6A-4111-8629-35ACA61BF71E}" srcOrd="0" destOrd="0" presId="urn:microsoft.com/office/officeart/2005/8/layout/orgChart1"/>
    <dgm:cxn modelId="{DE0955D9-F252-4AAF-A233-8E5C5E27019F}" type="presParOf" srcId="{83F322D8-AE6A-4111-8629-35ACA61BF71E}" destId="{543884A8-B9B1-496A-ABFA-25179F7FC2A3}" srcOrd="0" destOrd="0" presId="urn:microsoft.com/office/officeart/2005/8/layout/orgChart1"/>
    <dgm:cxn modelId="{1D8C8515-187A-409D-80A1-458BE4313F51}" type="presParOf" srcId="{83F322D8-AE6A-4111-8629-35ACA61BF71E}" destId="{CA59231D-0956-4960-9BFB-1C159BC8066E}" srcOrd="1" destOrd="0" presId="urn:microsoft.com/office/officeart/2005/8/layout/orgChart1"/>
    <dgm:cxn modelId="{FF8777ED-8DBB-459D-9347-7B342420E4C6}" type="presParOf" srcId="{A242A116-F7B5-4653-BB0E-1042DC1024E8}" destId="{8E1F3CCC-CD68-4F71-B451-442F95D4A75A}" srcOrd="1" destOrd="0" presId="urn:microsoft.com/office/officeart/2005/8/layout/orgChart1"/>
    <dgm:cxn modelId="{C2D6458D-173A-4BA0-8E50-9456D53B4AC7}" type="presParOf" srcId="{8E1F3CCC-CD68-4F71-B451-442F95D4A75A}" destId="{6CD15F93-E35E-4310-B959-84D955D50042}" srcOrd="0" destOrd="0" presId="urn:microsoft.com/office/officeart/2005/8/layout/orgChart1"/>
    <dgm:cxn modelId="{04C7BAB1-5FB6-46D8-8B8A-08D7BC0BA5F7}" type="presParOf" srcId="{8E1F3CCC-CD68-4F71-B451-442F95D4A75A}" destId="{B671B99B-7EB3-4273-9D37-B28E162F033E}" srcOrd="1" destOrd="0" presId="urn:microsoft.com/office/officeart/2005/8/layout/orgChart1"/>
    <dgm:cxn modelId="{1A34E7D7-4A70-4DDA-908F-86F7A96DF827}" type="presParOf" srcId="{B671B99B-7EB3-4273-9D37-B28E162F033E}" destId="{DD5E9654-A90A-4826-952A-8EBE1E025C2B}" srcOrd="0" destOrd="0" presId="urn:microsoft.com/office/officeart/2005/8/layout/orgChart1"/>
    <dgm:cxn modelId="{F564D435-D22B-4373-9E7C-3126939C4AED}" type="presParOf" srcId="{DD5E9654-A90A-4826-952A-8EBE1E025C2B}" destId="{06090EB8-0A56-4CA2-BEAC-653C60D973DB}" srcOrd="0" destOrd="0" presId="urn:microsoft.com/office/officeart/2005/8/layout/orgChart1"/>
    <dgm:cxn modelId="{C89DC5C0-9D00-4D85-8C67-AD75FBB85DA4}" type="presParOf" srcId="{DD5E9654-A90A-4826-952A-8EBE1E025C2B}" destId="{324044EF-B3AE-459D-A662-BB5DD2D4ADA4}" srcOrd="1" destOrd="0" presId="urn:microsoft.com/office/officeart/2005/8/layout/orgChart1"/>
    <dgm:cxn modelId="{8D09A90C-C4D6-4722-8316-09FC8A5DFE00}" type="presParOf" srcId="{B671B99B-7EB3-4273-9D37-B28E162F033E}" destId="{60634B49-8960-40FE-8E53-A981B1519E92}" srcOrd="1" destOrd="0" presId="urn:microsoft.com/office/officeart/2005/8/layout/orgChart1"/>
    <dgm:cxn modelId="{3AA2BED6-1760-47D4-A9E3-7DD0986F70B0}" type="presParOf" srcId="{B671B99B-7EB3-4273-9D37-B28E162F033E}" destId="{1C551A65-C056-4C0B-9A5E-8517661B0840}" srcOrd="2" destOrd="0" presId="urn:microsoft.com/office/officeart/2005/8/layout/orgChart1"/>
    <dgm:cxn modelId="{4539CCE9-496B-4065-B932-BF81DC5FE1BF}" type="presParOf" srcId="{A242A116-F7B5-4653-BB0E-1042DC1024E8}" destId="{2F4C2D7D-4428-4EED-8407-D7D85B4DEA43}" srcOrd="2" destOrd="0" presId="urn:microsoft.com/office/officeart/2005/8/layout/orgChart1"/>
    <dgm:cxn modelId="{FF8F969D-19D0-4B1F-A45D-78BF97F5F870}" type="presParOf" srcId="{A26F8A02-8161-4FED-A842-68F8E2298260}" destId="{7379901A-87BC-4C77-B0C8-93BCCE15174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3EB3855-F2F5-4450-9E68-9F15D0170280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933B4C15-51AA-4C7A-8E52-0BDE07C0F779}">
      <dgm:prSet phldrT="[Text]" custT="1"/>
      <dgm:spPr/>
      <dgm:t>
        <a:bodyPr/>
        <a:lstStyle/>
        <a:p>
          <a:r>
            <a:rPr lang="de-DE" sz="1100" err="1"/>
            <a:t>plastics</a:t>
          </a:r>
          <a:endParaRPr lang="de-DE" sz="1100"/>
        </a:p>
      </dgm:t>
    </dgm:pt>
    <dgm:pt modelId="{0DAF6560-FF84-4032-98CD-458626A2DC7A}" type="parTrans" cxnId="{94B74F1B-6B19-4436-94DD-562716ADFCDF}">
      <dgm:prSet/>
      <dgm:spPr/>
      <dgm:t>
        <a:bodyPr/>
        <a:lstStyle/>
        <a:p>
          <a:endParaRPr lang="de-DE"/>
        </a:p>
      </dgm:t>
    </dgm:pt>
    <dgm:pt modelId="{75029050-5EDE-43D6-9F04-EB8FBD746B82}" type="sibTrans" cxnId="{94B74F1B-6B19-4436-94DD-562716ADFCDF}">
      <dgm:prSet/>
      <dgm:spPr/>
      <dgm:t>
        <a:bodyPr/>
        <a:lstStyle/>
        <a:p>
          <a:endParaRPr lang="de-DE"/>
        </a:p>
      </dgm:t>
    </dgm:pt>
    <dgm:pt modelId="{99760861-5069-4575-BCD5-71F21E301FEB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err="1"/>
            <a:t>thermosets</a:t>
          </a:r>
          <a:endParaRPr lang="de-DE" sz="1100"/>
        </a:p>
      </dgm:t>
    </dgm:pt>
    <dgm:pt modelId="{C2CB696A-266F-4163-B639-31B7A03B8459}" type="parTrans" cxnId="{2921343E-87A6-4CAF-80B9-4EA835EE3502}">
      <dgm:prSet/>
      <dgm:spPr/>
      <dgm:t>
        <a:bodyPr/>
        <a:lstStyle/>
        <a:p>
          <a:endParaRPr lang="de-DE" sz="1100"/>
        </a:p>
      </dgm:t>
    </dgm:pt>
    <dgm:pt modelId="{8D5E27F2-0281-440A-8D14-2927D216EB94}" type="sibTrans" cxnId="{2921343E-87A6-4CAF-80B9-4EA835EE3502}">
      <dgm:prSet/>
      <dgm:spPr/>
      <dgm:t>
        <a:bodyPr/>
        <a:lstStyle/>
        <a:p>
          <a:endParaRPr lang="de-DE"/>
        </a:p>
      </dgm:t>
    </dgm:pt>
    <dgm:pt modelId="{95496663-E162-40D9-AC4D-7C7447797A11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err="1"/>
            <a:t>thermoplastics</a:t>
          </a:r>
          <a:endParaRPr lang="de-DE" sz="1100"/>
        </a:p>
      </dgm:t>
    </dgm:pt>
    <dgm:pt modelId="{32DCFF45-4902-41A7-B72A-D37F12635152}" type="parTrans" cxnId="{FE7A7E6D-B439-4F24-865E-5DF76F436A48}">
      <dgm:prSet/>
      <dgm:spPr/>
      <dgm:t>
        <a:bodyPr/>
        <a:lstStyle/>
        <a:p>
          <a:endParaRPr lang="de-DE" sz="1100"/>
        </a:p>
      </dgm:t>
    </dgm:pt>
    <dgm:pt modelId="{FEF59CF5-2F27-4D8F-8072-77856967818C}" type="sibTrans" cxnId="{FE7A7E6D-B439-4F24-865E-5DF76F436A48}">
      <dgm:prSet/>
      <dgm:spPr/>
      <dgm:t>
        <a:bodyPr/>
        <a:lstStyle/>
        <a:p>
          <a:endParaRPr lang="de-DE"/>
        </a:p>
      </dgm:t>
    </dgm:pt>
    <dgm:pt modelId="{F767C8F6-6FF2-47AF-AF0E-7AD35A376658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err="1"/>
            <a:t>elastomers</a:t>
          </a:r>
          <a:endParaRPr lang="de-DE" sz="1100"/>
        </a:p>
      </dgm:t>
    </dgm:pt>
    <dgm:pt modelId="{EE25A600-C77F-4B5F-8B12-DBAF1C43A00B}" type="parTrans" cxnId="{A000B33B-772A-490C-8A9D-781E962E96AC}">
      <dgm:prSet/>
      <dgm:spPr/>
      <dgm:t>
        <a:bodyPr/>
        <a:lstStyle/>
        <a:p>
          <a:endParaRPr lang="de-DE" sz="1100"/>
        </a:p>
      </dgm:t>
    </dgm:pt>
    <dgm:pt modelId="{6DF1129E-DA0F-45FA-A0D1-C01DF120FDB9}" type="sibTrans" cxnId="{A000B33B-772A-490C-8A9D-781E962E96AC}">
      <dgm:prSet/>
      <dgm:spPr/>
      <dgm:t>
        <a:bodyPr/>
        <a:lstStyle/>
        <a:p>
          <a:endParaRPr lang="de-DE"/>
        </a:p>
      </dgm:t>
    </dgm:pt>
    <dgm:pt modelId="{2C459589-314D-4CAB-A8B6-5C64D1829D81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 err="1"/>
            <a:t>polyesters</a:t>
          </a:r>
          <a:endParaRPr lang="de-DE" sz="1100" dirty="0"/>
        </a:p>
      </dgm:t>
    </dgm:pt>
    <dgm:pt modelId="{A46A0FFF-58F5-4869-996B-D73CD9022CD8}" type="parTrans" cxnId="{BDEBE77B-1508-4BD8-ACBD-13B38612275B}">
      <dgm:prSet/>
      <dgm:spPr/>
      <dgm:t>
        <a:bodyPr/>
        <a:lstStyle/>
        <a:p>
          <a:endParaRPr lang="de-DE" sz="1100"/>
        </a:p>
      </dgm:t>
    </dgm:pt>
    <dgm:pt modelId="{C38D05EA-8499-4673-B0FC-4BD8EB21685B}" type="sibTrans" cxnId="{BDEBE77B-1508-4BD8-ACBD-13B38612275B}">
      <dgm:prSet/>
      <dgm:spPr/>
      <dgm:t>
        <a:bodyPr/>
        <a:lstStyle/>
        <a:p>
          <a:endParaRPr lang="de-DE"/>
        </a:p>
      </dgm:t>
    </dgm:pt>
    <dgm:pt modelId="{80FC8C8A-816E-4C67-80C1-D7F9EA4F4CDB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 err="1"/>
            <a:t>silicones</a:t>
          </a:r>
          <a:endParaRPr lang="de-DE" sz="1100" dirty="0"/>
        </a:p>
      </dgm:t>
    </dgm:pt>
    <dgm:pt modelId="{5A52C92D-4B11-4612-B537-6B4252131430}" type="parTrans" cxnId="{4BBF932D-7A4A-4D93-9D03-51DA7AABC382}">
      <dgm:prSet/>
      <dgm:spPr/>
      <dgm:t>
        <a:bodyPr/>
        <a:lstStyle/>
        <a:p>
          <a:endParaRPr lang="de-DE" sz="1100"/>
        </a:p>
      </dgm:t>
    </dgm:pt>
    <dgm:pt modelId="{20554B08-CC54-4A5E-9929-70EF962CA83C}" type="sibTrans" cxnId="{4BBF932D-7A4A-4D93-9D03-51DA7AABC382}">
      <dgm:prSet/>
      <dgm:spPr/>
      <dgm:t>
        <a:bodyPr/>
        <a:lstStyle/>
        <a:p>
          <a:endParaRPr lang="de-DE"/>
        </a:p>
      </dgm:t>
    </dgm:pt>
    <dgm:pt modelId="{1A7B039B-4A5D-488B-90CC-F30E8D7D0CF2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 err="1"/>
            <a:t>melamines</a:t>
          </a:r>
          <a:endParaRPr lang="de-DE" sz="1100" dirty="0"/>
        </a:p>
      </dgm:t>
    </dgm:pt>
    <dgm:pt modelId="{94F9139E-FD5C-43F2-AD61-9C17A38C6CAD}" type="parTrans" cxnId="{7FD89B85-E042-4C3F-B20F-78B2F5ED0551}">
      <dgm:prSet/>
      <dgm:spPr/>
      <dgm:t>
        <a:bodyPr/>
        <a:lstStyle/>
        <a:p>
          <a:endParaRPr lang="de-DE" sz="1100"/>
        </a:p>
      </dgm:t>
    </dgm:pt>
    <dgm:pt modelId="{836947BB-A8C8-464B-AC59-379A99999E93}" type="sibTrans" cxnId="{7FD89B85-E042-4C3F-B20F-78B2F5ED0551}">
      <dgm:prSet/>
      <dgm:spPr/>
      <dgm:t>
        <a:bodyPr/>
        <a:lstStyle/>
        <a:p>
          <a:endParaRPr lang="de-DE"/>
        </a:p>
      </dgm:t>
    </dgm:pt>
    <dgm:pt modelId="{5643B45F-1437-4D50-A3D7-5DD3A38BD762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 err="1"/>
            <a:t>polyurethanes</a:t>
          </a:r>
          <a:endParaRPr lang="de-DE" sz="1100" dirty="0"/>
        </a:p>
      </dgm:t>
    </dgm:pt>
    <dgm:pt modelId="{7910D8C3-B924-4772-BD20-BA1759984CC1}" type="parTrans" cxnId="{61DED093-E90B-4F96-9720-61FE0A0034D8}">
      <dgm:prSet/>
      <dgm:spPr/>
      <dgm:t>
        <a:bodyPr/>
        <a:lstStyle/>
        <a:p>
          <a:endParaRPr lang="de-DE" sz="1100"/>
        </a:p>
      </dgm:t>
    </dgm:pt>
    <dgm:pt modelId="{82297B69-DD4F-48E6-A5FD-FEEEFD7A0ACB}" type="sibTrans" cxnId="{61DED093-E90B-4F96-9720-61FE0A0034D8}">
      <dgm:prSet/>
      <dgm:spPr/>
      <dgm:t>
        <a:bodyPr/>
        <a:lstStyle/>
        <a:p>
          <a:endParaRPr lang="de-DE"/>
        </a:p>
      </dgm:t>
    </dgm:pt>
    <dgm:pt modelId="{E8FEDB4D-ED79-413D-9B49-A2C57E9AECD3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 err="1"/>
            <a:t>epoxys</a:t>
          </a:r>
          <a:endParaRPr lang="de-DE" sz="1100" dirty="0"/>
        </a:p>
      </dgm:t>
    </dgm:pt>
    <dgm:pt modelId="{F72A1D78-2952-41E4-954F-6BF7BFAD99A0}" type="parTrans" cxnId="{838987B0-0E42-43D9-A356-94DB72D4F619}">
      <dgm:prSet/>
      <dgm:spPr/>
      <dgm:t>
        <a:bodyPr/>
        <a:lstStyle/>
        <a:p>
          <a:endParaRPr lang="de-DE" sz="1100"/>
        </a:p>
      </dgm:t>
    </dgm:pt>
    <dgm:pt modelId="{1A586F44-76EC-43E9-BB2C-672A5F0C41C7}" type="sibTrans" cxnId="{838987B0-0E42-43D9-A356-94DB72D4F619}">
      <dgm:prSet/>
      <dgm:spPr/>
      <dgm:t>
        <a:bodyPr/>
        <a:lstStyle/>
        <a:p>
          <a:endParaRPr lang="de-DE"/>
        </a:p>
      </dgm:t>
    </dgm:pt>
    <dgm:pt modelId="{4DC42CA2-2FF0-4DB4-B1E8-DAAA47D5AD5E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 err="1"/>
            <a:t>urea</a:t>
          </a:r>
          <a:br>
            <a:rPr lang="de-DE" sz="1100" dirty="0"/>
          </a:br>
          <a:r>
            <a:rPr lang="de-DE" sz="1100" dirty="0" err="1"/>
            <a:t>Formaldehydes</a:t>
          </a:r>
          <a:endParaRPr lang="de-DE" sz="1100" dirty="0"/>
        </a:p>
      </dgm:t>
    </dgm:pt>
    <dgm:pt modelId="{91F064B5-2919-4EDF-B141-3BC308AE1E65}" type="parTrans" cxnId="{8C3BCF90-23FC-4488-AC44-5DD48841F661}">
      <dgm:prSet/>
      <dgm:spPr/>
      <dgm:t>
        <a:bodyPr/>
        <a:lstStyle/>
        <a:p>
          <a:endParaRPr lang="de-DE" sz="1100"/>
        </a:p>
      </dgm:t>
    </dgm:pt>
    <dgm:pt modelId="{168944CA-864B-4402-B927-9EF14A5EBC88}" type="sibTrans" cxnId="{8C3BCF90-23FC-4488-AC44-5DD48841F661}">
      <dgm:prSet/>
      <dgm:spPr/>
      <dgm:t>
        <a:bodyPr/>
        <a:lstStyle/>
        <a:p>
          <a:endParaRPr lang="de-DE"/>
        </a:p>
      </dgm:t>
    </dgm:pt>
    <dgm:pt modelId="{1ED0C583-E091-45D1-BD41-4929423C7A0A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err="1"/>
            <a:t>polyolefines</a:t>
          </a:r>
          <a:endParaRPr lang="de-DE" sz="1100"/>
        </a:p>
      </dgm:t>
    </dgm:pt>
    <dgm:pt modelId="{3113069A-EB5B-426C-B1F3-A90426E18DF7}" type="parTrans" cxnId="{AF847010-4481-436A-AFF0-945574CA9FE6}">
      <dgm:prSet/>
      <dgm:spPr/>
      <dgm:t>
        <a:bodyPr/>
        <a:lstStyle/>
        <a:p>
          <a:endParaRPr lang="de-DE" sz="1100"/>
        </a:p>
      </dgm:t>
    </dgm:pt>
    <dgm:pt modelId="{D5BD7994-FCAD-4B31-9EEE-A729C4E73E2F}" type="sibTrans" cxnId="{AF847010-4481-436A-AFF0-945574CA9FE6}">
      <dgm:prSet/>
      <dgm:spPr/>
      <dgm:t>
        <a:bodyPr/>
        <a:lstStyle/>
        <a:p>
          <a:endParaRPr lang="de-DE"/>
        </a:p>
      </dgm:t>
    </dgm:pt>
    <dgm:pt modelId="{DE365D11-750A-4B14-9785-5F3674245DAD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err="1"/>
            <a:t>vinylchloride</a:t>
          </a:r>
          <a:br>
            <a:rPr lang="de-DE" sz="1100"/>
          </a:br>
          <a:r>
            <a:rPr lang="de-DE" sz="1100"/>
            <a:t>polymeres</a:t>
          </a:r>
        </a:p>
      </dgm:t>
    </dgm:pt>
    <dgm:pt modelId="{65C9AC73-3442-41DB-A543-21B8F804C67D}" type="parTrans" cxnId="{BCB68C7D-9BDC-429A-A237-C1DF186F6C62}">
      <dgm:prSet/>
      <dgm:spPr/>
      <dgm:t>
        <a:bodyPr/>
        <a:lstStyle/>
        <a:p>
          <a:endParaRPr lang="de-DE" sz="1100"/>
        </a:p>
      </dgm:t>
    </dgm:pt>
    <dgm:pt modelId="{64E21B43-3415-410B-8050-19D81A53905B}" type="sibTrans" cxnId="{BCB68C7D-9BDC-429A-A237-C1DF186F6C62}">
      <dgm:prSet/>
      <dgm:spPr/>
      <dgm:t>
        <a:bodyPr/>
        <a:lstStyle/>
        <a:p>
          <a:endParaRPr lang="de-DE"/>
        </a:p>
      </dgm:t>
    </dgm:pt>
    <dgm:pt modelId="{587EE1A5-D757-4238-B442-5F364BB3BCB0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 err="1"/>
            <a:t>polyamides</a:t>
          </a:r>
          <a:endParaRPr lang="de-DE" sz="1100" dirty="0"/>
        </a:p>
      </dgm:t>
    </dgm:pt>
    <dgm:pt modelId="{F3F82D95-F0CE-4575-9273-5E0E2B0083ED}" type="parTrans" cxnId="{A2B257EF-2A91-4904-80C1-D32E667897D3}">
      <dgm:prSet/>
      <dgm:spPr/>
      <dgm:t>
        <a:bodyPr/>
        <a:lstStyle/>
        <a:p>
          <a:endParaRPr lang="de-DE" sz="1100"/>
        </a:p>
      </dgm:t>
    </dgm:pt>
    <dgm:pt modelId="{26477181-A3F8-4C3C-9ECD-B73BB33BF278}" type="sibTrans" cxnId="{A2B257EF-2A91-4904-80C1-D32E667897D3}">
      <dgm:prSet/>
      <dgm:spPr/>
      <dgm:t>
        <a:bodyPr/>
        <a:lstStyle/>
        <a:p>
          <a:endParaRPr lang="de-DE"/>
        </a:p>
      </dgm:t>
    </dgm:pt>
    <dgm:pt modelId="{73C07A6A-5FBF-48A1-BAAC-3EAA24F805C4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 err="1"/>
            <a:t>polystyrenes</a:t>
          </a:r>
          <a:endParaRPr lang="de-DE" sz="1100" dirty="0"/>
        </a:p>
      </dgm:t>
    </dgm:pt>
    <dgm:pt modelId="{0CF86241-6F73-4837-908A-F86811304356}" type="parTrans" cxnId="{D392961C-B9B3-47FA-879F-CEACF9397159}">
      <dgm:prSet/>
      <dgm:spPr/>
      <dgm:t>
        <a:bodyPr/>
        <a:lstStyle/>
        <a:p>
          <a:endParaRPr lang="de-DE" sz="1100"/>
        </a:p>
      </dgm:t>
    </dgm:pt>
    <dgm:pt modelId="{D98B7DA6-22BF-4AFF-BF4D-F22F05626083}" type="sibTrans" cxnId="{D392961C-B9B3-47FA-879F-CEACF9397159}">
      <dgm:prSet/>
      <dgm:spPr/>
      <dgm:t>
        <a:bodyPr/>
        <a:lstStyle/>
        <a:p>
          <a:endParaRPr lang="de-DE"/>
        </a:p>
      </dgm:t>
    </dgm:pt>
    <dgm:pt modelId="{B9F52482-A3C0-4A8C-B19F-40EA24D86CC4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dirty="0" err="1"/>
            <a:t>biodegradable</a:t>
          </a:r>
          <a:br>
            <a:rPr lang="de-DE" sz="1100" dirty="0"/>
          </a:br>
          <a:r>
            <a:rPr lang="de-DE" sz="1100" dirty="0"/>
            <a:t>Plastics</a:t>
          </a:r>
        </a:p>
      </dgm:t>
    </dgm:pt>
    <dgm:pt modelId="{24707595-2DE6-46DD-994B-025AC2DAFDB0}" type="parTrans" cxnId="{71F19247-31D5-4593-AEBB-BAD3CF25DC71}">
      <dgm:prSet/>
      <dgm:spPr/>
      <dgm:t>
        <a:bodyPr/>
        <a:lstStyle/>
        <a:p>
          <a:endParaRPr lang="de-DE" sz="1100"/>
        </a:p>
      </dgm:t>
    </dgm:pt>
    <dgm:pt modelId="{F1DDF835-F8BA-4A80-8D40-E8EAFC0FAF49}" type="sibTrans" cxnId="{71F19247-31D5-4593-AEBB-BAD3CF25DC71}">
      <dgm:prSet/>
      <dgm:spPr/>
      <dgm:t>
        <a:bodyPr/>
        <a:lstStyle/>
        <a:p>
          <a:endParaRPr lang="de-DE"/>
        </a:p>
      </dgm:t>
    </dgm:pt>
    <dgm:pt modelId="{A28224C2-D41C-4FC0-8C06-A014F7ED20E0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 err="1"/>
            <a:t>rubberBased</a:t>
          </a:r>
          <a:endParaRPr lang="de-DE" sz="1100" dirty="0"/>
        </a:p>
      </dgm:t>
    </dgm:pt>
    <dgm:pt modelId="{7C7DA959-6652-450C-9EE0-714ABB293B46}" type="parTrans" cxnId="{4C2F37BC-9FC6-462F-A324-5037CFAB74C1}">
      <dgm:prSet/>
      <dgm:spPr/>
      <dgm:t>
        <a:bodyPr/>
        <a:lstStyle/>
        <a:p>
          <a:endParaRPr lang="de-DE" sz="1100"/>
        </a:p>
      </dgm:t>
    </dgm:pt>
    <dgm:pt modelId="{C6AEF2CB-E249-4D2F-811E-AD2F07EC4364}" type="sibTrans" cxnId="{4C2F37BC-9FC6-462F-A324-5037CFAB74C1}">
      <dgm:prSet/>
      <dgm:spPr/>
      <dgm:t>
        <a:bodyPr/>
        <a:lstStyle/>
        <a:p>
          <a:endParaRPr lang="de-DE"/>
        </a:p>
      </dgm:t>
    </dgm:pt>
    <dgm:pt modelId="{D8C822D7-99E0-411B-B075-857D82D143FD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 err="1"/>
            <a:t>polylacticAcids</a:t>
          </a:r>
          <a:endParaRPr lang="de-DE" sz="1100" dirty="0"/>
        </a:p>
      </dgm:t>
    </dgm:pt>
    <dgm:pt modelId="{1F214E2A-70F1-45B8-9E2D-36506760C095}" type="parTrans" cxnId="{92303714-6D7D-4A59-A7BC-4CC7C86668CD}">
      <dgm:prSet/>
      <dgm:spPr/>
      <dgm:t>
        <a:bodyPr/>
        <a:lstStyle/>
        <a:p>
          <a:endParaRPr lang="de-DE" sz="1100"/>
        </a:p>
      </dgm:t>
    </dgm:pt>
    <dgm:pt modelId="{581E17E5-CB52-4BED-AD2B-6C4D2645F974}" type="sibTrans" cxnId="{92303714-6D7D-4A59-A7BC-4CC7C86668CD}">
      <dgm:prSet/>
      <dgm:spPr/>
      <dgm:t>
        <a:bodyPr/>
        <a:lstStyle/>
        <a:p>
          <a:endParaRPr lang="de-DE"/>
        </a:p>
      </dgm:t>
    </dgm:pt>
    <dgm:pt modelId="{EC1254BE-50C0-4665-8577-89D2FD74F824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err="1"/>
            <a:t>starchBased</a:t>
          </a:r>
          <a:endParaRPr lang="de-DE" sz="1100"/>
        </a:p>
      </dgm:t>
    </dgm:pt>
    <dgm:pt modelId="{1DFF4E93-1AE4-4F2B-AFD5-DF661B7FE6E4}" type="parTrans" cxnId="{9F218997-C7B4-4342-AFC1-426032C089FE}">
      <dgm:prSet/>
      <dgm:spPr/>
      <dgm:t>
        <a:bodyPr/>
        <a:lstStyle/>
        <a:p>
          <a:endParaRPr lang="de-DE" sz="1100"/>
        </a:p>
      </dgm:t>
    </dgm:pt>
    <dgm:pt modelId="{59C1FEB4-33DF-4BB4-8648-DB1A4307FD17}" type="sibTrans" cxnId="{9F218997-C7B4-4342-AFC1-426032C089FE}">
      <dgm:prSet/>
      <dgm:spPr/>
      <dgm:t>
        <a:bodyPr/>
        <a:lstStyle/>
        <a:p>
          <a:endParaRPr lang="de-DE"/>
        </a:p>
      </dgm:t>
    </dgm:pt>
    <dgm:pt modelId="{00E7A7E4-7484-4364-B69D-6E34FE82EFF0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 err="1"/>
            <a:t>celluloseBased</a:t>
          </a:r>
          <a:endParaRPr lang="de-DE" sz="1100" dirty="0"/>
        </a:p>
      </dgm:t>
    </dgm:pt>
    <dgm:pt modelId="{44144351-E0FD-4627-B8B2-CB33EC20C37E}" type="parTrans" cxnId="{4470A97D-703A-4D78-9F31-B2DE9F792D0B}">
      <dgm:prSet/>
      <dgm:spPr/>
      <dgm:t>
        <a:bodyPr/>
        <a:lstStyle/>
        <a:p>
          <a:endParaRPr lang="de-DE" sz="1100"/>
        </a:p>
      </dgm:t>
    </dgm:pt>
    <dgm:pt modelId="{ACA9D713-A9B1-4B70-8A26-C89454116CC1}" type="sibTrans" cxnId="{4470A97D-703A-4D78-9F31-B2DE9F792D0B}">
      <dgm:prSet/>
      <dgm:spPr/>
      <dgm:t>
        <a:bodyPr/>
        <a:lstStyle/>
        <a:p>
          <a:endParaRPr lang="de-DE"/>
        </a:p>
      </dgm:t>
    </dgm:pt>
    <dgm:pt modelId="{71695F6A-F92F-4374-A7B9-1EB08727944E}">
      <dgm:prSet phldrT="[Text]" custT="1"/>
      <dgm:spPr>
        <a:solidFill>
          <a:srgbClr val="000066">
            <a:lumMod val="75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6985" tIns="6985" rIns="6985" bIns="6985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brominated</a:t>
          </a:r>
          <a:br>
            <a:rPr lang="de-DE" sz="11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</a:br>
          <a:r>
            <a:rPr lang="de-DE" sz="11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Plastics2</a:t>
          </a:r>
        </a:p>
      </dgm:t>
    </dgm:pt>
    <dgm:pt modelId="{D9CF3A36-3919-4DAF-9D0F-65EDF2A2227C}" type="parTrans" cxnId="{032A2236-EB33-40ED-B101-D0734AB153AE}">
      <dgm:prSet/>
      <dgm:spPr/>
      <dgm:t>
        <a:bodyPr/>
        <a:lstStyle/>
        <a:p>
          <a:endParaRPr lang="de-DE"/>
        </a:p>
      </dgm:t>
    </dgm:pt>
    <dgm:pt modelId="{CA8C9F84-9BFF-4658-842B-E4D282CE7136}" type="sibTrans" cxnId="{032A2236-EB33-40ED-B101-D0734AB153AE}">
      <dgm:prSet/>
      <dgm:spPr/>
      <dgm:t>
        <a:bodyPr/>
        <a:lstStyle/>
        <a:p>
          <a:endParaRPr lang="de-DE"/>
        </a:p>
      </dgm:t>
    </dgm:pt>
    <dgm:pt modelId="{A0ACA73A-D4ED-4BA6-A745-0A544D61897C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 err="1"/>
            <a:t>other</a:t>
          </a:r>
          <a:br>
            <a:rPr lang="de-DE" sz="1100" dirty="0"/>
          </a:br>
          <a:r>
            <a:rPr lang="de-DE" sz="1100" dirty="0"/>
            <a:t>Thermoplastics</a:t>
          </a:r>
        </a:p>
      </dgm:t>
    </dgm:pt>
    <dgm:pt modelId="{8C3A5CD0-9806-40DE-93AE-FD02E750019B}" type="parTrans" cxnId="{7F2789FF-C24B-463C-A6F3-8FEDB6E5254B}">
      <dgm:prSet/>
      <dgm:spPr/>
      <dgm:t>
        <a:bodyPr/>
        <a:lstStyle/>
        <a:p>
          <a:endParaRPr lang="de-DE"/>
        </a:p>
      </dgm:t>
    </dgm:pt>
    <dgm:pt modelId="{2545C625-186F-49B8-9106-FF6C49594D21}" type="sibTrans" cxnId="{7F2789FF-C24B-463C-A6F3-8FEDB6E5254B}">
      <dgm:prSet/>
      <dgm:spPr/>
      <dgm:t>
        <a:bodyPr/>
        <a:lstStyle/>
        <a:p>
          <a:endParaRPr lang="de-DE"/>
        </a:p>
      </dgm:t>
    </dgm:pt>
    <dgm:pt modelId="{913A8E3D-B7F2-48CC-9B15-91F9742FFBEB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 err="1"/>
            <a:t>other</a:t>
          </a:r>
          <a:br>
            <a:rPr lang="de-DE" sz="1100" dirty="0"/>
          </a:br>
          <a:r>
            <a:rPr lang="de-DE" sz="1100" dirty="0" err="1"/>
            <a:t>Biodegradable</a:t>
          </a:r>
          <a:br>
            <a:rPr lang="de-DE" sz="1100" dirty="0"/>
          </a:br>
          <a:r>
            <a:rPr lang="de-DE" sz="1100" dirty="0"/>
            <a:t>Plastics</a:t>
          </a:r>
        </a:p>
      </dgm:t>
    </dgm:pt>
    <dgm:pt modelId="{5B5ABD68-77E2-4136-AA18-06E797079C41}" type="parTrans" cxnId="{AA28BE28-1114-4306-A86E-9E7A2F509D94}">
      <dgm:prSet/>
      <dgm:spPr/>
      <dgm:t>
        <a:bodyPr/>
        <a:lstStyle/>
        <a:p>
          <a:endParaRPr lang="de-DE"/>
        </a:p>
      </dgm:t>
    </dgm:pt>
    <dgm:pt modelId="{82693DC8-472F-45B7-B4B0-F792DAE5BC95}" type="sibTrans" cxnId="{AA28BE28-1114-4306-A86E-9E7A2F509D94}">
      <dgm:prSet/>
      <dgm:spPr/>
      <dgm:t>
        <a:bodyPr/>
        <a:lstStyle/>
        <a:p>
          <a:endParaRPr lang="de-DE"/>
        </a:p>
      </dgm:t>
    </dgm:pt>
    <dgm:pt modelId="{ACAB47D0-3A97-4CAE-9385-1FDE44253640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 err="1"/>
            <a:t>other</a:t>
          </a:r>
          <a:br>
            <a:rPr lang="de-DE" sz="1100" dirty="0"/>
          </a:br>
          <a:r>
            <a:rPr lang="de-DE" sz="1100" dirty="0"/>
            <a:t>Thermosets</a:t>
          </a:r>
        </a:p>
      </dgm:t>
    </dgm:pt>
    <dgm:pt modelId="{0495B2E8-9FA4-42EF-AC0B-99726E1EFCC4}" type="parTrans" cxnId="{0D049264-AEE8-4932-AA88-D190B027BB85}">
      <dgm:prSet/>
      <dgm:spPr/>
      <dgm:t>
        <a:bodyPr/>
        <a:lstStyle/>
        <a:p>
          <a:endParaRPr lang="de-DE"/>
        </a:p>
      </dgm:t>
    </dgm:pt>
    <dgm:pt modelId="{AB59836A-1BF8-48FB-8E43-FF68C7E5E83C}" type="sibTrans" cxnId="{0D049264-AEE8-4932-AA88-D190B027BB85}">
      <dgm:prSet/>
      <dgm:spPr/>
      <dgm:t>
        <a:bodyPr/>
        <a:lstStyle/>
        <a:p>
          <a:endParaRPr lang="de-DE"/>
        </a:p>
      </dgm:t>
    </dgm:pt>
    <dgm:pt modelId="{5C1E1453-42B1-450B-9CF0-5E3FC680C8A4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 err="1"/>
            <a:t>otherElastomers</a:t>
          </a:r>
          <a:endParaRPr lang="de-DE" sz="1100" dirty="0"/>
        </a:p>
      </dgm:t>
    </dgm:pt>
    <dgm:pt modelId="{7B19C791-94FC-401D-A56D-FBEFDD95A219}" type="parTrans" cxnId="{9E1CB584-DBC7-4606-B4D2-90AC0E68651F}">
      <dgm:prSet/>
      <dgm:spPr/>
      <dgm:t>
        <a:bodyPr/>
        <a:lstStyle/>
        <a:p>
          <a:endParaRPr lang="de-DE"/>
        </a:p>
      </dgm:t>
    </dgm:pt>
    <dgm:pt modelId="{1F0796E3-322D-45D5-83A8-5ABBAE78A4C4}" type="sibTrans" cxnId="{9E1CB584-DBC7-4606-B4D2-90AC0E68651F}">
      <dgm:prSet/>
      <dgm:spPr/>
      <dgm:t>
        <a:bodyPr/>
        <a:lstStyle/>
        <a:p>
          <a:endParaRPr lang="de-DE"/>
        </a:p>
      </dgm:t>
    </dgm:pt>
    <dgm:pt modelId="{E8AF8FC9-60FC-47E5-A374-C90B52F4E3DD}">
      <dgm:prSet phldrT="[Text]" custT="1"/>
      <dgm:spPr>
        <a:solidFill>
          <a:srgbClr val="000066">
            <a:lumMod val="60000"/>
            <a:lumOff val="40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6985" tIns="6985" rIns="6985" bIns="6985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brominated</a:t>
          </a:r>
          <a:br>
            <a:rPr lang="de-DE" sz="11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</a:br>
          <a:r>
            <a:rPr lang="de-DE" sz="11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Plastics3</a:t>
          </a:r>
        </a:p>
      </dgm:t>
    </dgm:pt>
    <dgm:pt modelId="{BED449AB-13C4-46A7-91D6-802185916B12}" type="parTrans" cxnId="{09781310-66BE-4FFA-BC42-64835100D63D}">
      <dgm:prSet/>
      <dgm:spPr/>
      <dgm:t>
        <a:bodyPr/>
        <a:lstStyle/>
        <a:p>
          <a:endParaRPr lang="de-DE"/>
        </a:p>
      </dgm:t>
    </dgm:pt>
    <dgm:pt modelId="{301275C1-72B4-4B6E-B377-3E8F5285A09A}" type="sibTrans" cxnId="{09781310-66BE-4FFA-BC42-64835100D63D}">
      <dgm:prSet/>
      <dgm:spPr/>
      <dgm:t>
        <a:bodyPr/>
        <a:lstStyle/>
        <a:p>
          <a:endParaRPr lang="de-DE"/>
        </a:p>
      </dgm:t>
    </dgm:pt>
    <dgm:pt modelId="{C27901C1-8844-4EA1-8A7D-4FABD5FC739E}" type="pres">
      <dgm:prSet presAssocID="{63EB3855-F2F5-4450-9E68-9F15D017028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301A755-044A-4637-9817-95AB711BE5CC}" type="pres">
      <dgm:prSet presAssocID="{933B4C15-51AA-4C7A-8E52-0BDE07C0F779}" presName="hierRoot1" presStyleCnt="0">
        <dgm:presLayoutVars>
          <dgm:hierBranch val="init"/>
        </dgm:presLayoutVars>
      </dgm:prSet>
      <dgm:spPr/>
    </dgm:pt>
    <dgm:pt modelId="{D076BE83-FCB7-462C-A4CB-D914D5808367}" type="pres">
      <dgm:prSet presAssocID="{933B4C15-51AA-4C7A-8E52-0BDE07C0F779}" presName="rootComposite1" presStyleCnt="0"/>
      <dgm:spPr/>
    </dgm:pt>
    <dgm:pt modelId="{95F39F22-1A5D-4C91-BF64-30751E196490}" type="pres">
      <dgm:prSet presAssocID="{933B4C15-51AA-4C7A-8E52-0BDE07C0F779}" presName="rootText1" presStyleLbl="node0" presStyleIdx="0" presStyleCnt="1">
        <dgm:presLayoutVars>
          <dgm:chPref val="3"/>
        </dgm:presLayoutVars>
      </dgm:prSet>
      <dgm:spPr/>
    </dgm:pt>
    <dgm:pt modelId="{79650B34-E2A6-44C2-8106-8675CDD1297C}" type="pres">
      <dgm:prSet presAssocID="{933B4C15-51AA-4C7A-8E52-0BDE07C0F779}" presName="rootConnector1" presStyleLbl="node1" presStyleIdx="0" presStyleCnt="0"/>
      <dgm:spPr/>
    </dgm:pt>
    <dgm:pt modelId="{ECFA7939-7166-43FA-857A-2747D4B44BAC}" type="pres">
      <dgm:prSet presAssocID="{933B4C15-51AA-4C7A-8E52-0BDE07C0F779}" presName="hierChild2" presStyleCnt="0"/>
      <dgm:spPr/>
    </dgm:pt>
    <dgm:pt modelId="{A19872BA-01C5-469C-BEAC-20AF17A8494E}" type="pres">
      <dgm:prSet presAssocID="{32DCFF45-4902-41A7-B72A-D37F12635152}" presName="Name37" presStyleLbl="parChTrans1D2" presStyleIdx="0" presStyleCnt="5"/>
      <dgm:spPr/>
    </dgm:pt>
    <dgm:pt modelId="{56D74875-D04D-4D35-8F23-348983C12683}" type="pres">
      <dgm:prSet presAssocID="{95496663-E162-40D9-AC4D-7C7447797A11}" presName="hierRoot2" presStyleCnt="0">
        <dgm:presLayoutVars>
          <dgm:hierBranch val="r"/>
        </dgm:presLayoutVars>
      </dgm:prSet>
      <dgm:spPr/>
    </dgm:pt>
    <dgm:pt modelId="{8AEDE96E-8036-487B-A2AC-845D3320D686}" type="pres">
      <dgm:prSet presAssocID="{95496663-E162-40D9-AC4D-7C7447797A11}" presName="rootComposite" presStyleCnt="0"/>
      <dgm:spPr/>
    </dgm:pt>
    <dgm:pt modelId="{6C21F1A3-A75D-409D-96DC-AFFB85C4229D}" type="pres">
      <dgm:prSet presAssocID="{95496663-E162-40D9-AC4D-7C7447797A11}" presName="rootText" presStyleLbl="node2" presStyleIdx="0" presStyleCnt="5">
        <dgm:presLayoutVars>
          <dgm:chPref val="3"/>
        </dgm:presLayoutVars>
      </dgm:prSet>
      <dgm:spPr/>
    </dgm:pt>
    <dgm:pt modelId="{7F340D57-0D8B-470E-B271-83486852D1E2}" type="pres">
      <dgm:prSet presAssocID="{95496663-E162-40D9-AC4D-7C7447797A11}" presName="rootConnector" presStyleLbl="node2" presStyleIdx="0" presStyleCnt="5"/>
      <dgm:spPr/>
    </dgm:pt>
    <dgm:pt modelId="{CE69B059-550E-4213-B921-E86B209B58B3}" type="pres">
      <dgm:prSet presAssocID="{95496663-E162-40D9-AC4D-7C7447797A11}" presName="hierChild4" presStyleCnt="0"/>
      <dgm:spPr/>
    </dgm:pt>
    <dgm:pt modelId="{9B3A6B51-03AE-4561-A95F-8525D75E28A1}" type="pres">
      <dgm:prSet presAssocID="{3113069A-EB5B-426C-B1F3-A90426E18DF7}" presName="Name50" presStyleLbl="parChTrans1D3" presStyleIdx="0" presStyleCnt="19"/>
      <dgm:spPr/>
    </dgm:pt>
    <dgm:pt modelId="{2B34D696-2B66-4D27-8B59-9996184C7F81}" type="pres">
      <dgm:prSet presAssocID="{1ED0C583-E091-45D1-BD41-4929423C7A0A}" presName="hierRoot2" presStyleCnt="0">
        <dgm:presLayoutVars>
          <dgm:hierBranch val="r"/>
        </dgm:presLayoutVars>
      </dgm:prSet>
      <dgm:spPr/>
    </dgm:pt>
    <dgm:pt modelId="{AAA7C0C8-C37F-4813-9750-D9E44EEE571F}" type="pres">
      <dgm:prSet presAssocID="{1ED0C583-E091-45D1-BD41-4929423C7A0A}" presName="rootComposite" presStyleCnt="0"/>
      <dgm:spPr/>
    </dgm:pt>
    <dgm:pt modelId="{D5EA9A43-97F7-4F74-B403-68607B5F50A6}" type="pres">
      <dgm:prSet presAssocID="{1ED0C583-E091-45D1-BD41-4929423C7A0A}" presName="rootText" presStyleLbl="node3" presStyleIdx="0" presStyleCnt="19">
        <dgm:presLayoutVars>
          <dgm:chPref val="3"/>
        </dgm:presLayoutVars>
      </dgm:prSet>
      <dgm:spPr/>
    </dgm:pt>
    <dgm:pt modelId="{8CD90173-FC94-496C-BAF6-651E022F3DA7}" type="pres">
      <dgm:prSet presAssocID="{1ED0C583-E091-45D1-BD41-4929423C7A0A}" presName="rootConnector" presStyleLbl="node3" presStyleIdx="0" presStyleCnt="19"/>
      <dgm:spPr/>
    </dgm:pt>
    <dgm:pt modelId="{F1F9DBD0-0BDE-4B15-A54F-C0D15D503242}" type="pres">
      <dgm:prSet presAssocID="{1ED0C583-E091-45D1-BD41-4929423C7A0A}" presName="hierChild4" presStyleCnt="0"/>
      <dgm:spPr/>
    </dgm:pt>
    <dgm:pt modelId="{164C86B3-66AF-4C3B-8C56-7A6608DD3E93}" type="pres">
      <dgm:prSet presAssocID="{1ED0C583-E091-45D1-BD41-4929423C7A0A}" presName="hierChild5" presStyleCnt="0"/>
      <dgm:spPr/>
    </dgm:pt>
    <dgm:pt modelId="{5B56D1A9-7634-42AD-8DBA-06598BE14570}" type="pres">
      <dgm:prSet presAssocID="{65C9AC73-3442-41DB-A543-21B8F804C67D}" presName="Name50" presStyleLbl="parChTrans1D3" presStyleIdx="1" presStyleCnt="19"/>
      <dgm:spPr/>
    </dgm:pt>
    <dgm:pt modelId="{3DAD1DE6-D1E4-412F-BD3F-CF19189CDCA7}" type="pres">
      <dgm:prSet presAssocID="{DE365D11-750A-4B14-9785-5F3674245DAD}" presName="hierRoot2" presStyleCnt="0">
        <dgm:presLayoutVars>
          <dgm:hierBranch val="init"/>
        </dgm:presLayoutVars>
      </dgm:prSet>
      <dgm:spPr/>
    </dgm:pt>
    <dgm:pt modelId="{33A124CE-0A07-4E89-8B12-942FCA636457}" type="pres">
      <dgm:prSet presAssocID="{DE365D11-750A-4B14-9785-5F3674245DAD}" presName="rootComposite" presStyleCnt="0"/>
      <dgm:spPr/>
    </dgm:pt>
    <dgm:pt modelId="{FD570AC1-5925-4550-B065-E0FE8F3821E0}" type="pres">
      <dgm:prSet presAssocID="{DE365D11-750A-4B14-9785-5F3674245DAD}" presName="rootText" presStyleLbl="node3" presStyleIdx="1" presStyleCnt="19">
        <dgm:presLayoutVars>
          <dgm:chPref val="3"/>
        </dgm:presLayoutVars>
      </dgm:prSet>
      <dgm:spPr/>
    </dgm:pt>
    <dgm:pt modelId="{86C00266-8724-4799-95E4-2D4029C91AF6}" type="pres">
      <dgm:prSet presAssocID="{DE365D11-750A-4B14-9785-5F3674245DAD}" presName="rootConnector" presStyleLbl="node3" presStyleIdx="1" presStyleCnt="19"/>
      <dgm:spPr/>
    </dgm:pt>
    <dgm:pt modelId="{2A62371B-8FDB-4226-A9E5-27363AB607C9}" type="pres">
      <dgm:prSet presAssocID="{DE365D11-750A-4B14-9785-5F3674245DAD}" presName="hierChild4" presStyleCnt="0"/>
      <dgm:spPr/>
    </dgm:pt>
    <dgm:pt modelId="{69508F1A-6B0D-4A70-94CD-EAEDD7722D03}" type="pres">
      <dgm:prSet presAssocID="{DE365D11-750A-4B14-9785-5F3674245DAD}" presName="hierChild5" presStyleCnt="0"/>
      <dgm:spPr/>
    </dgm:pt>
    <dgm:pt modelId="{A60C4CA2-235C-4E0F-B631-70C30F07037A}" type="pres">
      <dgm:prSet presAssocID="{0CF86241-6F73-4837-908A-F86811304356}" presName="Name50" presStyleLbl="parChTrans1D3" presStyleIdx="2" presStyleCnt="19"/>
      <dgm:spPr/>
    </dgm:pt>
    <dgm:pt modelId="{10C7924E-01E2-4CE2-B8BF-FD34B35587A7}" type="pres">
      <dgm:prSet presAssocID="{73C07A6A-5FBF-48A1-BAAC-3EAA24F805C4}" presName="hierRoot2" presStyleCnt="0">
        <dgm:presLayoutVars>
          <dgm:hierBranch val="init"/>
        </dgm:presLayoutVars>
      </dgm:prSet>
      <dgm:spPr/>
    </dgm:pt>
    <dgm:pt modelId="{F23D290E-A18C-4F49-A747-A1BC96C66705}" type="pres">
      <dgm:prSet presAssocID="{73C07A6A-5FBF-48A1-BAAC-3EAA24F805C4}" presName="rootComposite" presStyleCnt="0"/>
      <dgm:spPr/>
    </dgm:pt>
    <dgm:pt modelId="{233A7C8C-46A3-4F7E-ADAA-B246FAA11388}" type="pres">
      <dgm:prSet presAssocID="{73C07A6A-5FBF-48A1-BAAC-3EAA24F805C4}" presName="rootText" presStyleLbl="node3" presStyleIdx="2" presStyleCnt="19">
        <dgm:presLayoutVars>
          <dgm:chPref val="3"/>
        </dgm:presLayoutVars>
      </dgm:prSet>
      <dgm:spPr/>
    </dgm:pt>
    <dgm:pt modelId="{56ADEC35-55DC-4E39-8E10-81A5DFFB6158}" type="pres">
      <dgm:prSet presAssocID="{73C07A6A-5FBF-48A1-BAAC-3EAA24F805C4}" presName="rootConnector" presStyleLbl="node3" presStyleIdx="2" presStyleCnt="19"/>
      <dgm:spPr/>
    </dgm:pt>
    <dgm:pt modelId="{181DDDAF-0A2E-4A3C-BC22-34765FF75749}" type="pres">
      <dgm:prSet presAssocID="{73C07A6A-5FBF-48A1-BAAC-3EAA24F805C4}" presName="hierChild4" presStyleCnt="0"/>
      <dgm:spPr/>
    </dgm:pt>
    <dgm:pt modelId="{9680279C-5AAA-4321-B134-946489F90DDB}" type="pres">
      <dgm:prSet presAssocID="{73C07A6A-5FBF-48A1-BAAC-3EAA24F805C4}" presName="hierChild5" presStyleCnt="0"/>
      <dgm:spPr/>
    </dgm:pt>
    <dgm:pt modelId="{F2488821-F633-4698-8F37-D8C0A7BEF3AE}" type="pres">
      <dgm:prSet presAssocID="{A46A0FFF-58F5-4869-996B-D73CD9022CD8}" presName="Name50" presStyleLbl="parChTrans1D3" presStyleIdx="3" presStyleCnt="19"/>
      <dgm:spPr/>
    </dgm:pt>
    <dgm:pt modelId="{1267FA63-DB32-4AEF-82E0-28D025732E97}" type="pres">
      <dgm:prSet presAssocID="{2C459589-314D-4CAB-A8B6-5C64D1829D81}" presName="hierRoot2" presStyleCnt="0">
        <dgm:presLayoutVars>
          <dgm:hierBranch val="init"/>
        </dgm:presLayoutVars>
      </dgm:prSet>
      <dgm:spPr/>
    </dgm:pt>
    <dgm:pt modelId="{AF5D6539-AE15-4C97-A327-A711A3C97671}" type="pres">
      <dgm:prSet presAssocID="{2C459589-314D-4CAB-A8B6-5C64D1829D81}" presName="rootComposite" presStyleCnt="0"/>
      <dgm:spPr/>
    </dgm:pt>
    <dgm:pt modelId="{4A6E1A2B-84A9-4DD1-8511-3BD0C0ED61A3}" type="pres">
      <dgm:prSet presAssocID="{2C459589-314D-4CAB-A8B6-5C64D1829D81}" presName="rootText" presStyleLbl="node3" presStyleIdx="3" presStyleCnt="19">
        <dgm:presLayoutVars>
          <dgm:chPref val="3"/>
        </dgm:presLayoutVars>
      </dgm:prSet>
      <dgm:spPr/>
    </dgm:pt>
    <dgm:pt modelId="{F01CB13E-6EF1-4A4A-A2BD-4638965CB3F6}" type="pres">
      <dgm:prSet presAssocID="{2C459589-314D-4CAB-A8B6-5C64D1829D81}" presName="rootConnector" presStyleLbl="node3" presStyleIdx="3" presStyleCnt="19"/>
      <dgm:spPr/>
    </dgm:pt>
    <dgm:pt modelId="{106606D8-87EF-46A2-929C-281B0E684530}" type="pres">
      <dgm:prSet presAssocID="{2C459589-314D-4CAB-A8B6-5C64D1829D81}" presName="hierChild4" presStyleCnt="0"/>
      <dgm:spPr/>
    </dgm:pt>
    <dgm:pt modelId="{414D13F8-16B8-4776-9FD3-CDEAF347C32E}" type="pres">
      <dgm:prSet presAssocID="{2C459589-314D-4CAB-A8B6-5C64D1829D81}" presName="hierChild5" presStyleCnt="0"/>
      <dgm:spPr/>
    </dgm:pt>
    <dgm:pt modelId="{41A90451-033B-4231-A30A-218DEAC67352}" type="pres">
      <dgm:prSet presAssocID="{F3F82D95-F0CE-4575-9273-5E0E2B0083ED}" presName="Name50" presStyleLbl="parChTrans1D3" presStyleIdx="4" presStyleCnt="19"/>
      <dgm:spPr/>
    </dgm:pt>
    <dgm:pt modelId="{84751B2E-BF3B-4C9D-B470-575F124BD3C5}" type="pres">
      <dgm:prSet presAssocID="{587EE1A5-D757-4238-B442-5F364BB3BCB0}" presName="hierRoot2" presStyleCnt="0">
        <dgm:presLayoutVars>
          <dgm:hierBranch val="init"/>
        </dgm:presLayoutVars>
      </dgm:prSet>
      <dgm:spPr/>
    </dgm:pt>
    <dgm:pt modelId="{7C0AC6F0-894B-48BF-9919-655162CEF2F7}" type="pres">
      <dgm:prSet presAssocID="{587EE1A5-D757-4238-B442-5F364BB3BCB0}" presName="rootComposite" presStyleCnt="0"/>
      <dgm:spPr/>
    </dgm:pt>
    <dgm:pt modelId="{4B6C7682-1423-4EF5-9DA9-F333DBE30F38}" type="pres">
      <dgm:prSet presAssocID="{587EE1A5-D757-4238-B442-5F364BB3BCB0}" presName="rootText" presStyleLbl="node3" presStyleIdx="4" presStyleCnt="19">
        <dgm:presLayoutVars>
          <dgm:chPref val="3"/>
        </dgm:presLayoutVars>
      </dgm:prSet>
      <dgm:spPr/>
    </dgm:pt>
    <dgm:pt modelId="{10BDB22B-E888-4C86-8617-33DF58217A67}" type="pres">
      <dgm:prSet presAssocID="{587EE1A5-D757-4238-B442-5F364BB3BCB0}" presName="rootConnector" presStyleLbl="node3" presStyleIdx="4" presStyleCnt="19"/>
      <dgm:spPr/>
    </dgm:pt>
    <dgm:pt modelId="{C85EE4CE-FC80-4449-8BD8-987EEE25271A}" type="pres">
      <dgm:prSet presAssocID="{587EE1A5-D757-4238-B442-5F364BB3BCB0}" presName="hierChild4" presStyleCnt="0"/>
      <dgm:spPr/>
    </dgm:pt>
    <dgm:pt modelId="{61DA93C2-1998-429C-84A4-044387C0E8BE}" type="pres">
      <dgm:prSet presAssocID="{587EE1A5-D757-4238-B442-5F364BB3BCB0}" presName="hierChild5" presStyleCnt="0"/>
      <dgm:spPr/>
    </dgm:pt>
    <dgm:pt modelId="{F07CA4F6-CAA0-4EE3-B5D7-C998BD2C5EB9}" type="pres">
      <dgm:prSet presAssocID="{8C3A5CD0-9806-40DE-93AE-FD02E750019B}" presName="Name50" presStyleLbl="parChTrans1D3" presStyleIdx="5" presStyleCnt="19"/>
      <dgm:spPr/>
    </dgm:pt>
    <dgm:pt modelId="{AA8F92B7-2472-4509-B3B4-95839723A8D5}" type="pres">
      <dgm:prSet presAssocID="{A0ACA73A-D4ED-4BA6-A745-0A544D61897C}" presName="hierRoot2" presStyleCnt="0">
        <dgm:presLayoutVars>
          <dgm:hierBranch val="init"/>
        </dgm:presLayoutVars>
      </dgm:prSet>
      <dgm:spPr/>
    </dgm:pt>
    <dgm:pt modelId="{1099D015-1907-4A53-A7CB-D66D31C40A83}" type="pres">
      <dgm:prSet presAssocID="{A0ACA73A-D4ED-4BA6-A745-0A544D61897C}" presName="rootComposite" presStyleCnt="0"/>
      <dgm:spPr/>
    </dgm:pt>
    <dgm:pt modelId="{7CD41F79-C0AB-432F-AA72-5792BC2D7093}" type="pres">
      <dgm:prSet presAssocID="{A0ACA73A-D4ED-4BA6-A745-0A544D61897C}" presName="rootText" presStyleLbl="node3" presStyleIdx="5" presStyleCnt="19">
        <dgm:presLayoutVars>
          <dgm:chPref val="3"/>
        </dgm:presLayoutVars>
      </dgm:prSet>
      <dgm:spPr/>
    </dgm:pt>
    <dgm:pt modelId="{0D871280-8E5B-4C16-ABC2-04DF7E7FC736}" type="pres">
      <dgm:prSet presAssocID="{A0ACA73A-D4ED-4BA6-A745-0A544D61897C}" presName="rootConnector" presStyleLbl="node3" presStyleIdx="5" presStyleCnt="19"/>
      <dgm:spPr/>
    </dgm:pt>
    <dgm:pt modelId="{7A79BAC7-9089-40F4-898D-A28E910558EE}" type="pres">
      <dgm:prSet presAssocID="{A0ACA73A-D4ED-4BA6-A745-0A544D61897C}" presName="hierChild4" presStyleCnt="0"/>
      <dgm:spPr/>
    </dgm:pt>
    <dgm:pt modelId="{7EB3AAB6-999C-4DCC-9721-F5F1F3D72505}" type="pres">
      <dgm:prSet presAssocID="{A0ACA73A-D4ED-4BA6-A745-0A544D61897C}" presName="hierChild5" presStyleCnt="0"/>
      <dgm:spPr/>
    </dgm:pt>
    <dgm:pt modelId="{09A52D5C-C203-4857-841A-BF5635211943}" type="pres">
      <dgm:prSet presAssocID="{95496663-E162-40D9-AC4D-7C7447797A11}" presName="hierChild5" presStyleCnt="0"/>
      <dgm:spPr/>
    </dgm:pt>
    <dgm:pt modelId="{7E52E226-18E7-4115-927C-A390E08D37CF}" type="pres">
      <dgm:prSet presAssocID="{C2CB696A-266F-4163-B639-31B7A03B8459}" presName="Name37" presStyleLbl="parChTrans1D2" presStyleIdx="1" presStyleCnt="5"/>
      <dgm:spPr/>
    </dgm:pt>
    <dgm:pt modelId="{E18CA3ED-6ABC-4950-9FCC-A71AF46AFCDC}" type="pres">
      <dgm:prSet presAssocID="{99760861-5069-4575-BCD5-71F21E301FEB}" presName="hierRoot2" presStyleCnt="0">
        <dgm:presLayoutVars>
          <dgm:hierBranch val="init"/>
        </dgm:presLayoutVars>
      </dgm:prSet>
      <dgm:spPr/>
    </dgm:pt>
    <dgm:pt modelId="{A9174A1C-3BAE-47D0-AFD7-70DE1878401E}" type="pres">
      <dgm:prSet presAssocID="{99760861-5069-4575-BCD5-71F21E301FEB}" presName="rootComposite" presStyleCnt="0"/>
      <dgm:spPr/>
    </dgm:pt>
    <dgm:pt modelId="{7B3321DF-CF9E-4E50-AF1B-EF1B36010AA2}" type="pres">
      <dgm:prSet presAssocID="{99760861-5069-4575-BCD5-71F21E301FEB}" presName="rootText" presStyleLbl="node2" presStyleIdx="1" presStyleCnt="5">
        <dgm:presLayoutVars>
          <dgm:chPref val="3"/>
        </dgm:presLayoutVars>
      </dgm:prSet>
      <dgm:spPr/>
    </dgm:pt>
    <dgm:pt modelId="{ABF8BEE1-9F2C-4F26-B710-F153A16C3190}" type="pres">
      <dgm:prSet presAssocID="{99760861-5069-4575-BCD5-71F21E301FEB}" presName="rootConnector" presStyleLbl="node2" presStyleIdx="1" presStyleCnt="5"/>
      <dgm:spPr/>
    </dgm:pt>
    <dgm:pt modelId="{C69EEE91-AF53-4D93-AD73-985AE6ABB386}" type="pres">
      <dgm:prSet presAssocID="{99760861-5069-4575-BCD5-71F21E301FEB}" presName="hierChild4" presStyleCnt="0"/>
      <dgm:spPr/>
    </dgm:pt>
    <dgm:pt modelId="{5A664DA5-11A6-4A7F-B292-CC76F35DF789}" type="pres">
      <dgm:prSet presAssocID="{5A52C92D-4B11-4612-B537-6B4252131430}" presName="Name37" presStyleLbl="parChTrans1D3" presStyleIdx="6" presStyleCnt="19"/>
      <dgm:spPr/>
    </dgm:pt>
    <dgm:pt modelId="{09EE8184-17E3-4671-8604-3ED38DB059D0}" type="pres">
      <dgm:prSet presAssocID="{80FC8C8A-816E-4C67-80C1-D7F9EA4F4CDB}" presName="hierRoot2" presStyleCnt="0">
        <dgm:presLayoutVars>
          <dgm:hierBranch val="init"/>
        </dgm:presLayoutVars>
      </dgm:prSet>
      <dgm:spPr/>
    </dgm:pt>
    <dgm:pt modelId="{E6FF5113-A378-4104-9615-B560C3269A71}" type="pres">
      <dgm:prSet presAssocID="{80FC8C8A-816E-4C67-80C1-D7F9EA4F4CDB}" presName="rootComposite" presStyleCnt="0"/>
      <dgm:spPr/>
    </dgm:pt>
    <dgm:pt modelId="{C28696C4-B1DF-4F48-8646-7E24E07916FD}" type="pres">
      <dgm:prSet presAssocID="{80FC8C8A-816E-4C67-80C1-D7F9EA4F4CDB}" presName="rootText" presStyleLbl="node3" presStyleIdx="6" presStyleCnt="19">
        <dgm:presLayoutVars>
          <dgm:chPref val="3"/>
        </dgm:presLayoutVars>
      </dgm:prSet>
      <dgm:spPr/>
    </dgm:pt>
    <dgm:pt modelId="{6A1F2E86-7ADB-4D99-A12C-3C92F510684A}" type="pres">
      <dgm:prSet presAssocID="{80FC8C8A-816E-4C67-80C1-D7F9EA4F4CDB}" presName="rootConnector" presStyleLbl="node3" presStyleIdx="6" presStyleCnt="19"/>
      <dgm:spPr/>
    </dgm:pt>
    <dgm:pt modelId="{E5F2934D-F09A-4E45-B6FE-08E0DD2C864F}" type="pres">
      <dgm:prSet presAssocID="{80FC8C8A-816E-4C67-80C1-D7F9EA4F4CDB}" presName="hierChild4" presStyleCnt="0"/>
      <dgm:spPr/>
    </dgm:pt>
    <dgm:pt modelId="{1C02B3EE-09AD-4E79-8843-E0560317F828}" type="pres">
      <dgm:prSet presAssocID="{80FC8C8A-816E-4C67-80C1-D7F9EA4F4CDB}" presName="hierChild5" presStyleCnt="0"/>
      <dgm:spPr/>
    </dgm:pt>
    <dgm:pt modelId="{D92BE072-541D-48BF-8D47-44BB2285B7DC}" type="pres">
      <dgm:prSet presAssocID="{94F9139E-FD5C-43F2-AD61-9C17A38C6CAD}" presName="Name37" presStyleLbl="parChTrans1D3" presStyleIdx="7" presStyleCnt="19"/>
      <dgm:spPr/>
    </dgm:pt>
    <dgm:pt modelId="{BB5314AF-6D49-447C-8189-408788E6A4ED}" type="pres">
      <dgm:prSet presAssocID="{1A7B039B-4A5D-488B-90CC-F30E8D7D0CF2}" presName="hierRoot2" presStyleCnt="0">
        <dgm:presLayoutVars>
          <dgm:hierBranch val="init"/>
        </dgm:presLayoutVars>
      </dgm:prSet>
      <dgm:spPr/>
    </dgm:pt>
    <dgm:pt modelId="{C6983555-03E5-4134-9385-DAAB6912EB19}" type="pres">
      <dgm:prSet presAssocID="{1A7B039B-4A5D-488B-90CC-F30E8D7D0CF2}" presName="rootComposite" presStyleCnt="0"/>
      <dgm:spPr/>
    </dgm:pt>
    <dgm:pt modelId="{8850DA73-66DE-4BE7-929E-D68B756B0A09}" type="pres">
      <dgm:prSet presAssocID="{1A7B039B-4A5D-488B-90CC-F30E8D7D0CF2}" presName="rootText" presStyleLbl="node3" presStyleIdx="7" presStyleCnt="19">
        <dgm:presLayoutVars>
          <dgm:chPref val="3"/>
        </dgm:presLayoutVars>
      </dgm:prSet>
      <dgm:spPr/>
    </dgm:pt>
    <dgm:pt modelId="{E8D138FF-7B85-4CFA-BBDF-0F40C6FCD188}" type="pres">
      <dgm:prSet presAssocID="{1A7B039B-4A5D-488B-90CC-F30E8D7D0CF2}" presName="rootConnector" presStyleLbl="node3" presStyleIdx="7" presStyleCnt="19"/>
      <dgm:spPr/>
    </dgm:pt>
    <dgm:pt modelId="{6F6928DF-05E9-46C0-94C9-1545433C1634}" type="pres">
      <dgm:prSet presAssocID="{1A7B039B-4A5D-488B-90CC-F30E8D7D0CF2}" presName="hierChild4" presStyleCnt="0"/>
      <dgm:spPr/>
    </dgm:pt>
    <dgm:pt modelId="{A035ECF7-DAF1-42F0-A2EF-2C98AA1E2E7E}" type="pres">
      <dgm:prSet presAssocID="{1A7B039B-4A5D-488B-90CC-F30E8D7D0CF2}" presName="hierChild5" presStyleCnt="0"/>
      <dgm:spPr/>
    </dgm:pt>
    <dgm:pt modelId="{D1BF4836-7EA0-4E3A-B2EE-68C87CD47824}" type="pres">
      <dgm:prSet presAssocID="{7910D8C3-B924-4772-BD20-BA1759984CC1}" presName="Name37" presStyleLbl="parChTrans1D3" presStyleIdx="8" presStyleCnt="19"/>
      <dgm:spPr/>
    </dgm:pt>
    <dgm:pt modelId="{AE036110-C892-4E19-9CFF-C06C158F9DFD}" type="pres">
      <dgm:prSet presAssocID="{5643B45F-1437-4D50-A3D7-5DD3A38BD762}" presName="hierRoot2" presStyleCnt="0">
        <dgm:presLayoutVars>
          <dgm:hierBranch val="init"/>
        </dgm:presLayoutVars>
      </dgm:prSet>
      <dgm:spPr/>
    </dgm:pt>
    <dgm:pt modelId="{D96E2EC8-C9BA-4BC2-B409-3B2C92EE917E}" type="pres">
      <dgm:prSet presAssocID="{5643B45F-1437-4D50-A3D7-5DD3A38BD762}" presName="rootComposite" presStyleCnt="0"/>
      <dgm:spPr/>
    </dgm:pt>
    <dgm:pt modelId="{8C10CDC8-7F25-443A-8272-EDC28C178354}" type="pres">
      <dgm:prSet presAssocID="{5643B45F-1437-4D50-A3D7-5DD3A38BD762}" presName="rootText" presStyleLbl="node3" presStyleIdx="8" presStyleCnt="19">
        <dgm:presLayoutVars>
          <dgm:chPref val="3"/>
        </dgm:presLayoutVars>
      </dgm:prSet>
      <dgm:spPr/>
    </dgm:pt>
    <dgm:pt modelId="{1472E1ED-2546-487B-A4D7-9E63D772FCCC}" type="pres">
      <dgm:prSet presAssocID="{5643B45F-1437-4D50-A3D7-5DD3A38BD762}" presName="rootConnector" presStyleLbl="node3" presStyleIdx="8" presStyleCnt="19"/>
      <dgm:spPr/>
    </dgm:pt>
    <dgm:pt modelId="{2337794E-9F3B-4BDA-9BD2-6CFA28BBD7F7}" type="pres">
      <dgm:prSet presAssocID="{5643B45F-1437-4D50-A3D7-5DD3A38BD762}" presName="hierChild4" presStyleCnt="0"/>
      <dgm:spPr/>
    </dgm:pt>
    <dgm:pt modelId="{2CC44F3E-99FA-4829-9106-908AD85E1871}" type="pres">
      <dgm:prSet presAssocID="{5643B45F-1437-4D50-A3D7-5DD3A38BD762}" presName="hierChild5" presStyleCnt="0"/>
      <dgm:spPr/>
    </dgm:pt>
    <dgm:pt modelId="{98F17D9F-7FBB-45CF-93E9-62224A7AF19E}" type="pres">
      <dgm:prSet presAssocID="{F72A1D78-2952-41E4-954F-6BF7BFAD99A0}" presName="Name37" presStyleLbl="parChTrans1D3" presStyleIdx="9" presStyleCnt="19"/>
      <dgm:spPr/>
    </dgm:pt>
    <dgm:pt modelId="{6EE4AED1-3109-468C-AD5C-594B5259AC1F}" type="pres">
      <dgm:prSet presAssocID="{E8FEDB4D-ED79-413D-9B49-A2C57E9AECD3}" presName="hierRoot2" presStyleCnt="0">
        <dgm:presLayoutVars>
          <dgm:hierBranch val="init"/>
        </dgm:presLayoutVars>
      </dgm:prSet>
      <dgm:spPr/>
    </dgm:pt>
    <dgm:pt modelId="{D14BDFC7-F83A-4834-A4D6-150EA37E8B8D}" type="pres">
      <dgm:prSet presAssocID="{E8FEDB4D-ED79-413D-9B49-A2C57E9AECD3}" presName="rootComposite" presStyleCnt="0"/>
      <dgm:spPr/>
    </dgm:pt>
    <dgm:pt modelId="{807D75BE-EEFA-46AE-BB4E-7ED87EBF35E0}" type="pres">
      <dgm:prSet presAssocID="{E8FEDB4D-ED79-413D-9B49-A2C57E9AECD3}" presName="rootText" presStyleLbl="node3" presStyleIdx="9" presStyleCnt="19">
        <dgm:presLayoutVars>
          <dgm:chPref val="3"/>
        </dgm:presLayoutVars>
      </dgm:prSet>
      <dgm:spPr/>
    </dgm:pt>
    <dgm:pt modelId="{0F2BC2BD-296C-4329-B9DF-AC6CC329B61D}" type="pres">
      <dgm:prSet presAssocID="{E8FEDB4D-ED79-413D-9B49-A2C57E9AECD3}" presName="rootConnector" presStyleLbl="node3" presStyleIdx="9" presStyleCnt="19"/>
      <dgm:spPr/>
    </dgm:pt>
    <dgm:pt modelId="{06DA778C-5398-456D-91B2-78A5983005BC}" type="pres">
      <dgm:prSet presAssocID="{E8FEDB4D-ED79-413D-9B49-A2C57E9AECD3}" presName="hierChild4" presStyleCnt="0"/>
      <dgm:spPr/>
    </dgm:pt>
    <dgm:pt modelId="{FC2F552D-03A3-4FA5-A6B3-4C7EA5D4DACB}" type="pres">
      <dgm:prSet presAssocID="{E8FEDB4D-ED79-413D-9B49-A2C57E9AECD3}" presName="hierChild5" presStyleCnt="0"/>
      <dgm:spPr/>
    </dgm:pt>
    <dgm:pt modelId="{6F878983-AD9B-4D5E-AD08-7DBB48054FAF}" type="pres">
      <dgm:prSet presAssocID="{91F064B5-2919-4EDF-B141-3BC308AE1E65}" presName="Name37" presStyleLbl="parChTrans1D3" presStyleIdx="10" presStyleCnt="19"/>
      <dgm:spPr/>
    </dgm:pt>
    <dgm:pt modelId="{C46B1B0B-4EDB-4BE6-88DC-9A5069EBCA05}" type="pres">
      <dgm:prSet presAssocID="{4DC42CA2-2FF0-4DB4-B1E8-DAAA47D5AD5E}" presName="hierRoot2" presStyleCnt="0">
        <dgm:presLayoutVars>
          <dgm:hierBranch val="init"/>
        </dgm:presLayoutVars>
      </dgm:prSet>
      <dgm:spPr/>
    </dgm:pt>
    <dgm:pt modelId="{4DF4BD56-DD8A-4EA5-9B9C-D3E2EA4F8F34}" type="pres">
      <dgm:prSet presAssocID="{4DC42CA2-2FF0-4DB4-B1E8-DAAA47D5AD5E}" presName="rootComposite" presStyleCnt="0"/>
      <dgm:spPr/>
    </dgm:pt>
    <dgm:pt modelId="{F482AB45-00F9-4810-9853-6D712243895B}" type="pres">
      <dgm:prSet presAssocID="{4DC42CA2-2FF0-4DB4-B1E8-DAAA47D5AD5E}" presName="rootText" presStyleLbl="node3" presStyleIdx="10" presStyleCnt="19">
        <dgm:presLayoutVars>
          <dgm:chPref val="3"/>
        </dgm:presLayoutVars>
      </dgm:prSet>
      <dgm:spPr/>
    </dgm:pt>
    <dgm:pt modelId="{4C52AD9D-4AB1-4B67-A2BD-F385AE6974C9}" type="pres">
      <dgm:prSet presAssocID="{4DC42CA2-2FF0-4DB4-B1E8-DAAA47D5AD5E}" presName="rootConnector" presStyleLbl="node3" presStyleIdx="10" presStyleCnt="19"/>
      <dgm:spPr/>
    </dgm:pt>
    <dgm:pt modelId="{132DFBE8-C0CA-453C-9C71-C4007BA5EF1C}" type="pres">
      <dgm:prSet presAssocID="{4DC42CA2-2FF0-4DB4-B1E8-DAAA47D5AD5E}" presName="hierChild4" presStyleCnt="0"/>
      <dgm:spPr/>
    </dgm:pt>
    <dgm:pt modelId="{3A4E86B5-A49B-4F12-A25D-BE60C26A83F0}" type="pres">
      <dgm:prSet presAssocID="{4DC42CA2-2FF0-4DB4-B1E8-DAAA47D5AD5E}" presName="hierChild5" presStyleCnt="0"/>
      <dgm:spPr/>
    </dgm:pt>
    <dgm:pt modelId="{65307A04-9EE6-4A4A-B12F-06FF0591B599}" type="pres">
      <dgm:prSet presAssocID="{0495B2E8-9FA4-42EF-AC0B-99726E1EFCC4}" presName="Name37" presStyleLbl="parChTrans1D3" presStyleIdx="11" presStyleCnt="19"/>
      <dgm:spPr/>
    </dgm:pt>
    <dgm:pt modelId="{21FADF58-733E-4B64-A51E-317383163EB4}" type="pres">
      <dgm:prSet presAssocID="{ACAB47D0-3A97-4CAE-9385-1FDE44253640}" presName="hierRoot2" presStyleCnt="0">
        <dgm:presLayoutVars>
          <dgm:hierBranch val="init"/>
        </dgm:presLayoutVars>
      </dgm:prSet>
      <dgm:spPr/>
    </dgm:pt>
    <dgm:pt modelId="{4C6D5BFA-AF77-4989-AB33-4EAAC7A3AB9D}" type="pres">
      <dgm:prSet presAssocID="{ACAB47D0-3A97-4CAE-9385-1FDE44253640}" presName="rootComposite" presStyleCnt="0"/>
      <dgm:spPr/>
    </dgm:pt>
    <dgm:pt modelId="{5278F1F1-108B-40AF-BEB9-2C5F4AEFF4E9}" type="pres">
      <dgm:prSet presAssocID="{ACAB47D0-3A97-4CAE-9385-1FDE44253640}" presName="rootText" presStyleLbl="node3" presStyleIdx="11" presStyleCnt="19">
        <dgm:presLayoutVars>
          <dgm:chPref val="3"/>
        </dgm:presLayoutVars>
      </dgm:prSet>
      <dgm:spPr/>
    </dgm:pt>
    <dgm:pt modelId="{9F6E083D-4A28-4F3B-BE5A-DF61828D0A24}" type="pres">
      <dgm:prSet presAssocID="{ACAB47D0-3A97-4CAE-9385-1FDE44253640}" presName="rootConnector" presStyleLbl="node3" presStyleIdx="11" presStyleCnt="19"/>
      <dgm:spPr/>
    </dgm:pt>
    <dgm:pt modelId="{4647731D-E140-4B47-8C2E-E37384DADA87}" type="pres">
      <dgm:prSet presAssocID="{ACAB47D0-3A97-4CAE-9385-1FDE44253640}" presName="hierChild4" presStyleCnt="0"/>
      <dgm:spPr/>
    </dgm:pt>
    <dgm:pt modelId="{8C8664DF-51A7-42E5-B4A4-5F04DE8F525A}" type="pres">
      <dgm:prSet presAssocID="{ACAB47D0-3A97-4CAE-9385-1FDE44253640}" presName="hierChild5" presStyleCnt="0"/>
      <dgm:spPr/>
    </dgm:pt>
    <dgm:pt modelId="{CDC5CD15-4C74-46DF-AAB2-123B78683FFF}" type="pres">
      <dgm:prSet presAssocID="{99760861-5069-4575-BCD5-71F21E301FEB}" presName="hierChild5" presStyleCnt="0"/>
      <dgm:spPr/>
    </dgm:pt>
    <dgm:pt modelId="{D3838529-5B64-4B8A-A346-9A9C5835D67B}" type="pres">
      <dgm:prSet presAssocID="{EE25A600-C77F-4B5F-8B12-DBAF1C43A00B}" presName="Name37" presStyleLbl="parChTrans1D2" presStyleIdx="2" presStyleCnt="5"/>
      <dgm:spPr/>
    </dgm:pt>
    <dgm:pt modelId="{9B20F861-E12A-4752-AE40-23080A1474D0}" type="pres">
      <dgm:prSet presAssocID="{F767C8F6-6FF2-47AF-AF0E-7AD35A376658}" presName="hierRoot2" presStyleCnt="0">
        <dgm:presLayoutVars>
          <dgm:hierBranch val="init"/>
        </dgm:presLayoutVars>
      </dgm:prSet>
      <dgm:spPr/>
    </dgm:pt>
    <dgm:pt modelId="{9AACAD36-AE1E-4836-92B3-C28D1805A6D6}" type="pres">
      <dgm:prSet presAssocID="{F767C8F6-6FF2-47AF-AF0E-7AD35A376658}" presName="rootComposite" presStyleCnt="0"/>
      <dgm:spPr/>
    </dgm:pt>
    <dgm:pt modelId="{315FDF72-36E5-45A9-8C08-8B23258963C2}" type="pres">
      <dgm:prSet presAssocID="{F767C8F6-6FF2-47AF-AF0E-7AD35A376658}" presName="rootText" presStyleLbl="node2" presStyleIdx="2" presStyleCnt="5">
        <dgm:presLayoutVars>
          <dgm:chPref val="3"/>
        </dgm:presLayoutVars>
      </dgm:prSet>
      <dgm:spPr/>
    </dgm:pt>
    <dgm:pt modelId="{396AAEE4-4257-42DD-AEB3-73F61A9B123A}" type="pres">
      <dgm:prSet presAssocID="{F767C8F6-6FF2-47AF-AF0E-7AD35A376658}" presName="rootConnector" presStyleLbl="node2" presStyleIdx="2" presStyleCnt="5"/>
      <dgm:spPr/>
    </dgm:pt>
    <dgm:pt modelId="{07C83350-8298-4A4D-A03B-FBD8E7A41EB5}" type="pres">
      <dgm:prSet presAssocID="{F767C8F6-6FF2-47AF-AF0E-7AD35A376658}" presName="hierChild4" presStyleCnt="0"/>
      <dgm:spPr/>
    </dgm:pt>
    <dgm:pt modelId="{4A4F2455-15E1-45FC-B5B5-EFE702DA7BE3}" type="pres">
      <dgm:prSet presAssocID="{7C7DA959-6652-450C-9EE0-714ABB293B46}" presName="Name37" presStyleLbl="parChTrans1D3" presStyleIdx="12" presStyleCnt="19"/>
      <dgm:spPr/>
    </dgm:pt>
    <dgm:pt modelId="{A9625534-E6F8-4BBD-A1FD-5A8A34FB08A7}" type="pres">
      <dgm:prSet presAssocID="{A28224C2-D41C-4FC0-8C06-A014F7ED20E0}" presName="hierRoot2" presStyleCnt="0">
        <dgm:presLayoutVars>
          <dgm:hierBranch val="init"/>
        </dgm:presLayoutVars>
      </dgm:prSet>
      <dgm:spPr/>
    </dgm:pt>
    <dgm:pt modelId="{8890157B-8960-485D-8957-38D628DDF6C7}" type="pres">
      <dgm:prSet presAssocID="{A28224C2-D41C-4FC0-8C06-A014F7ED20E0}" presName="rootComposite" presStyleCnt="0"/>
      <dgm:spPr/>
    </dgm:pt>
    <dgm:pt modelId="{7B4F1970-6FD9-44E8-80F4-D0E06E8866BD}" type="pres">
      <dgm:prSet presAssocID="{A28224C2-D41C-4FC0-8C06-A014F7ED20E0}" presName="rootText" presStyleLbl="node3" presStyleIdx="12" presStyleCnt="19" custLinFactNeighborY="-1633">
        <dgm:presLayoutVars>
          <dgm:chPref val="3"/>
        </dgm:presLayoutVars>
      </dgm:prSet>
      <dgm:spPr/>
    </dgm:pt>
    <dgm:pt modelId="{F8214204-AE96-41B0-ACF9-7F431E6392CC}" type="pres">
      <dgm:prSet presAssocID="{A28224C2-D41C-4FC0-8C06-A014F7ED20E0}" presName="rootConnector" presStyleLbl="node3" presStyleIdx="12" presStyleCnt="19"/>
      <dgm:spPr/>
    </dgm:pt>
    <dgm:pt modelId="{2DAC0ABD-1095-4C7F-ADAC-59766E8CCD21}" type="pres">
      <dgm:prSet presAssocID="{A28224C2-D41C-4FC0-8C06-A014F7ED20E0}" presName="hierChild4" presStyleCnt="0"/>
      <dgm:spPr/>
    </dgm:pt>
    <dgm:pt modelId="{E6DD2677-D8A1-4748-AD6E-8D6C68C406ED}" type="pres">
      <dgm:prSet presAssocID="{A28224C2-D41C-4FC0-8C06-A014F7ED20E0}" presName="hierChild5" presStyleCnt="0"/>
      <dgm:spPr/>
    </dgm:pt>
    <dgm:pt modelId="{3D8814E8-31DA-4985-ABA6-C64FF8DB819B}" type="pres">
      <dgm:prSet presAssocID="{7B19C791-94FC-401D-A56D-FBEFDD95A219}" presName="Name37" presStyleLbl="parChTrans1D3" presStyleIdx="13" presStyleCnt="19"/>
      <dgm:spPr/>
    </dgm:pt>
    <dgm:pt modelId="{8C6CA91A-017A-4686-A933-A9C9A64DC1AB}" type="pres">
      <dgm:prSet presAssocID="{5C1E1453-42B1-450B-9CF0-5E3FC680C8A4}" presName="hierRoot2" presStyleCnt="0">
        <dgm:presLayoutVars>
          <dgm:hierBranch val="init"/>
        </dgm:presLayoutVars>
      </dgm:prSet>
      <dgm:spPr/>
    </dgm:pt>
    <dgm:pt modelId="{F938370A-7261-4F73-9154-B041CAC2629E}" type="pres">
      <dgm:prSet presAssocID="{5C1E1453-42B1-450B-9CF0-5E3FC680C8A4}" presName="rootComposite" presStyleCnt="0"/>
      <dgm:spPr/>
    </dgm:pt>
    <dgm:pt modelId="{6A65F688-2EA1-4D25-8A0C-D57C52152DCE}" type="pres">
      <dgm:prSet presAssocID="{5C1E1453-42B1-450B-9CF0-5E3FC680C8A4}" presName="rootText" presStyleLbl="node3" presStyleIdx="13" presStyleCnt="19">
        <dgm:presLayoutVars>
          <dgm:chPref val="3"/>
        </dgm:presLayoutVars>
      </dgm:prSet>
      <dgm:spPr/>
    </dgm:pt>
    <dgm:pt modelId="{5AC8C01E-1F6F-4960-9939-B0C2C06E4D09}" type="pres">
      <dgm:prSet presAssocID="{5C1E1453-42B1-450B-9CF0-5E3FC680C8A4}" presName="rootConnector" presStyleLbl="node3" presStyleIdx="13" presStyleCnt="19"/>
      <dgm:spPr/>
    </dgm:pt>
    <dgm:pt modelId="{0EDB2F1C-CBCD-4D98-9EB4-3D4619E18135}" type="pres">
      <dgm:prSet presAssocID="{5C1E1453-42B1-450B-9CF0-5E3FC680C8A4}" presName="hierChild4" presStyleCnt="0"/>
      <dgm:spPr/>
    </dgm:pt>
    <dgm:pt modelId="{166AF845-A8DF-4A83-B2D4-A828D43A7C14}" type="pres">
      <dgm:prSet presAssocID="{5C1E1453-42B1-450B-9CF0-5E3FC680C8A4}" presName="hierChild5" presStyleCnt="0"/>
      <dgm:spPr/>
    </dgm:pt>
    <dgm:pt modelId="{1AE7F72C-67CB-4716-BD45-83BEBD7A9824}" type="pres">
      <dgm:prSet presAssocID="{F767C8F6-6FF2-47AF-AF0E-7AD35A376658}" presName="hierChild5" presStyleCnt="0"/>
      <dgm:spPr/>
    </dgm:pt>
    <dgm:pt modelId="{C7912601-29E7-4B4C-995B-A9A235182CA9}" type="pres">
      <dgm:prSet presAssocID="{24707595-2DE6-46DD-994B-025AC2DAFDB0}" presName="Name37" presStyleLbl="parChTrans1D2" presStyleIdx="3" presStyleCnt="5"/>
      <dgm:spPr/>
    </dgm:pt>
    <dgm:pt modelId="{83A6497F-DD41-4DE0-BBBF-DB169E322FEE}" type="pres">
      <dgm:prSet presAssocID="{B9F52482-A3C0-4A8C-B19F-40EA24D86CC4}" presName="hierRoot2" presStyleCnt="0">
        <dgm:presLayoutVars>
          <dgm:hierBranch val="init"/>
        </dgm:presLayoutVars>
      </dgm:prSet>
      <dgm:spPr/>
    </dgm:pt>
    <dgm:pt modelId="{CC9C9B1E-7478-474C-B6ED-63FBB29DECB8}" type="pres">
      <dgm:prSet presAssocID="{B9F52482-A3C0-4A8C-B19F-40EA24D86CC4}" presName="rootComposite" presStyleCnt="0"/>
      <dgm:spPr/>
    </dgm:pt>
    <dgm:pt modelId="{4458ED6C-4929-4CC5-8A8F-509EBE12235E}" type="pres">
      <dgm:prSet presAssocID="{B9F52482-A3C0-4A8C-B19F-40EA24D86CC4}" presName="rootText" presStyleLbl="node2" presStyleIdx="3" presStyleCnt="5">
        <dgm:presLayoutVars>
          <dgm:chPref val="3"/>
        </dgm:presLayoutVars>
      </dgm:prSet>
      <dgm:spPr/>
    </dgm:pt>
    <dgm:pt modelId="{A43C75BA-EBB0-462C-813E-AF8A0CF82620}" type="pres">
      <dgm:prSet presAssocID="{B9F52482-A3C0-4A8C-B19F-40EA24D86CC4}" presName="rootConnector" presStyleLbl="node2" presStyleIdx="3" presStyleCnt="5"/>
      <dgm:spPr/>
    </dgm:pt>
    <dgm:pt modelId="{86927F7B-31EB-4C72-BDDF-95F03A820936}" type="pres">
      <dgm:prSet presAssocID="{B9F52482-A3C0-4A8C-B19F-40EA24D86CC4}" presName="hierChild4" presStyleCnt="0"/>
      <dgm:spPr/>
    </dgm:pt>
    <dgm:pt modelId="{AF9E4826-E194-474D-8AD0-5B8FB336DAFE}" type="pres">
      <dgm:prSet presAssocID="{1F214E2A-70F1-45B8-9E2D-36506760C095}" presName="Name37" presStyleLbl="parChTrans1D3" presStyleIdx="14" presStyleCnt="19"/>
      <dgm:spPr/>
    </dgm:pt>
    <dgm:pt modelId="{EEFCCA30-D00D-4EFB-AECB-4176412FF3D1}" type="pres">
      <dgm:prSet presAssocID="{D8C822D7-99E0-411B-B075-857D82D143FD}" presName="hierRoot2" presStyleCnt="0">
        <dgm:presLayoutVars>
          <dgm:hierBranch val="init"/>
        </dgm:presLayoutVars>
      </dgm:prSet>
      <dgm:spPr/>
    </dgm:pt>
    <dgm:pt modelId="{C9914B55-00ED-4428-B984-95AE4F7BF072}" type="pres">
      <dgm:prSet presAssocID="{D8C822D7-99E0-411B-B075-857D82D143FD}" presName="rootComposite" presStyleCnt="0"/>
      <dgm:spPr/>
    </dgm:pt>
    <dgm:pt modelId="{DD8FBFAB-99EF-481E-A5F8-44283BB22651}" type="pres">
      <dgm:prSet presAssocID="{D8C822D7-99E0-411B-B075-857D82D143FD}" presName="rootText" presStyleLbl="node3" presStyleIdx="14" presStyleCnt="19">
        <dgm:presLayoutVars>
          <dgm:chPref val="3"/>
        </dgm:presLayoutVars>
      </dgm:prSet>
      <dgm:spPr/>
    </dgm:pt>
    <dgm:pt modelId="{2CBA8A62-F960-4031-BA94-ED885C126E06}" type="pres">
      <dgm:prSet presAssocID="{D8C822D7-99E0-411B-B075-857D82D143FD}" presName="rootConnector" presStyleLbl="node3" presStyleIdx="14" presStyleCnt="19"/>
      <dgm:spPr/>
    </dgm:pt>
    <dgm:pt modelId="{5B979147-5FA1-42EC-B6BE-ED6D53D30A23}" type="pres">
      <dgm:prSet presAssocID="{D8C822D7-99E0-411B-B075-857D82D143FD}" presName="hierChild4" presStyleCnt="0"/>
      <dgm:spPr/>
    </dgm:pt>
    <dgm:pt modelId="{009CF3EA-E93B-46FF-8C91-3E6E5D267D91}" type="pres">
      <dgm:prSet presAssocID="{D8C822D7-99E0-411B-B075-857D82D143FD}" presName="hierChild5" presStyleCnt="0"/>
      <dgm:spPr/>
    </dgm:pt>
    <dgm:pt modelId="{47746808-1D17-472E-86CD-44CC3E44FD2F}" type="pres">
      <dgm:prSet presAssocID="{1DFF4E93-1AE4-4F2B-AFD5-DF661B7FE6E4}" presName="Name37" presStyleLbl="parChTrans1D3" presStyleIdx="15" presStyleCnt="19"/>
      <dgm:spPr/>
    </dgm:pt>
    <dgm:pt modelId="{66D8CBEE-CA5B-421C-BD69-F7C948D1452B}" type="pres">
      <dgm:prSet presAssocID="{EC1254BE-50C0-4665-8577-89D2FD74F824}" presName="hierRoot2" presStyleCnt="0">
        <dgm:presLayoutVars>
          <dgm:hierBranch val="init"/>
        </dgm:presLayoutVars>
      </dgm:prSet>
      <dgm:spPr/>
    </dgm:pt>
    <dgm:pt modelId="{87AF98EB-6DEE-4197-9453-2CE1B101510B}" type="pres">
      <dgm:prSet presAssocID="{EC1254BE-50C0-4665-8577-89D2FD74F824}" presName="rootComposite" presStyleCnt="0"/>
      <dgm:spPr/>
    </dgm:pt>
    <dgm:pt modelId="{3CCEA64C-8282-4958-AB20-AA8C7FBB50EB}" type="pres">
      <dgm:prSet presAssocID="{EC1254BE-50C0-4665-8577-89D2FD74F824}" presName="rootText" presStyleLbl="node3" presStyleIdx="15" presStyleCnt="19">
        <dgm:presLayoutVars>
          <dgm:chPref val="3"/>
        </dgm:presLayoutVars>
      </dgm:prSet>
      <dgm:spPr/>
    </dgm:pt>
    <dgm:pt modelId="{C953965E-0A08-44DE-BA87-A0C147D24E6B}" type="pres">
      <dgm:prSet presAssocID="{EC1254BE-50C0-4665-8577-89D2FD74F824}" presName="rootConnector" presStyleLbl="node3" presStyleIdx="15" presStyleCnt="19"/>
      <dgm:spPr/>
    </dgm:pt>
    <dgm:pt modelId="{02DAC262-FE98-41AF-A228-0D3792E6A6FB}" type="pres">
      <dgm:prSet presAssocID="{EC1254BE-50C0-4665-8577-89D2FD74F824}" presName="hierChild4" presStyleCnt="0"/>
      <dgm:spPr/>
    </dgm:pt>
    <dgm:pt modelId="{8A94AF61-AD00-462D-A6BE-B0639C85E519}" type="pres">
      <dgm:prSet presAssocID="{EC1254BE-50C0-4665-8577-89D2FD74F824}" presName="hierChild5" presStyleCnt="0"/>
      <dgm:spPr/>
    </dgm:pt>
    <dgm:pt modelId="{25A169C9-D625-4D63-955D-9CDD80B13D2B}" type="pres">
      <dgm:prSet presAssocID="{44144351-E0FD-4627-B8B2-CB33EC20C37E}" presName="Name37" presStyleLbl="parChTrans1D3" presStyleIdx="16" presStyleCnt="19"/>
      <dgm:spPr/>
    </dgm:pt>
    <dgm:pt modelId="{366F71CA-AB95-4FE4-9ADD-222C125CD403}" type="pres">
      <dgm:prSet presAssocID="{00E7A7E4-7484-4364-B69D-6E34FE82EFF0}" presName="hierRoot2" presStyleCnt="0">
        <dgm:presLayoutVars>
          <dgm:hierBranch val="init"/>
        </dgm:presLayoutVars>
      </dgm:prSet>
      <dgm:spPr/>
    </dgm:pt>
    <dgm:pt modelId="{2515CFE0-41BC-42BE-A139-854911BF95D4}" type="pres">
      <dgm:prSet presAssocID="{00E7A7E4-7484-4364-B69D-6E34FE82EFF0}" presName="rootComposite" presStyleCnt="0"/>
      <dgm:spPr/>
    </dgm:pt>
    <dgm:pt modelId="{91AE5822-3DE2-438E-B41C-67DED4CDA657}" type="pres">
      <dgm:prSet presAssocID="{00E7A7E4-7484-4364-B69D-6E34FE82EFF0}" presName="rootText" presStyleLbl="node3" presStyleIdx="16" presStyleCnt="19">
        <dgm:presLayoutVars>
          <dgm:chPref val="3"/>
        </dgm:presLayoutVars>
      </dgm:prSet>
      <dgm:spPr/>
    </dgm:pt>
    <dgm:pt modelId="{9E893015-96DF-4B5A-87DB-95D226573452}" type="pres">
      <dgm:prSet presAssocID="{00E7A7E4-7484-4364-B69D-6E34FE82EFF0}" presName="rootConnector" presStyleLbl="node3" presStyleIdx="16" presStyleCnt="19"/>
      <dgm:spPr/>
    </dgm:pt>
    <dgm:pt modelId="{68E1B7F6-A0F8-4CF2-9618-634A7B314570}" type="pres">
      <dgm:prSet presAssocID="{00E7A7E4-7484-4364-B69D-6E34FE82EFF0}" presName="hierChild4" presStyleCnt="0"/>
      <dgm:spPr/>
    </dgm:pt>
    <dgm:pt modelId="{08E19F60-7345-4E63-8CEB-3C6E2AC65375}" type="pres">
      <dgm:prSet presAssocID="{00E7A7E4-7484-4364-B69D-6E34FE82EFF0}" presName="hierChild5" presStyleCnt="0"/>
      <dgm:spPr/>
    </dgm:pt>
    <dgm:pt modelId="{96B9D83B-8573-4444-BEAB-5070DCD1D6E0}" type="pres">
      <dgm:prSet presAssocID="{5B5ABD68-77E2-4136-AA18-06E797079C41}" presName="Name37" presStyleLbl="parChTrans1D3" presStyleIdx="17" presStyleCnt="19"/>
      <dgm:spPr/>
    </dgm:pt>
    <dgm:pt modelId="{8CD2D92C-B2D9-4974-8E23-ED29D4C7E5B3}" type="pres">
      <dgm:prSet presAssocID="{913A8E3D-B7F2-48CC-9B15-91F9742FFBEB}" presName="hierRoot2" presStyleCnt="0">
        <dgm:presLayoutVars>
          <dgm:hierBranch val="init"/>
        </dgm:presLayoutVars>
      </dgm:prSet>
      <dgm:spPr/>
    </dgm:pt>
    <dgm:pt modelId="{F54B670E-5D59-4DC3-88D4-9D582C1AE337}" type="pres">
      <dgm:prSet presAssocID="{913A8E3D-B7F2-48CC-9B15-91F9742FFBEB}" presName="rootComposite" presStyleCnt="0"/>
      <dgm:spPr/>
    </dgm:pt>
    <dgm:pt modelId="{D24ACA67-F0D8-4282-91C8-F280CB41C381}" type="pres">
      <dgm:prSet presAssocID="{913A8E3D-B7F2-48CC-9B15-91F9742FFBEB}" presName="rootText" presStyleLbl="node3" presStyleIdx="17" presStyleCnt="19">
        <dgm:presLayoutVars>
          <dgm:chPref val="3"/>
        </dgm:presLayoutVars>
      </dgm:prSet>
      <dgm:spPr/>
    </dgm:pt>
    <dgm:pt modelId="{036C679C-B623-4DE0-A35A-8EDCDE592FAA}" type="pres">
      <dgm:prSet presAssocID="{913A8E3D-B7F2-48CC-9B15-91F9742FFBEB}" presName="rootConnector" presStyleLbl="node3" presStyleIdx="17" presStyleCnt="19"/>
      <dgm:spPr/>
    </dgm:pt>
    <dgm:pt modelId="{33843AA2-79FE-4174-9A01-7C961C4CF562}" type="pres">
      <dgm:prSet presAssocID="{913A8E3D-B7F2-48CC-9B15-91F9742FFBEB}" presName="hierChild4" presStyleCnt="0"/>
      <dgm:spPr/>
    </dgm:pt>
    <dgm:pt modelId="{ABDBF6C0-EC2A-47FC-B83C-30675E83E526}" type="pres">
      <dgm:prSet presAssocID="{913A8E3D-B7F2-48CC-9B15-91F9742FFBEB}" presName="hierChild5" presStyleCnt="0"/>
      <dgm:spPr/>
    </dgm:pt>
    <dgm:pt modelId="{C9D934E8-A8A2-4357-A6EB-0CC6C319B572}" type="pres">
      <dgm:prSet presAssocID="{B9F52482-A3C0-4A8C-B19F-40EA24D86CC4}" presName="hierChild5" presStyleCnt="0"/>
      <dgm:spPr/>
    </dgm:pt>
    <dgm:pt modelId="{36C6B498-FC29-43C5-8381-D3FD2801B4A4}" type="pres">
      <dgm:prSet presAssocID="{D9CF3A36-3919-4DAF-9D0F-65EDF2A2227C}" presName="Name37" presStyleLbl="parChTrans1D2" presStyleIdx="4" presStyleCnt="5"/>
      <dgm:spPr/>
    </dgm:pt>
    <dgm:pt modelId="{6FF8E57F-A1D9-416C-A328-DE37478E5B54}" type="pres">
      <dgm:prSet presAssocID="{71695F6A-F92F-4374-A7B9-1EB08727944E}" presName="hierRoot2" presStyleCnt="0">
        <dgm:presLayoutVars>
          <dgm:hierBranch val="init"/>
        </dgm:presLayoutVars>
      </dgm:prSet>
      <dgm:spPr/>
    </dgm:pt>
    <dgm:pt modelId="{2A59F364-454C-4BB3-98BF-3EF89CC38F8E}" type="pres">
      <dgm:prSet presAssocID="{71695F6A-F92F-4374-A7B9-1EB08727944E}" presName="rootComposite" presStyleCnt="0"/>
      <dgm:spPr/>
    </dgm:pt>
    <dgm:pt modelId="{967CEDBF-7723-4DA1-AD94-66D2C7C68D8B}" type="pres">
      <dgm:prSet presAssocID="{71695F6A-F92F-4374-A7B9-1EB08727944E}" presName="rootText" presStyleLbl="node2" presStyleIdx="4" presStyleCnt="5">
        <dgm:presLayoutVars>
          <dgm:chPref val="3"/>
        </dgm:presLayoutVars>
      </dgm:prSet>
      <dgm:spPr>
        <a:xfrm>
          <a:off x="6247606" y="810050"/>
          <a:ext cx="1137294" cy="568647"/>
        </a:xfrm>
        <a:prstGeom prst="rect">
          <a:avLst/>
        </a:prstGeom>
      </dgm:spPr>
    </dgm:pt>
    <dgm:pt modelId="{B8E0029D-D213-44CE-AE86-4E72466916F3}" type="pres">
      <dgm:prSet presAssocID="{71695F6A-F92F-4374-A7B9-1EB08727944E}" presName="rootConnector" presStyleLbl="node2" presStyleIdx="4" presStyleCnt="5"/>
      <dgm:spPr/>
    </dgm:pt>
    <dgm:pt modelId="{52284601-1642-428F-B967-2F140E286DD8}" type="pres">
      <dgm:prSet presAssocID="{71695F6A-F92F-4374-A7B9-1EB08727944E}" presName="hierChild4" presStyleCnt="0"/>
      <dgm:spPr/>
    </dgm:pt>
    <dgm:pt modelId="{7C6E8EA0-31A4-44C5-B931-F3E96ED5F68B}" type="pres">
      <dgm:prSet presAssocID="{BED449AB-13C4-46A7-91D6-802185916B12}" presName="Name37" presStyleLbl="parChTrans1D3" presStyleIdx="18" presStyleCnt="19"/>
      <dgm:spPr/>
    </dgm:pt>
    <dgm:pt modelId="{0FB011B8-C83F-42A0-A42D-BB23DD45DE5E}" type="pres">
      <dgm:prSet presAssocID="{E8AF8FC9-60FC-47E5-A374-C90B52F4E3DD}" presName="hierRoot2" presStyleCnt="0">
        <dgm:presLayoutVars>
          <dgm:hierBranch val="init"/>
        </dgm:presLayoutVars>
      </dgm:prSet>
      <dgm:spPr/>
    </dgm:pt>
    <dgm:pt modelId="{8911E3B9-A3C9-411E-8346-5A095F338B24}" type="pres">
      <dgm:prSet presAssocID="{E8AF8FC9-60FC-47E5-A374-C90B52F4E3DD}" presName="rootComposite" presStyleCnt="0"/>
      <dgm:spPr/>
    </dgm:pt>
    <dgm:pt modelId="{C8F232ED-2143-448A-9863-368D44920CA5}" type="pres">
      <dgm:prSet presAssocID="{E8AF8FC9-60FC-47E5-A374-C90B52F4E3DD}" presName="rootText" presStyleLbl="node3" presStyleIdx="18" presStyleCnt="19">
        <dgm:presLayoutVars>
          <dgm:chPref val="3"/>
        </dgm:presLayoutVars>
      </dgm:prSet>
      <dgm:spPr>
        <a:xfrm>
          <a:off x="6087950" y="1407868"/>
          <a:ext cx="989707" cy="494853"/>
        </a:xfrm>
        <a:prstGeom prst="rect">
          <a:avLst/>
        </a:prstGeom>
      </dgm:spPr>
    </dgm:pt>
    <dgm:pt modelId="{9293443C-41DA-440C-8F27-72C251D46E98}" type="pres">
      <dgm:prSet presAssocID="{E8AF8FC9-60FC-47E5-A374-C90B52F4E3DD}" presName="rootConnector" presStyleLbl="node3" presStyleIdx="18" presStyleCnt="19"/>
      <dgm:spPr/>
    </dgm:pt>
    <dgm:pt modelId="{A022D1B7-64D1-4A34-8F32-741C48925D66}" type="pres">
      <dgm:prSet presAssocID="{E8AF8FC9-60FC-47E5-A374-C90B52F4E3DD}" presName="hierChild4" presStyleCnt="0"/>
      <dgm:spPr/>
    </dgm:pt>
    <dgm:pt modelId="{09F7799C-CBC3-4B2C-8F3E-8EC87D947828}" type="pres">
      <dgm:prSet presAssocID="{E8AF8FC9-60FC-47E5-A374-C90B52F4E3DD}" presName="hierChild5" presStyleCnt="0"/>
      <dgm:spPr/>
    </dgm:pt>
    <dgm:pt modelId="{273B37B6-96AB-4564-A10C-E048D97F0FD9}" type="pres">
      <dgm:prSet presAssocID="{71695F6A-F92F-4374-A7B9-1EB08727944E}" presName="hierChild5" presStyleCnt="0"/>
      <dgm:spPr/>
    </dgm:pt>
    <dgm:pt modelId="{2C089B22-16A6-40EB-B568-5576EC79BBAC}" type="pres">
      <dgm:prSet presAssocID="{933B4C15-51AA-4C7A-8E52-0BDE07C0F779}" presName="hierChild3" presStyleCnt="0"/>
      <dgm:spPr/>
    </dgm:pt>
  </dgm:ptLst>
  <dgm:cxnLst>
    <dgm:cxn modelId="{75649409-4B3E-41A2-8C72-DEE9C838D369}" type="presOf" srcId="{5C1E1453-42B1-450B-9CF0-5E3FC680C8A4}" destId="{5AC8C01E-1F6F-4960-9939-B0C2C06E4D09}" srcOrd="1" destOrd="0" presId="urn:microsoft.com/office/officeart/2005/8/layout/orgChart1"/>
    <dgm:cxn modelId="{09781310-66BE-4FFA-BC42-64835100D63D}" srcId="{71695F6A-F92F-4374-A7B9-1EB08727944E}" destId="{E8AF8FC9-60FC-47E5-A374-C90B52F4E3DD}" srcOrd="0" destOrd="0" parTransId="{BED449AB-13C4-46A7-91D6-802185916B12}" sibTransId="{301275C1-72B4-4B6E-B377-3E8F5285A09A}"/>
    <dgm:cxn modelId="{AF847010-4481-436A-AFF0-945574CA9FE6}" srcId="{95496663-E162-40D9-AC4D-7C7447797A11}" destId="{1ED0C583-E091-45D1-BD41-4929423C7A0A}" srcOrd="0" destOrd="0" parTransId="{3113069A-EB5B-426C-B1F3-A90426E18DF7}" sibTransId="{D5BD7994-FCAD-4B31-9EEE-A729C4E73E2F}"/>
    <dgm:cxn modelId="{E6907610-C68E-4EC4-80CD-EBB0695210C9}" type="presOf" srcId="{73C07A6A-5FBF-48A1-BAAC-3EAA24F805C4}" destId="{233A7C8C-46A3-4F7E-ADAA-B246FAA11388}" srcOrd="0" destOrd="0" presId="urn:microsoft.com/office/officeart/2005/8/layout/orgChart1"/>
    <dgm:cxn modelId="{92303714-6D7D-4A59-A7BC-4CC7C86668CD}" srcId="{B9F52482-A3C0-4A8C-B19F-40EA24D86CC4}" destId="{D8C822D7-99E0-411B-B075-857D82D143FD}" srcOrd="0" destOrd="0" parTransId="{1F214E2A-70F1-45B8-9E2D-36506760C095}" sibTransId="{581E17E5-CB52-4BED-AD2B-6C4D2645F974}"/>
    <dgm:cxn modelId="{3BC35115-9DB2-4A3B-92A0-5D136F251B1B}" type="presOf" srcId="{7C7DA959-6652-450C-9EE0-714ABB293B46}" destId="{4A4F2455-15E1-45FC-B5B5-EFE702DA7BE3}" srcOrd="0" destOrd="0" presId="urn:microsoft.com/office/officeart/2005/8/layout/orgChart1"/>
    <dgm:cxn modelId="{88994618-B5C3-4DAF-8675-3B13118C7194}" type="presOf" srcId="{D8C822D7-99E0-411B-B075-857D82D143FD}" destId="{DD8FBFAB-99EF-481E-A5F8-44283BB22651}" srcOrd="0" destOrd="0" presId="urn:microsoft.com/office/officeart/2005/8/layout/orgChart1"/>
    <dgm:cxn modelId="{94B74F1B-6B19-4436-94DD-562716ADFCDF}" srcId="{63EB3855-F2F5-4450-9E68-9F15D0170280}" destId="{933B4C15-51AA-4C7A-8E52-0BDE07C0F779}" srcOrd="0" destOrd="0" parTransId="{0DAF6560-FF84-4032-98CD-458626A2DC7A}" sibTransId="{75029050-5EDE-43D6-9F04-EB8FBD746B82}"/>
    <dgm:cxn modelId="{27D8031C-E9D2-4478-AE69-67B0CE2902A3}" type="presOf" srcId="{D9CF3A36-3919-4DAF-9D0F-65EDF2A2227C}" destId="{36C6B498-FC29-43C5-8381-D3FD2801B4A4}" srcOrd="0" destOrd="0" presId="urn:microsoft.com/office/officeart/2005/8/layout/orgChart1"/>
    <dgm:cxn modelId="{D392961C-B9B3-47FA-879F-CEACF9397159}" srcId="{95496663-E162-40D9-AC4D-7C7447797A11}" destId="{73C07A6A-5FBF-48A1-BAAC-3EAA24F805C4}" srcOrd="2" destOrd="0" parTransId="{0CF86241-6F73-4837-908A-F86811304356}" sibTransId="{D98B7DA6-22BF-4AFF-BF4D-F22F05626083}"/>
    <dgm:cxn modelId="{45A3921E-E4FA-41BD-9B22-7C58566F4DA4}" type="presOf" srcId="{A0ACA73A-D4ED-4BA6-A745-0A544D61897C}" destId="{0D871280-8E5B-4C16-ABC2-04DF7E7FC736}" srcOrd="1" destOrd="0" presId="urn:microsoft.com/office/officeart/2005/8/layout/orgChart1"/>
    <dgm:cxn modelId="{AA28BE28-1114-4306-A86E-9E7A2F509D94}" srcId="{B9F52482-A3C0-4A8C-B19F-40EA24D86CC4}" destId="{913A8E3D-B7F2-48CC-9B15-91F9742FFBEB}" srcOrd="3" destOrd="0" parTransId="{5B5ABD68-77E2-4136-AA18-06E797079C41}" sibTransId="{82693DC8-472F-45B7-B4B0-F792DAE5BC95}"/>
    <dgm:cxn modelId="{81E9F928-A543-4A66-B80F-76418D70B21C}" type="presOf" srcId="{D8C822D7-99E0-411B-B075-857D82D143FD}" destId="{2CBA8A62-F960-4031-BA94-ED885C126E06}" srcOrd="1" destOrd="0" presId="urn:microsoft.com/office/officeart/2005/8/layout/orgChart1"/>
    <dgm:cxn modelId="{1CF74B2C-7A3E-4DA0-B8DE-07C8059EDA8E}" type="presOf" srcId="{1ED0C583-E091-45D1-BD41-4929423C7A0A}" destId="{8CD90173-FC94-496C-BAF6-651E022F3DA7}" srcOrd="1" destOrd="0" presId="urn:microsoft.com/office/officeart/2005/8/layout/orgChart1"/>
    <dgm:cxn modelId="{4BBF932D-7A4A-4D93-9D03-51DA7AABC382}" srcId="{99760861-5069-4575-BCD5-71F21E301FEB}" destId="{80FC8C8A-816E-4C67-80C1-D7F9EA4F4CDB}" srcOrd="0" destOrd="0" parTransId="{5A52C92D-4B11-4612-B537-6B4252131430}" sibTransId="{20554B08-CC54-4A5E-9929-70EF962CA83C}"/>
    <dgm:cxn modelId="{DB327630-0E50-4FB1-A433-86785305D347}" type="presOf" srcId="{7B19C791-94FC-401D-A56D-FBEFDD95A219}" destId="{3D8814E8-31DA-4985-ABA6-C64FF8DB819B}" srcOrd="0" destOrd="0" presId="urn:microsoft.com/office/officeart/2005/8/layout/orgChart1"/>
    <dgm:cxn modelId="{032A2236-EB33-40ED-B101-D0734AB153AE}" srcId="{933B4C15-51AA-4C7A-8E52-0BDE07C0F779}" destId="{71695F6A-F92F-4374-A7B9-1EB08727944E}" srcOrd="4" destOrd="0" parTransId="{D9CF3A36-3919-4DAF-9D0F-65EDF2A2227C}" sibTransId="{CA8C9F84-9BFF-4658-842B-E4D282CE7136}"/>
    <dgm:cxn modelId="{38568936-85A7-474B-B8E6-825EEDDF22AB}" type="presOf" srcId="{E8FEDB4D-ED79-413D-9B49-A2C57E9AECD3}" destId="{0F2BC2BD-296C-4329-B9DF-AC6CC329B61D}" srcOrd="1" destOrd="0" presId="urn:microsoft.com/office/officeart/2005/8/layout/orgChart1"/>
    <dgm:cxn modelId="{62834F39-9348-47A8-BF53-F94D84E8BD3B}" type="presOf" srcId="{B9F52482-A3C0-4A8C-B19F-40EA24D86CC4}" destId="{4458ED6C-4929-4CC5-8A8F-509EBE12235E}" srcOrd="0" destOrd="0" presId="urn:microsoft.com/office/officeart/2005/8/layout/orgChart1"/>
    <dgm:cxn modelId="{A000B33B-772A-490C-8A9D-781E962E96AC}" srcId="{933B4C15-51AA-4C7A-8E52-0BDE07C0F779}" destId="{F767C8F6-6FF2-47AF-AF0E-7AD35A376658}" srcOrd="2" destOrd="0" parTransId="{EE25A600-C77F-4B5F-8B12-DBAF1C43A00B}" sibTransId="{6DF1129E-DA0F-45FA-A0D1-C01DF120FDB9}"/>
    <dgm:cxn modelId="{2921343E-87A6-4CAF-80B9-4EA835EE3502}" srcId="{933B4C15-51AA-4C7A-8E52-0BDE07C0F779}" destId="{99760861-5069-4575-BCD5-71F21E301FEB}" srcOrd="1" destOrd="0" parTransId="{C2CB696A-266F-4163-B639-31B7A03B8459}" sibTransId="{8D5E27F2-0281-440A-8D14-2927D216EB94}"/>
    <dgm:cxn modelId="{F6F96F40-74EE-40E9-9E3D-C6CC3E183D5E}" type="presOf" srcId="{B9F52482-A3C0-4A8C-B19F-40EA24D86CC4}" destId="{A43C75BA-EBB0-462C-813E-AF8A0CF82620}" srcOrd="1" destOrd="0" presId="urn:microsoft.com/office/officeart/2005/8/layout/orgChart1"/>
    <dgm:cxn modelId="{115B7E5B-EEE5-4813-9DA9-07CF36776D90}" type="presOf" srcId="{5643B45F-1437-4D50-A3D7-5DD3A38BD762}" destId="{8C10CDC8-7F25-443A-8272-EDC28C178354}" srcOrd="0" destOrd="0" presId="urn:microsoft.com/office/officeart/2005/8/layout/orgChart1"/>
    <dgm:cxn modelId="{55048E5E-ABE7-471A-834A-FDF051D489DA}" type="presOf" srcId="{71695F6A-F92F-4374-A7B9-1EB08727944E}" destId="{967CEDBF-7723-4DA1-AD94-66D2C7C68D8B}" srcOrd="0" destOrd="0" presId="urn:microsoft.com/office/officeart/2005/8/layout/orgChart1"/>
    <dgm:cxn modelId="{CF050761-E1B5-4D97-A90C-34C550D18B72}" type="presOf" srcId="{5C1E1453-42B1-450B-9CF0-5E3FC680C8A4}" destId="{6A65F688-2EA1-4D25-8A0C-D57C52152DCE}" srcOrd="0" destOrd="0" presId="urn:microsoft.com/office/officeart/2005/8/layout/orgChart1"/>
    <dgm:cxn modelId="{37155361-1EB1-46E2-B788-A0B341921BBB}" type="presOf" srcId="{A28224C2-D41C-4FC0-8C06-A014F7ED20E0}" destId="{7B4F1970-6FD9-44E8-80F4-D0E06E8866BD}" srcOrd="0" destOrd="0" presId="urn:microsoft.com/office/officeart/2005/8/layout/orgChart1"/>
    <dgm:cxn modelId="{19A8EF62-E677-48DF-999B-32A2795D595E}" type="presOf" srcId="{71695F6A-F92F-4374-A7B9-1EB08727944E}" destId="{B8E0029D-D213-44CE-AE86-4E72466916F3}" srcOrd="1" destOrd="0" presId="urn:microsoft.com/office/officeart/2005/8/layout/orgChart1"/>
    <dgm:cxn modelId="{FA700544-D1F4-4C33-8A1F-10B43F92BF2E}" type="presOf" srcId="{2C459589-314D-4CAB-A8B6-5C64D1829D81}" destId="{4A6E1A2B-84A9-4DD1-8511-3BD0C0ED61A3}" srcOrd="0" destOrd="0" presId="urn:microsoft.com/office/officeart/2005/8/layout/orgChart1"/>
    <dgm:cxn modelId="{0D049264-AEE8-4932-AA88-D190B027BB85}" srcId="{99760861-5069-4575-BCD5-71F21E301FEB}" destId="{ACAB47D0-3A97-4CAE-9385-1FDE44253640}" srcOrd="5" destOrd="0" parTransId="{0495B2E8-9FA4-42EF-AC0B-99726E1EFCC4}" sibTransId="{AB59836A-1BF8-48FB-8E43-FF68C7E5E83C}"/>
    <dgm:cxn modelId="{BC337F46-9DD9-498E-91C2-758C61CB96EF}" type="presOf" srcId="{1A7B039B-4A5D-488B-90CC-F30E8D7D0CF2}" destId="{8850DA73-66DE-4BE7-929E-D68B756B0A09}" srcOrd="0" destOrd="0" presId="urn:microsoft.com/office/officeart/2005/8/layout/orgChart1"/>
    <dgm:cxn modelId="{71F19247-31D5-4593-AEBB-BAD3CF25DC71}" srcId="{933B4C15-51AA-4C7A-8E52-0BDE07C0F779}" destId="{B9F52482-A3C0-4A8C-B19F-40EA24D86CC4}" srcOrd="3" destOrd="0" parTransId="{24707595-2DE6-46DD-994B-025AC2DAFDB0}" sibTransId="{F1DDF835-F8BA-4A80-8D40-E8EAFC0FAF49}"/>
    <dgm:cxn modelId="{AA3ECC47-B915-4983-9DD7-789FDDB187C8}" type="presOf" srcId="{00E7A7E4-7484-4364-B69D-6E34FE82EFF0}" destId="{9E893015-96DF-4B5A-87DB-95D226573452}" srcOrd="1" destOrd="0" presId="urn:microsoft.com/office/officeart/2005/8/layout/orgChart1"/>
    <dgm:cxn modelId="{F2864B4B-7735-452F-BED1-62469ADB8649}" type="presOf" srcId="{A0ACA73A-D4ED-4BA6-A745-0A544D61897C}" destId="{7CD41F79-C0AB-432F-AA72-5792BC2D7093}" srcOrd="0" destOrd="0" presId="urn:microsoft.com/office/officeart/2005/8/layout/orgChart1"/>
    <dgm:cxn modelId="{3A2F714B-F101-4CEA-BF8C-27FCEDFE6AF7}" type="presOf" srcId="{EE25A600-C77F-4B5F-8B12-DBAF1C43A00B}" destId="{D3838529-5B64-4B8A-A346-9A9C5835D67B}" srcOrd="0" destOrd="0" presId="urn:microsoft.com/office/officeart/2005/8/layout/orgChart1"/>
    <dgm:cxn modelId="{01AF5A4C-82D9-4E5F-8D88-2B9FD8FEBF5D}" type="presOf" srcId="{4DC42CA2-2FF0-4DB4-B1E8-DAAA47D5AD5E}" destId="{F482AB45-00F9-4810-9853-6D712243895B}" srcOrd="0" destOrd="0" presId="urn:microsoft.com/office/officeart/2005/8/layout/orgChart1"/>
    <dgm:cxn modelId="{F41E176D-E4B6-4BEC-9132-5F49F85BB5AF}" type="presOf" srcId="{933B4C15-51AA-4C7A-8E52-0BDE07C0F779}" destId="{95F39F22-1A5D-4C91-BF64-30751E196490}" srcOrd="0" destOrd="0" presId="urn:microsoft.com/office/officeart/2005/8/layout/orgChart1"/>
    <dgm:cxn modelId="{FE7A7E6D-B439-4F24-865E-5DF76F436A48}" srcId="{933B4C15-51AA-4C7A-8E52-0BDE07C0F779}" destId="{95496663-E162-40D9-AC4D-7C7447797A11}" srcOrd="0" destOrd="0" parTransId="{32DCFF45-4902-41A7-B72A-D37F12635152}" sibTransId="{FEF59CF5-2F27-4D8F-8072-77856967818C}"/>
    <dgm:cxn modelId="{28A2474E-8E7D-48BD-80DF-A4D908DC9085}" type="presOf" srcId="{95496663-E162-40D9-AC4D-7C7447797A11}" destId="{6C21F1A3-A75D-409D-96DC-AFFB85C4229D}" srcOrd="0" destOrd="0" presId="urn:microsoft.com/office/officeart/2005/8/layout/orgChart1"/>
    <dgm:cxn modelId="{F257E34E-52BE-4478-B545-61A2CE1897CA}" type="presOf" srcId="{913A8E3D-B7F2-48CC-9B15-91F9742FFBEB}" destId="{D24ACA67-F0D8-4282-91C8-F280CB41C381}" srcOrd="0" destOrd="0" presId="urn:microsoft.com/office/officeart/2005/8/layout/orgChart1"/>
    <dgm:cxn modelId="{878D856F-7EBA-40CE-9D9C-24D93987039B}" type="presOf" srcId="{0CF86241-6F73-4837-908A-F86811304356}" destId="{A60C4CA2-235C-4E0F-B631-70C30F07037A}" srcOrd="0" destOrd="0" presId="urn:microsoft.com/office/officeart/2005/8/layout/orgChart1"/>
    <dgm:cxn modelId="{6D990E51-449D-4918-8E62-6D9650D21FAA}" type="presOf" srcId="{ACAB47D0-3A97-4CAE-9385-1FDE44253640}" destId="{9F6E083D-4A28-4F3B-BE5A-DF61828D0A24}" srcOrd="1" destOrd="0" presId="urn:microsoft.com/office/officeart/2005/8/layout/orgChart1"/>
    <dgm:cxn modelId="{CB163D71-5D9E-40EE-BD44-A16E1FEE0081}" type="presOf" srcId="{24707595-2DE6-46DD-994B-025AC2DAFDB0}" destId="{C7912601-29E7-4B4C-995B-A9A235182CA9}" srcOrd="0" destOrd="0" presId="urn:microsoft.com/office/officeart/2005/8/layout/orgChart1"/>
    <dgm:cxn modelId="{3E4EDF73-06B6-4BEA-8838-665BCE841A92}" type="presOf" srcId="{00E7A7E4-7484-4364-B69D-6E34FE82EFF0}" destId="{91AE5822-3DE2-438E-B41C-67DED4CDA657}" srcOrd="0" destOrd="0" presId="urn:microsoft.com/office/officeart/2005/8/layout/orgChart1"/>
    <dgm:cxn modelId="{36E4F476-B51F-46F0-B6FB-D9BFE9328C81}" type="presOf" srcId="{95496663-E162-40D9-AC4D-7C7447797A11}" destId="{7F340D57-0D8B-470E-B271-83486852D1E2}" srcOrd="1" destOrd="0" presId="urn:microsoft.com/office/officeart/2005/8/layout/orgChart1"/>
    <dgm:cxn modelId="{C69ABC57-CE4C-400B-82A9-180A9199DE51}" type="presOf" srcId="{F3F82D95-F0CE-4575-9273-5E0E2B0083ED}" destId="{41A90451-033B-4231-A30A-218DEAC67352}" srcOrd="0" destOrd="0" presId="urn:microsoft.com/office/officeart/2005/8/layout/orgChart1"/>
    <dgm:cxn modelId="{86FBD177-C88E-47EF-9CAD-D2AA9E00B095}" type="presOf" srcId="{99760861-5069-4575-BCD5-71F21E301FEB}" destId="{7B3321DF-CF9E-4E50-AF1B-EF1B36010AA2}" srcOrd="0" destOrd="0" presId="urn:microsoft.com/office/officeart/2005/8/layout/orgChart1"/>
    <dgm:cxn modelId="{28ABD279-FADF-45E9-9925-909C29650E26}" type="presOf" srcId="{32DCFF45-4902-41A7-B72A-D37F12635152}" destId="{A19872BA-01C5-469C-BEAC-20AF17A8494E}" srcOrd="0" destOrd="0" presId="urn:microsoft.com/office/officeart/2005/8/layout/orgChart1"/>
    <dgm:cxn modelId="{B13C915A-2B68-4B3D-A4C3-D2DF006ACCC6}" type="presOf" srcId="{2C459589-314D-4CAB-A8B6-5C64D1829D81}" destId="{F01CB13E-6EF1-4A4A-A2BD-4638965CB3F6}" srcOrd="1" destOrd="0" presId="urn:microsoft.com/office/officeart/2005/8/layout/orgChart1"/>
    <dgm:cxn modelId="{BDEBE77B-1508-4BD8-ACBD-13B38612275B}" srcId="{95496663-E162-40D9-AC4D-7C7447797A11}" destId="{2C459589-314D-4CAB-A8B6-5C64D1829D81}" srcOrd="3" destOrd="0" parTransId="{A46A0FFF-58F5-4869-996B-D73CD9022CD8}" sibTransId="{C38D05EA-8499-4673-B0FC-4BD8EB21685B}"/>
    <dgm:cxn modelId="{BCB68C7D-9BDC-429A-A237-C1DF186F6C62}" srcId="{95496663-E162-40D9-AC4D-7C7447797A11}" destId="{DE365D11-750A-4B14-9785-5F3674245DAD}" srcOrd="1" destOrd="0" parTransId="{65C9AC73-3442-41DB-A543-21B8F804C67D}" sibTransId="{64E21B43-3415-410B-8050-19D81A53905B}"/>
    <dgm:cxn modelId="{4470A97D-703A-4D78-9F31-B2DE9F792D0B}" srcId="{B9F52482-A3C0-4A8C-B19F-40EA24D86CC4}" destId="{00E7A7E4-7484-4364-B69D-6E34FE82EFF0}" srcOrd="2" destOrd="0" parTransId="{44144351-E0FD-4627-B8B2-CB33EC20C37E}" sibTransId="{ACA9D713-A9B1-4B70-8A26-C89454116CC1}"/>
    <dgm:cxn modelId="{F58B1F80-4EC2-4569-B026-46D19EC15FEA}" type="presOf" srcId="{94F9139E-FD5C-43F2-AD61-9C17A38C6CAD}" destId="{D92BE072-541D-48BF-8D47-44BB2285B7DC}" srcOrd="0" destOrd="0" presId="urn:microsoft.com/office/officeart/2005/8/layout/orgChart1"/>
    <dgm:cxn modelId="{6DDA4481-220F-4905-A095-AF7616E8DCA7}" type="presOf" srcId="{913A8E3D-B7F2-48CC-9B15-91F9742FFBEB}" destId="{036C679C-B623-4DE0-A35A-8EDCDE592FAA}" srcOrd="1" destOrd="0" presId="urn:microsoft.com/office/officeart/2005/8/layout/orgChart1"/>
    <dgm:cxn modelId="{9E1CB584-DBC7-4606-B4D2-90AC0E68651F}" srcId="{F767C8F6-6FF2-47AF-AF0E-7AD35A376658}" destId="{5C1E1453-42B1-450B-9CF0-5E3FC680C8A4}" srcOrd="1" destOrd="0" parTransId="{7B19C791-94FC-401D-A56D-FBEFDD95A219}" sibTransId="{1F0796E3-322D-45D5-83A8-5ABBAE78A4C4}"/>
    <dgm:cxn modelId="{7FD89B85-E042-4C3F-B20F-78B2F5ED0551}" srcId="{99760861-5069-4575-BCD5-71F21E301FEB}" destId="{1A7B039B-4A5D-488B-90CC-F30E8D7D0CF2}" srcOrd="1" destOrd="0" parTransId="{94F9139E-FD5C-43F2-AD61-9C17A38C6CAD}" sibTransId="{836947BB-A8C8-464B-AC59-379A99999E93}"/>
    <dgm:cxn modelId="{F044D28C-2F8D-488F-AA27-47277624DDB8}" type="presOf" srcId="{A28224C2-D41C-4FC0-8C06-A014F7ED20E0}" destId="{F8214204-AE96-41B0-ACF9-7F431E6392CC}" srcOrd="1" destOrd="0" presId="urn:microsoft.com/office/officeart/2005/8/layout/orgChart1"/>
    <dgm:cxn modelId="{8C3BCF90-23FC-4488-AC44-5DD48841F661}" srcId="{99760861-5069-4575-BCD5-71F21E301FEB}" destId="{4DC42CA2-2FF0-4DB4-B1E8-DAAA47D5AD5E}" srcOrd="4" destOrd="0" parTransId="{91F064B5-2919-4EDF-B141-3BC308AE1E65}" sibTransId="{168944CA-864B-4402-B927-9EF14A5EBC88}"/>
    <dgm:cxn modelId="{56FE4493-27AC-4323-8E61-A104B8730BAC}" type="presOf" srcId="{80FC8C8A-816E-4C67-80C1-D7F9EA4F4CDB}" destId="{C28696C4-B1DF-4F48-8646-7E24E07916FD}" srcOrd="0" destOrd="0" presId="urn:microsoft.com/office/officeart/2005/8/layout/orgChart1"/>
    <dgm:cxn modelId="{61DED093-E90B-4F96-9720-61FE0A0034D8}" srcId="{99760861-5069-4575-BCD5-71F21E301FEB}" destId="{5643B45F-1437-4D50-A3D7-5DD3A38BD762}" srcOrd="2" destOrd="0" parTransId="{7910D8C3-B924-4772-BD20-BA1759984CC1}" sibTransId="{82297B69-DD4F-48E6-A5FD-FEEEFD7A0ACB}"/>
    <dgm:cxn modelId="{62132D95-8321-4455-A4FD-0A99A9F86780}" type="presOf" srcId="{E8FEDB4D-ED79-413D-9B49-A2C57E9AECD3}" destId="{807D75BE-EEFA-46AE-BB4E-7ED87EBF35E0}" srcOrd="0" destOrd="0" presId="urn:microsoft.com/office/officeart/2005/8/layout/orgChart1"/>
    <dgm:cxn modelId="{90418096-B7DF-4185-9E55-EB8C0FD5D0EB}" type="presOf" srcId="{3113069A-EB5B-426C-B1F3-A90426E18DF7}" destId="{9B3A6B51-03AE-4561-A95F-8525D75E28A1}" srcOrd="0" destOrd="0" presId="urn:microsoft.com/office/officeart/2005/8/layout/orgChart1"/>
    <dgm:cxn modelId="{A7F62097-EA9E-44E7-9723-DFB4B5807FCC}" type="presOf" srcId="{80FC8C8A-816E-4C67-80C1-D7F9EA4F4CDB}" destId="{6A1F2E86-7ADB-4D99-A12C-3C92F510684A}" srcOrd="1" destOrd="0" presId="urn:microsoft.com/office/officeart/2005/8/layout/orgChart1"/>
    <dgm:cxn modelId="{F7802897-477F-48C2-B309-7D8C4DA9AEFF}" type="presOf" srcId="{F72A1D78-2952-41E4-954F-6BF7BFAD99A0}" destId="{98F17D9F-7FBB-45CF-93E9-62224A7AF19E}" srcOrd="0" destOrd="0" presId="urn:microsoft.com/office/officeart/2005/8/layout/orgChart1"/>
    <dgm:cxn modelId="{9F218997-C7B4-4342-AFC1-426032C089FE}" srcId="{B9F52482-A3C0-4A8C-B19F-40EA24D86CC4}" destId="{EC1254BE-50C0-4665-8577-89D2FD74F824}" srcOrd="1" destOrd="0" parTransId="{1DFF4E93-1AE4-4F2B-AFD5-DF661B7FE6E4}" sibTransId="{59C1FEB4-33DF-4BB4-8648-DB1A4307FD17}"/>
    <dgm:cxn modelId="{2F0A1D98-C43D-49D9-A803-87509712C257}" type="presOf" srcId="{5643B45F-1437-4D50-A3D7-5DD3A38BD762}" destId="{1472E1ED-2546-487B-A4D7-9E63D772FCCC}" srcOrd="1" destOrd="0" presId="urn:microsoft.com/office/officeart/2005/8/layout/orgChart1"/>
    <dgm:cxn modelId="{2FA12A99-EA6B-44D8-8793-A69A8D0EABDC}" type="presOf" srcId="{E8AF8FC9-60FC-47E5-A374-C90B52F4E3DD}" destId="{C8F232ED-2143-448A-9863-368D44920CA5}" srcOrd="0" destOrd="0" presId="urn:microsoft.com/office/officeart/2005/8/layout/orgChart1"/>
    <dgm:cxn modelId="{6090B89F-4C51-4F12-B484-6A9D78AB48EA}" type="presOf" srcId="{F767C8F6-6FF2-47AF-AF0E-7AD35A376658}" destId="{396AAEE4-4257-42DD-AEB3-73F61A9B123A}" srcOrd="1" destOrd="0" presId="urn:microsoft.com/office/officeart/2005/8/layout/orgChart1"/>
    <dgm:cxn modelId="{16A5B4A0-FBCF-4AD5-89B2-336EB913F2EC}" type="presOf" srcId="{0495B2E8-9FA4-42EF-AC0B-99726E1EFCC4}" destId="{65307A04-9EE6-4A4A-B12F-06FF0591B599}" srcOrd="0" destOrd="0" presId="urn:microsoft.com/office/officeart/2005/8/layout/orgChart1"/>
    <dgm:cxn modelId="{3B831EAC-368F-4448-8D95-964DF25567E1}" type="presOf" srcId="{DE365D11-750A-4B14-9785-5F3674245DAD}" destId="{86C00266-8724-4799-95E4-2D4029C91AF6}" srcOrd="1" destOrd="0" presId="urn:microsoft.com/office/officeart/2005/8/layout/orgChart1"/>
    <dgm:cxn modelId="{838987B0-0E42-43D9-A356-94DB72D4F619}" srcId="{99760861-5069-4575-BCD5-71F21E301FEB}" destId="{E8FEDB4D-ED79-413D-9B49-A2C57E9AECD3}" srcOrd="3" destOrd="0" parTransId="{F72A1D78-2952-41E4-954F-6BF7BFAD99A0}" sibTransId="{1A586F44-76EC-43E9-BB2C-672A5F0C41C7}"/>
    <dgm:cxn modelId="{81B8F2B3-F4E1-4468-9347-F730ADA76411}" type="presOf" srcId="{65C9AC73-3442-41DB-A543-21B8F804C67D}" destId="{5B56D1A9-7634-42AD-8DBA-06598BE14570}" srcOrd="0" destOrd="0" presId="urn:microsoft.com/office/officeart/2005/8/layout/orgChart1"/>
    <dgm:cxn modelId="{1EDD62B4-4F65-4A81-A477-AA1318710CE5}" type="presOf" srcId="{1F214E2A-70F1-45B8-9E2D-36506760C095}" destId="{AF9E4826-E194-474D-8AD0-5B8FB336DAFE}" srcOrd="0" destOrd="0" presId="urn:microsoft.com/office/officeart/2005/8/layout/orgChart1"/>
    <dgm:cxn modelId="{8C24F0B4-F2D4-4B14-8178-833587BAFE19}" type="presOf" srcId="{4DC42CA2-2FF0-4DB4-B1E8-DAAA47D5AD5E}" destId="{4C52AD9D-4AB1-4B67-A2BD-F385AE6974C9}" srcOrd="1" destOrd="0" presId="urn:microsoft.com/office/officeart/2005/8/layout/orgChart1"/>
    <dgm:cxn modelId="{91BB40B6-5FBC-49A8-9E12-B888FB8819DF}" type="presOf" srcId="{44144351-E0FD-4627-B8B2-CB33EC20C37E}" destId="{25A169C9-D625-4D63-955D-9CDD80B13D2B}" srcOrd="0" destOrd="0" presId="urn:microsoft.com/office/officeart/2005/8/layout/orgChart1"/>
    <dgm:cxn modelId="{8AA4D5B8-C178-4765-9A2B-6BEE91716CF1}" type="presOf" srcId="{7910D8C3-B924-4772-BD20-BA1759984CC1}" destId="{D1BF4836-7EA0-4E3A-B2EE-68C87CD47824}" srcOrd="0" destOrd="0" presId="urn:microsoft.com/office/officeart/2005/8/layout/orgChart1"/>
    <dgm:cxn modelId="{47FD92BB-8C95-4515-8250-4F6BCE2B11A3}" type="presOf" srcId="{73C07A6A-5FBF-48A1-BAAC-3EAA24F805C4}" destId="{56ADEC35-55DC-4E39-8E10-81A5DFFB6158}" srcOrd="1" destOrd="0" presId="urn:microsoft.com/office/officeart/2005/8/layout/orgChart1"/>
    <dgm:cxn modelId="{4C2F37BC-9FC6-462F-A324-5037CFAB74C1}" srcId="{F767C8F6-6FF2-47AF-AF0E-7AD35A376658}" destId="{A28224C2-D41C-4FC0-8C06-A014F7ED20E0}" srcOrd="0" destOrd="0" parTransId="{7C7DA959-6652-450C-9EE0-714ABB293B46}" sibTransId="{C6AEF2CB-E249-4D2F-811E-AD2F07EC4364}"/>
    <dgm:cxn modelId="{EB5A0EBF-9F8E-43FD-82B4-24A9894BCA87}" type="presOf" srcId="{C2CB696A-266F-4163-B639-31B7A03B8459}" destId="{7E52E226-18E7-4115-927C-A390E08D37CF}" srcOrd="0" destOrd="0" presId="urn:microsoft.com/office/officeart/2005/8/layout/orgChart1"/>
    <dgm:cxn modelId="{B9A486C2-5EFB-4A5D-8AD7-6629D70FDD66}" type="presOf" srcId="{587EE1A5-D757-4238-B442-5F364BB3BCB0}" destId="{10BDB22B-E888-4C86-8617-33DF58217A67}" srcOrd="1" destOrd="0" presId="urn:microsoft.com/office/officeart/2005/8/layout/orgChart1"/>
    <dgm:cxn modelId="{1A3C11C9-597C-4E4A-ABB7-E2B10C69BB72}" type="presOf" srcId="{DE365D11-750A-4B14-9785-5F3674245DAD}" destId="{FD570AC1-5925-4550-B065-E0FE8F3821E0}" srcOrd="0" destOrd="0" presId="urn:microsoft.com/office/officeart/2005/8/layout/orgChart1"/>
    <dgm:cxn modelId="{1B39E1CA-46C6-419E-AE1E-CA5E57DD9990}" type="presOf" srcId="{1A7B039B-4A5D-488B-90CC-F30E8D7D0CF2}" destId="{E8D138FF-7B85-4CFA-BBDF-0F40C6FCD188}" srcOrd="1" destOrd="0" presId="urn:microsoft.com/office/officeart/2005/8/layout/orgChart1"/>
    <dgm:cxn modelId="{5402A5D2-31AC-4817-B54E-8990D1AD6B60}" type="presOf" srcId="{F767C8F6-6FF2-47AF-AF0E-7AD35A376658}" destId="{315FDF72-36E5-45A9-8C08-8B23258963C2}" srcOrd="0" destOrd="0" presId="urn:microsoft.com/office/officeart/2005/8/layout/orgChart1"/>
    <dgm:cxn modelId="{BDEF4AD3-9564-47E0-B4E4-E9DFD7FC277C}" type="presOf" srcId="{EC1254BE-50C0-4665-8577-89D2FD74F824}" destId="{C953965E-0A08-44DE-BA87-A0C147D24E6B}" srcOrd="1" destOrd="0" presId="urn:microsoft.com/office/officeart/2005/8/layout/orgChart1"/>
    <dgm:cxn modelId="{9C23C0D3-794A-49B0-B8CF-C6C82F0F840A}" type="presOf" srcId="{ACAB47D0-3A97-4CAE-9385-1FDE44253640}" destId="{5278F1F1-108B-40AF-BEB9-2C5F4AEFF4E9}" srcOrd="0" destOrd="0" presId="urn:microsoft.com/office/officeart/2005/8/layout/orgChart1"/>
    <dgm:cxn modelId="{709781D7-C2E9-4DFC-846C-3B9C5D4E109B}" type="presOf" srcId="{91F064B5-2919-4EDF-B141-3BC308AE1E65}" destId="{6F878983-AD9B-4D5E-AD08-7DBB48054FAF}" srcOrd="0" destOrd="0" presId="urn:microsoft.com/office/officeart/2005/8/layout/orgChart1"/>
    <dgm:cxn modelId="{AD9524D8-ACC6-4A3F-93B8-62FF5DE37D72}" type="presOf" srcId="{BED449AB-13C4-46A7-91D6-802185916B12}" destId="{7C6E8EA0-31A4-44C5-B931-F3E96ED5F68B}" srcOrd="0" destOrd="0" presId="urn:microsoft.com/office/officeart/2005/8/layout/orgChart1"/>
    <dgm:cxn modelId="{D733CCD8-65D1-422B-BDA4-472C1390F01B}" type="presOf" srcId="{EC1254BE-50C0-4665-8577-89D2FD74F824}" destId="{3CCEA64C-8282-4958-AB20-AA8C7FBB50EB}" srcOrd="0" destOrd="0" presId="urn:microsoft.com/office/officeart/2005/8/layout/orgChart1"/>
    <dgm:cxn modelId="{526ACDDA-8020-4B5E-8BA7-F9B834BFE1D5}" type="presOf" srcId="{587EE1A5-D757-4238-B442-5F364BB3BCB0}" destId="{4B6C7682-1423-4EF5-9DA9-F333DBE30F38}" srcOrd="0" destOrd="0" presId="urn:microsoft.com/office/officeart/2005/8/layout/orgChart1"/>
    <dgm:cxn modelId="{77FF21DC-72CD-4888-B227-12105734B194}" type="presOf" srcId="{A46A0FFF-58F5-4869-996B-D73CD9022CD8}" destId="{F2488821-F633-4698-8F37-D8C0A7BEF3AE}" srcOrd="0" destOrd="0" presId="urn:microsoft.com/office/officeart/2005/8/layout/orgChart1"/>
    <dgm:cxn modelId="{9301AFE3-A6E5-4455-9822-9E0F506E570E}" type="presOf" srcId="{5A52C92D-4B11-4612-B537-6B4252131430}" destId="{5A664DA5-11A6-4A7F-B292-CC76F35DF789}" srcOrd="0" destOrd="0" presId="urn:microsoft.com/office/officeart/2005/8/layout/orgChart1"/>
    <dgm:cxn modelId="{7DD45FE8-2E64-4458-B3A4-254040498EA2}" type="presOf" srcId="{99760861-5069-4575-BCD5-71F21E301FEB}" destId="{ABF8BEE1-9F2C-4F26-B710-F153A16C3190}" srcOrd="1" destOrd="0" presId="urn:microsoft.com/office/officeart/2005/8/layout/orgChart1"/>
    <dgm:cxn modelId="{426385E8-5DCC-4A99-82B6-92EEA7FAB88A}" type="presOf" srcId="{8C3A5CD0-9806-40DE-93AE-FD02E750019B}" destId="{F07CA4F6-CAA0-4EE3-B5D7-C998BD2C5EB9}" srcOrd="0" destOrd="0" presId="urn:microsoft.com/office/officeart/2005/8/layout/orgChart1"/>
    <dgm:cxn modelId="{E6ED52EA-D971-43F5-9686-01D198DE22A0}" type="presOf" srcId="{1ED0C583-E091-45D1-BD41-4929423C7A0A}" destId="{D5EA9A43-97F7-4F74-B403-68607B5F50A6}" srcOrd="0" destOrd="0" presId="urn:microsoft.com/office/officeart/2005/8/layout/orgChart1"/>
    <dgm:cxn modelId="{3A56CDEE-1654-469F-A675-4ED57DB6DBBD}" type="presOf" srcId="{933B4C15-51AA-4C7A-8E52-0BDE07C0F779}" destId="{79650B34-E2A6-44C2-8106-8675CDD1297C}" srcOrd="1" destOrd="0" presId="urn:microsoft.com/office/officeart/2005/8/layout/orgChart1"/>
    <dgm:cxn modelId="{A2B257EF-2A91-4904-80C1-D32E667897D3}" srcId="{95496663-E162-40D9-AC4D-7C7447797A11}" destId="{587EE1A5-D757-4238-B442-5F364BB3BCB0}" srcOrd="4" destOrd="0" parTransId="{F3F82D95-F0CE-4575-9273-5E0E2B0083ED}" sibTransId="{26477181-A3F8-4C3C-9ECD-B73BB33BF278}"/>
    <dgm:cxn modelId="{743BE2F2-0E7F-4E73-BFD7-70FED4B84BC1}" type="presOf" srcId="{E8AF8FC9-60FC-47E5-A374-C90B52F4E3DD}" destId="{9293443C-41DA-440C-8F27-72C251D46E98}" srcOrd="1" destOrd="0" presId="urn:microsoft.com/office/officeart/2005/8/layout/orgChart1"/>
    <dgm:cxn modelId="{383810F6-F5DC-4762-BD8D-B3AEBDAC3920}" type="presOf" srcId="{5B5ABD68-77E2-4136-AA18-06E797079C41}" destId="{96B9D83B-8573-4444-BEAB-5070DCD1D6E0}" srcOrd="0" destOrd="0" presId="urn:microsoft.com/office/officeart/2005/8/layout/orgChart1"/>
    <dgm:cxn modelId="{AA10D2F6-2E3E-46F3-B562-153C8AB2BEB0}" type="presOf" srcId="{1DFF4E93-1AE4-4F2B-AFD5-DF661B7FE6E4}" destId="{47746808-1D17-472E-86CD-44CC3E44FD2F}" srcOrd="0" destOrd="0" presId="urn:microsoft.com/office/officeart/2005/8/layout/orgChart1"/>
    <dgm:cxn modelId="{285D7AFE-E26A-4FD7-B737-2153866F44DE}" type="presOf" srcId="{63EB3855-F2F5-4450-9E68-9F15D0170280}" destId="{C27901C1-8844-4EA1-8A7D-4FABD5FC739E}" srcOrd="0" destOrd="0" presId="urn:microsoft.com/office/officeart/2005/8/layout/orgChart1"/>
    <dgm:cxn modelId="{7F2789FF-C24B-463C-A6F3-8FEDB6E5254B}" srcId="{95496663-E162-40D9-AC4D-7C7447797A11}" destId="{A0ACA73A-D4ED-4BA6-A745-0A544D61897C}" srcOrd="5" destOrd="0" parTransId="{8C3A5CD0-9806-40DE-93AE-FD02E750019B}" sibTransId="{2545C625-186F-49B8-9106-FF6C49594D21}"/>
    <dgm:cxn modelId="{C1C43D6B-EE47-414C-AD45-046CCAD3AAC3}" type="presParOf" srcId="{C27901C1-8844-4EA1-8A7D-4FABD5FC739E}" destId="{4301A755-044A-4637-9817-95AB711BE5CC}" srcOrd="0" destOrd="0" presId="urn:microsoft.com/office/officeart/2005/8/layout/orgChart1"/>
    <dgm:cxn modelId="{6C77DBAE-BECB-47D3-82DE-6296EC3713CF}" type="presParOf" srcId="{4301A755-044A-4637-9817-95AB711BE5CC}" destId="{D076BE83-FCB7-462C-A4CB-D914D5808367}" srcOrd="0" destOrd="0" presId="urn:microsoft.com/office/officeart/2005/8/layout/orgChart1"/>
    <dgm:cxn modelId="{C55870B5-DE96-479F-9353-49719238E10B}" type="presParOf" srcId="{D076BE83-FCB7-462C-A4CB-D914D5808367}" destId="{95F39F22-1A5D-4C91-BF64-30751E196490}" srcOrd="0" destOrd="0" presId="urn:microsoft.com/office/officeart/2005/8/layout/orgChart1"/>
    <dgm:cxn modelId="{488DA0C8-62D6-44B9-BD5E-D17580356DB6}" type="presParOf" srcId="{D076BE83-FCB7-462C-A4CB-D914D5808367}" destId="{79650B34-E2A6-44C2-8106-8675CDD1297C}" srcOrd="1" destOrd="0" presId="urn:microsoft.com/office/officeart/2005/8/layout/orgChart1"/>
    <dgm:cxn modelId="{6780DEED-7F5A-421B-B79E-0707678FE2AC}" type="presParOf" srcId="{4301A755-044A-4637-9817-95AB711BE5CC}" destId="{ECFA7939-7166-43FA-857A-2747D4B44BAC}" srcOrd="1" destOrd="0" presId="urn:microsoft.com/office/officeart/2005/8/layout/orgChart1"/>
    <dgm:cxn modelId="{212ED243-D1BB-46DE-89F3-C92DE73B2D0A}" type="presParOf" srcId="{ECFA7939-7166-43FA-857A-2747D4B44BAC}" destId="{A19872BA-01C5-469C-BEAC-20AF17A8494E}" srcOrd="0" destOrd="0" presId="urn:microsoft.com/office/officeart/2005/8/layout/orgChart1"/>
    <dgm:cxn modelId="{344951AE-31BD-45DD-AE0B-27B6ECD97B6A}" type="presParOf" srcId="{ECFA7939-7166-43FA-857A-2747D4B44BAC}" destId="{56D74875-D04D-4D35-8F23-348983C12683}" srcOrd="1" destOrd="0" presId="urn:microsoft.com/office/officeart/2005/8/layout/orgChart1"/>
    <dgm:cxn modelId="{889BEF41-81F1-46F8-BE9C-AE8B3DCD3796}" type="presParOf" srcId="{56D74875-D04D-4D35-8F23-348983C12683}" destId="{8AEDE96E-8036-487B-A2AC-845D3320D686}" srcOrd="0" destOrd="0" presId="urn:microsoft.com/office/officeart/2005/8/layout/orgChart1"/>
    <dgm:cxn modelId="{5689EA90-8E4B-459B-A411-E8D51D5F9D13}" type="presParOf" srcId="{8AEDE96E-8036-487B-A2AC-845D3320D686}" destId="{6C21F1A3-A75D-409D-96DC-AFFB85C4229D}" srcOrd="0" destOrd="0" presId="urn:microsoft.com/office/officeart/2005/8/layout/orgChart1"/>
    <dgm:cxn modelId="{62319BC3-886C-4FD3-A620-F4DEE4A9BEDB}" type="presParOf" srcId="{8AEDE96E-8036-487B-A2AC-845D3320D686}" destId="{7F340D57-0D8B-470E-B271-83486852D1E2}" srcOrd="1" destOrd="0" presId="urn:microsoft.com/office/officeart/2005/8/layout/orgChart1"/>
    <dgm:cxn modelId="{B720B257-2C02-4635-A333-0340761C0006}" type="presParOf" srcId="{56D74875-D04D-4D35-8F23-348983C12683}" destId="{CE69B059-550E-4213-B921-E86B209B58B3}" srcOrd="1" destOrd="0" presId="urn:microsoft.com/office/officeart/2005/8/layout/orgChart1"/>
    <dgm:cxn modelId="{FC6DA7CA-D012-46FD-9F6E-D2E4CA3DFC96}" type="presParOf" srcId="{CE69B059-550E-4213-B921-E86B209B58B3}" destId="{9B3A6B51-03AE-4561-A95F-8525D75E28A1}" srcOrd="0" destOrd="0" presId="urn:microsoft.com/office/officeart/2005/8/layout/orgChart1"/>
    <dgm:cxn modelId="{582E924E-EF6D-4EC3-B9C8-45A2D29C12FE}" type="presParOf" srcId="{CE69B059-550E-4213-B921-E86B209B58B3}" destId="{2B34D696-2B66-4D27-8B59-9996184C7F81}" srcOrd="1" destOrd="0" presId="urn:microsoft.com/office/officeart/2005/8/layout/orgChart1"/>
    <dgm:cxn modelId="{41FBF822-635A-437D-8CD5-5B929CE6CB75}" type="presParOf" srcId="{2B34D696-2B66-4D27-8B59-9996184C7F81}" destId="{AAA7C0C8-C37F-4813-9750-D9E44EEE571F}" srcOrd="0" destOrd="0" presId="urn:microsoft.com/office/officeart/2005/8/layout/orgChart1"/>
    <dgm:cxn modelId="{9F163425-C60A-41CD-84FB-83AD1CA5837B}" type="presParOf" srcId="{AAA7C0C8-C37F-4813-9750-D9E44EEE571F}" destId="{D5EA9A43-97F7-4F74-B403-68607B5F50A6}" srcOrd="0" destOrd="0" presId="urn:microsoft.com/office/officeart/2005/8/layout/orgChart1"/>
    <dgm:cxn modelId="{82E58BAF-297F-47EE-B53E-638BEDCE3208}" type="presParOf" srcId="{AAA7C0C8-C37F-4813-9750-D9E44EEE571F}" destId="{8CD90173-FC94-496C-BAF6-651E022F3DA7}" srcOrd="1" destOrd="0" presId="urn:microsoft.com/office/officeart/2005/8/layout/orgChart1"/>
    <dgm:cxn modelId="{DFAD9A13-4496-4C0E-A0B8-DE36B7E669A1}" type="presParOf" srcId="{2B34D696-2B66-4D27-8B59-9996184C7F81}" destId="{F1F9DBD0-0BDE-4B15-A54F-C0D15D503242}" srcOrd="1" destOrd="0" presId="urn:microsoft.com/office/officeart/2005/8/layout/orgChart1"/>
    <dgm:cxn modelId="{A29ED6C9-0BB1-42E5-896B-ECD5C77F012C}" type="presParOf" srcId="{2B34D696-2B66-4D27-8B59-9996184C7F81}" destId="{164C86B3-66AF-4C3B-8C56-7A6608DD3E93}" srcOrd="2" destOrd="0" presId="urn:microsoft.com/office/officeart/2005/8/layout/orgChart1"/>
    <dgm:cxn modelId="{4AF33D45-DCBE-4AB9-99BA-F29A68277775}" type="presParOf" srcId="{CE69B059-550E-4213-B921-E86B209B58B3}" destId="{5B56D1A9-7634-42AD-8DBA-06598BE14570}" srcOrd="2" destOrd="0" presId="urn:microsoft.com/office/officeart/2005/8/layout/orgChart1"/>
    <dgm:cxn modelId="{E41AC9BA-93C6-4A54-9DF5-3550E01214CB}" type="presParOf" srcId="{CE69B059-550E-4213-B921-E86B209B58B3}" destId="{3DAD1DE6-D1E4-412F-BD3F-CF19189CDCA7}" srcOrd="3" destOrd="0" presId="urn:microsoft.com/office/officeart/2005/8/layout/orgChart1"/>
    <dgm:cxn modelId="{FBF66DCE-02B9-4B3E-8E5A-EB18AF803602}" type="presParOf" srcId="{3DAD1DE6-D1E4-412F-BD3F-CF19189CDCA7}" destId="{33A124CE-0A07-4E89-8B12-942FCA636457}" srcOrd="0" destOrd="0" presId="urn:microsoft.com/office/officeart/2005/8/layout/orgChart1"/>
    <dgm:cxn modelId="{E5EDCF8C-EB19-40A7-93A6-3DF9D1643226}" type="presParOf" srcId="{33A124CE-0A07-4E89-8B12-942FCA636457}" destId="{FD570AC1-5925-4550-B065-E0FE8F3821E0}" srcOrd="0" destOrd="0" presId="urn:microsoft.com/office/officeart/2005/8/layout/orgChart1"/>
    <dgm:cxn modelId="{03F6ACD7-9F87-481D-B9A6-B7E2B6AA8A3C}" type="presParOf" srcId="{33A124CE-0A07-4E89-8B12-942FCA636457}" destId="{86C00266-8724-4799-95E4-2D4029C91AF6}" srcOrd="1" destOrd="0" presId="urn:microsoft.com/office/officeart/2005/8/layout/orgChart1"/>
    <dgm:cxn modelId="{B1C35242-CD4D-44F7-9BB1-57CC4DE46DC3}" type="presParOf" srcId="{3DAD1DE6-D1E4-412F-BD3F-CF19189CDCA7}" destId="{2A62371B-8FDB-4226-A9E5-27363AB607C9}" srcOrd="1" destOrd="0" presId="urn:microsoft.com/office/officeart/2005/8/layout/orgChart1"/>
    <dgm:cxn modelId="{83F98B82-7614-4CBE-885E-555D224DD2D2}" type="presParOf" srcId="{3DAD1DE6-D1E4-412F-BD3F-CF19189CDCA7}" destId="{69508F1A-6B0D-4A70-94CD-EAEDD7722D03}" srcOrd="2" destOrd="0" presId="urn:microsoft.com/office/officeart/2005/8/layout/orgChart1"/>
    <dgm:cxn modelId="{E21A4014-A9E9-4606-A313-24359DEA8661}" type="presParOf" srcId="{CE69B059-550E-4213-B921-E86B209B58B3}" destId="{A60C4CA2-235C-4E0F-B631-70C30F07037A}" srcOrd="4" destOrd="0" presId="urn:microsoft.com/office/officeart/2005/8/layout/orgChart1"/>
    <dgm:cxn modelId="{FF9900C1-C59F-42FA-B819-1201321FA562}" type="presParOf" srcId="{CE69B059-550E-4213-B921-E86B209B58B3}" destId="{10C7924E-01E2-4CE2-B8BF-FD34B35587A7}" srcOrd="5" destOrd="0" presId="urn:microsoft.com/office/officeart/2005/8/layout/orgChart1"/>
    <dgm:cxn modelId="{994CA0A5-55DF-4324-9CEC-F95924358EA4}" type="presParOf" srcId="{10C7924E-01E2-4CE2-B8BF-FD34B35587A7}" destId="{F23D290E-A18C-4F49-A747-A1BC96C66705}" srcOrd="0" destOrd="0" presId="urn:microsoft.com/office/officeart/2005/8/layout/orgChart1"/>
    <dgm:cxn modelId="{1B82D2D9-6D5A-4D5B-8096-E721343AD12B}" type="presParOf" srcId="{F23D290E-A18C-4F49-A747-A1BC96C66705}" destId="{233A7C8C-46A3-4F7E-ADAA-B246FAA11388}" srcOrd="0" destOrd="0" presId="urn:microsoft.com/office/officeart/2005/8/layout/orgChart1"/>
    <dgm:cxn modelId="{28572C19-2036-4132-9076-63913748416D}" type="presParOf" srcId="{F23D290E-A18C-4F49-A747-A1BC96C66705}" destId="{56ADEC35-55DC-4E39-8E10-81A5DFFB6158}" srcOrd="1" destOrd="0" presId="urn:microsoft.com/office/officeart/2005/8/layout/orgChart1"/>
    <dgm:cxn modelId="{97A3AF47-2BA4-4DAA-83B8-5FF0FDFCEB40}" type="presParOf" srcId="{10C7924E-01E2-4CE2-B8BF-FD34B35587A7}" destId="{181DDDAF-0A2E-4A3C-BC22-34765FF75749}" srcOrd="1" destOrd="0" presId="urn:microsoft.com/office/officeart/2005/8/layout/orgChart1"/>
    <dgm:cxn modelId="{48E23FD5-C4A2-41B1-A870-83B7FA291040}" type="presParOf" srcId="{10C7924E-01E2-4CE2-B8BF-FD34B35587A7}" destId="{9680279C-5AAA-4321-B134-946489F90DDB}" srcOrd="2" destOrd="0" presId="urn:microsoft.com/office/officeart/2005/8/layout/orgChart1"/>
    <dgm:cxn modelId="{1CC446CB-C80C-48C2-A886-9909C45D9E93}" type="presParOf" srcId="{CE69B059-550E-4213-B921-E86B209B58B3}" destId="{F2488821-F633-4698-8F37-D8C0A7BEF3AE}" srcOrd="6" destOrd="0" presId="urn:microsoft.com/office/officeart/2005/8/layout/orgChart1"/>
    <dgm:cxn modelId="{26038258-30ED-4671-8F24-900E66FEA209}" type="presParOf" srcId="{CE69B059-550E-4213-B921-E86B209B58B3}" destId="{1267FA63-DB32-4AEF-82E0-28D025732E97}" srcOrd="7" destOrd="0" presId="urn:microsoft.com/office/officeart/2005/8/layout/orgChart1"/>
    <dgm:cxn modelId="{C138E6B6-6CC7-4C91-8925-6F66D39C3429}" type="presParOf" srcId="{1267FA63-DB32-4AEF-82E0-28D025732E97}" destId="{AF5D6539-AE15-4C97-A327-A711A3C97671}" srcOrd="0" destOrd="0" presId="urn:microsoft.com/office/officeart/2005/8/layout/orgChart1"/>
    <dgm:cxn modelId="{5766D65B-5AB0-472A-AB86-894C55D42B69}" type="presParOf" srcId="{AF5D6539-AE15-4C97-A327-A711A3C97671}" destId="{4A6E1A2B-84A9-4DD1-8511-3BD0C0ED61A3}" srcOrd="0" destOrd="0" presId="urn:microsoft.com/office/officeart/2005/8/layout/orgChart1"/>
    <dgm:cxn modelId="{59EDBD68-4304-408E-9E3B-4A456D5B79D8}" type="presParOf" srcId="{AF5D6539-AE15-4C97-A327-A711A3C97671}" destId="{F01CB13E-6EF1-4A4A-A2BD-4638965CB3F6}" srcOrd="1" destOrd="0" presId="urn:microsoft.com/office/officeart/2005/8/layout/orgChart1"/>
    <dgm:cxn modelId="{8ED2E831-57D4-4362-907D-7E14115C4392}" type="presParOf" srcId="{1267FA63-DB32-4AEF-82E0-28D025732E97}" destId="{106606D8-87EF-46A2-929C-281B0E684530}" srcOrd="1" destOrd="0" presId="urn:microsoft.com/office/officeart/2005/8/layout/orgChart1"/>
    <dgm:cxn modelId="{68F82870-D35C-4602-893B-007F55058CB0}" type="presParOf" srcId="{1267FA63-DB32-4AEF-82E0-28D025732E97}" destId="{414D13F8-16B8-4776-9FD3-CDEAF347C32E}" srcOrd="2" destOrd="0" presId="urn:microsoft.com/office/officeart/2005/8/layout/orgChart1"/>
    <dgm:cxn modelId="{58AA54C2-5048-4BFA-85BF-0A604EE00A1F}" type="presParOf" srcId="{CE69B059-550E-4213-B921-E86B209B58B3}" destId="{41A90451-033B-4231-A30A-218DEAC67352}" srcOrd="8" destOrd="0" presId="urn:microsoft.com/office/officeart/2005/8/layout/orgChart1"/>
    <dgm:cxn modelId="{7DBD1EDA-4FE4-40E7-8CDC-4817CCE0A277}" type="presParOf" srcId="{CE69B059-550E-4213-B921-E86B209B58B3}" destId="{84751B2E-BF3B-4C9D-B470-575F124BD3C5}" srcOrd="9" destOrd="0" presId="urn:microsoft.com/office/officeart/2005/8/layout/orgChart1"/>
    <dgm:cxn modelId="{32615235-C952-4AD1-89F4-C3183FF1788E}" type="presParOf" srcId="{84751B2E-BF3B-4C9D-B470-575F124BD3C5}" destId="{7C0AC6F0-894B-48BF-9919-655162CEF2F7}" srcOrd="0" destOrd="0" presId="urn:microsoft.com/office/officeart/2005/8/layout/orgChart1"/>
    <dgm:cxn modelId="{82029AC1-25C4-4330-863E-BBDB747C2E30}" type="presParOf" srcId="{7C0AC6F0-894B-48BF-9919-655162CEF2F7}" destId="{4B6C7682-1423-4EF5-9DA9-F333DBE30F38}" srcOrd="0" destOrd="0" presId="urn:microsoft.com/office/officeart/2005/8/layout/orgChart1"/>
    <dgm:cxn modelId="{C918C7E8-7821-42A0-8727-668F5B57E90F}" type="presParOf" srcId="{7C0AC6F0-894B-48BF-9919-655162CEF2F7}" destId="{10BDB22B-E888-4C86-8617-33DF58217A67}" srcOrd="1" destOrd="0" presId="urn:microsoft.com/office/officeart/2005/8/layout/orgChart1"/>
    <dgm:cxn modelId="{6D7C2350-91DE-4B63-8185-BA5FCDC6CCFB}" type="presParOf" srcId="{84751B2E-BF3B-4C9D-B470-575F124BD3C5}" destId="{C85EE4CE-FC80-4449-8BD8-987EEE25271A}" srcOrd="1" destOrd="0" presId="urn:microsoft.com/office/officeart/2005/8/layout/orgChart1"/>
    <dgm:cxn modelId="{52DAB70D-9239-4F4F-AB1B-431CC0D7D275}" type="presParOf" srcId="{84751B2E-BF3B-4C9D-B470-575F124BD3C5}" destId="{61DA93C2-1998-429C-84A4-044387C0E8BE}" srcOrd="2" destOrd="0" presId="urn:microsoft.com/office/officeart/2005/8/layout/orgChart1"/>
    <dgm:cxn modelId="{7D5EDFF1-EC41-4CC8-A918-30129837E786}" type="presParOf" srcId="{CE69B059-550E-4213-B921-E86B209B58B3}" destId="{F07CA4F6-CAA0-4EE3-B5D7-C998BD2C5EB9}" srcOrd="10" destOrd="0" presId="urn:microsoft.com/office/officeart/2005/8/layout/orgChart1"/>
    <dgm:cxn modelId="{97343F15-27AA-4DC5-9A68-5F586DFFEA82}" type="presParOf" srcId="{CE69B059-550E-4213-B921-E86B209B58B3}" destId="{AA8F92B7-2472-4509-B3B4-95839723A8D5}" srcOrd="11" destOrd="0" presId="urn:microsoft.com/office/officeart/2005/8/layout/orgChart1"/>
    <dgm:cxn modelId="{CDD67BE2-AB89-4D38-B850-C9D7911C1925}" type="presParOf" srcId="{AA8F92B7-2472-4509-B3B4-95839723A8D5}" destId="{1099D015-1907-4A53-A7CB-D66D31C40A83}" srcOrd="0" destOrd="0" presId="urn:microsoft.com/office/officeart/2005/8/layout/orgChart1"/>
    <dgm:cxn modelId="{97D8324C-C68B-4618-96E9-A3BAE5FEF99B}" type="presParOf" srcId="{1099D015-1907-4A53-A7CB-D66D31C40A83}" destId="{7CD41F79-C0AB-432F-AA72-5792BC2D7093}" srcOrd="0" destOrd="0" presId="urn:microsoft.com/office/officeart/2005/8/layout/orgChart1"/>
    <dgm:cxn modelId="{36F8786E-9DAB-4CB2-96F7-7E4A9469F157}" type="presParOf" srcId="{1099D015-1907-4A53-A7CB-D66D31C40A83}" destId="{0D871280-8E5B-4C16-ABC2-04DF7E7FC736}" srcOrd="1" destOrd="0" presId="urn:microsoft.com/office/officeart/2005/8/layout/orgChart1"/>
    <dgm:cxn modelId="{7FFCE515-BE32-4FBD-8270-5DDB74AE889C}" type="presParOf" srcId="{AA8F92B7-2472-4509-B3B4-95839723A8D5}" destId="{7A79BAC7-9089-40F4-898D-A28E910558EE}" srcOrd="1" destOrd="0" presId="urn:microsoft.com/office/officeart/2005/8/layout/orgChart1"/>
    <dgm:cxn modelId="{5FC6149F-E894-4A76-A806-9E3B7A820EED}" type="presParOf" srcId="{AA8F92B7-2472-4509-B3B4-95839723A8D5}" destId="{7EB3AAB6-999C-4DCC-9721-F5F1F3D72505}" srcOrd="2" destOrd="0" presId="urn:microsoft.com/office/officeart/2005/8/layout/orgChart1"/>
    <dgm:cxn modelId="{4BD7F67B-D06B-449C-A883-E0F186CFEBB5}" type="presParOf" srcId="{56D74875-D04D-4D35-8F23-348983C12683}" destId="{09A52D5C-C203-4857-841A-BF5635211943}" srcOrd="2" destOrd="0" presId="urn:microsoft.com/office/officeart/2005/8/layout/orgChart1"/>
    <dgm:cxn modelId="{A9F45ED5-9BC6-40AA-B538-0400FABBF7CB}" type="presParOf" srcId="{ECFA7939-7166-43FA-857A-2747D4B44BAC}" destId="{7E52E226-18E7-4115-927C-A390E08D37CF}" srcOrd="2" destOrd="0" presId="urn:microsoft.com/office/officeart/2005/8/layout/orgChart1"/>
    <dgm:cxn modelId="{AC87446A-B13D-49C4-9DE2-79F1219FBE52}" type="presParOf" srcId="{ECFA7939-7166-43FA-857A-2747D4B44BAC}" destId="{E18CA3ED-6ABC-4950-9FCC-A71AF46AFCDC}" srcOrd="3" destOrd="0" presId="urn:microsoft.com/office/officeart/2005/8/layout/orgChart1"/>
    <dgm:cxn modelId="{0D56A6CF-6950-4E05-8D45-C89759F1927E}" type="presParOf" srcId="{E18CA3ED-6ABC-4950-9FCC-A71AF46AFCDC}" destId="{A9174A1C-3BAE-47D0-AFD7-70DE1878401E}" srcOrd="0" destOrd="0" presId="urn:microsoft.com/office/officeart/2005/8/layout/orgChart1"/>
    <dgm:cxn modelId="{85ECFC2F-94C3-4BC5-8407-047744EDDA11}" type="presParOf" srcId="{A9174A1C-3BAE-47D0-AFD7-70DE1878401E}" destId="{7B3321DF-CF9E-4E50-AF1B-EF1B36010AA2}" srcOrd="0" destOrd="0" presId="urn:microsoft.com/office/officeart/2005/8/layout/orgChart1"/>
    <dgm:cxn modelId="{353EE2BF-BC32-4C24-8F47-00A9CD9D167B}" type="presParOf" srcId="{A9174A1C-3BAE-47D0-AFD7-70DE1878401E}" destId="{ABF8BEE1-9F2C-4F26-B710-F153A16C3190}" srcOrd="1" destOrd="0" presId="urn:microsoft.com/office/officeart/2005/8/layout/orgChart1"/>
    <dgm:cxn modelId="{F9EFD9C9-F6A7-463D-B473-15A31E3BB2BE}" type="presParOf" srcId="{E18CA3ED-6ABC-4950-9FCC-A71AF46AFCDC}" destId="{C69EEE91-AF53-4D93-AD73-985AE6ABB386}" srcOrd="1" destOrd="0" presId="urn:microsoft.com/office/officeart/2005/8/layout/orgChart1"/>
    <dgm:cxn modelId="{931B096E-FFE4-466F-A687-76B7D2405C98}" type="presParOf" srcId="{C69EEE91-AF53-4D93-AD73-985AE6ABB386}" destId="{5A664DA5-11A6-4A7F-B292-CC76F35DF789}" srcOrd="0" destOrd="0" presId="urn:microsoft.com/office/officeart/2005/8/layout/orgChart1"/>
    <dgm:cxn modelId="{27C71ECC-45A6-4EEF-924C-3CB40CAE4DE1}" type="presParOf" srcId="{C69EEE91-AF53-4D93-AD73-985AE6ABB386}" destId="{09EE8184-17E3-4671-8604-3ED38DB059D0}" srcOrd="1" destOrd="0" presId="urn:microsoft.com/office/officeart/2005/8/layout/orgChart1"/>
    <dgm:cxn modelId="{69A302C3-FB1C-49CB-9404-158244935FFA}" type="presParOf" srcId="{09EE8184-17E3-4671-8604-3ED38DB059D0}" destId="{E6FF5113-A378-4104-9615-B560C3269A71}" srcOrd="0" destOrd="0" presId="urn:microsoft.com/office/officeart/2005/8/layout/orgChart1"/>
    <dgm:cxn modelId="{C03F4375-D748-4F66-859B-0E9DB7412E53}" type="presParOf" srcId="{E6FF5113-A378-4104-9615-B560C3269A71}" destId="{C28696C4-B1DF-4F48-8646-7E24E07916FD}" srcOrd="0" destOrd="0" presId="urn:microsoft.com/office/officeart/2005/8/layout/orgChart1"/>
    <dgm:cxn modelId="{52432358-5397-4C9B-8CEF-30C6148110FB}" type="presParOf" srcId="{E6FF5113-A378-4104-9615-B560C3269A71}" destId="{6A1F2E86-7ADB-4D99-A12C-3C92F510684A}" srcOrd="1" destOrd="0" presId="urn:microsoft.com/office/officeart/2005/8/layout/orgChart1"/>
    <dgm:cxn modelId="{A432E16E-E735-4EA0-9280-07780F736648}" type="presParOf" srcId="{09EE8184-17E3-4671-8604-3ED38DB059D0}" destId="{E5F2934D-F09A-4E45-B6FE-08E0DD2C864F}" srcOrd="1" destOrd="0" presId="urn:microsoft.com/office/officeart/2005/8/layout/orgChart1"/>
    <dgm:cxn modelId="{30A18441-BA0E-4BE0-B340-5001C5F1B3DF}" type="presParOf" srcId="{09EE8184-17E3-4671-8604-3ED38DB059D0}" destId="{1C02B3EE-09AD-4E79-8843-E0560317F828}" srcOrd="2" destOrd="0" presId="urn:microsoft.com/office/officeart/2005/8/layout/orgChart1"/>
    <dgm:cxn modelId="{47793F5B-F6F7-4B35-8C68-D870DF7E02AB}" type="presParOf" srcId="{C69EEE91-AF53-4D93-AD73-985AE6ABB386}" destId="{D92BE072-541D-48BF-8D47-44BB2285B7DC}" srcOrd="2" destOrd="0" presId="urn:microsoft.com/office/officeart/2005/8/layout/orgChart1"/>
    <dgm:cxn modelId="{D6FAB689-13E5-4A88-BF4A-1B157718B3E6}" type="presParOf" srcId="{C69EEE91-AF53-4D93-AD73-985AE6ABB386}" destId="{BB5314AF-6D49-447C-8189-408788E6A4ED}" srcOrd="3" destOrd="0" presId="urn:microsoft.com/office/officeart/2005/8/layout/orgChart1"/>
    <dgm:cxn modelId="{2F675444-9756-415F-AD34-4CCCB1B0C5FE}" type="presParOf" srcId="{BB5314AF-6D49-447C-8189-408788E6A4ED}" destId="{C6983555-03E5-4134-9385-DAAB6912EB19}" srcOrd="0" destOrd="0" presId="urn:microsoft.com/office/officeart/2005/8/layout/orgChart1"/>
    <dgm:cxn modelId="{7ABF8B3C-654C-4375-A955-772C5CF52867}" type="presParOf" srcId="{C6983555-03E5-4134-9385-DAAB6912EB19}" destId="{8850DA73-66DE-4BE7-929E-D68B756B0A09}" srcOrd="0" destOrd="0" presId="urn:microsoft.com/office/officeart/2005/8/layout/orgChart1"/>
    <dgm:cxn modelId="{39C989DE-C1EF-4EBF-880B-40059673F810}" type="presParOf" srcId="{C6983555-03E5-4134-9385-DAAB6912EB19}" destId="{E8D138FF-7B85-4CFA-BBDF-0F40C6FCD188}" srcOrd="1" destOrd="0" presId="urn:microsoft.com/office/officeart/2005/8/layout/orgChart1"/>
    <dgm:cxn modelId="{B25ABB59-ABE9-4FE7-87E3-8645B91798FD}" type="presParOf" srcId="{BB5314AF-6D49-447C-8189-408788E6A4ED}" destId="{6F6928DF-05E9-46C0-94C9-1545433C1634}" srcOrd="1" destOrd="0" presId="urn:microsoft.com/office/officeart/2005/8/layout/orgChart1"/>
    <dgm:cxn modelId="{CDAC2849-F29E-4B73-A485-6EAAE3703C27}" type="presParOf" srcId="{BB5314AF-6D49-447C-8189-408788E6A4ED}" destId="{A035ECF7-DAF1-42F0-A2EF-2C98AA1E2E7E}" srcOrd="2" destOrd="0" presId="urn:microsoft.com/office/officeart/2005/8/layout/orgChart1"/>
    <dgm:cxn modelId="{19D6B10D-78E9-441E-8028-F6589DFB9EFC}" type="presParOf" srcId="{C69EEE91-AF53-4D93-AD73-985AE6ABB386}" destId="{D1BF4836-7EA0-4E3A-B2EE-68C87CD47824}" srcOrd="4" destOrd="0" presId="urn:microsoft.com/office/officeart/2005/8/layout/orgChart1"/>
    <dgm:cxn modelId="{210A34C5-61BB-4718-B165-1027CEA6581C}" type="presParOf" srcId="{C69EEE91-AF53-4D93-AD73-985AE6ABB386}" destId="{AE036110-C892-4E19-9CFF-C06C158F9DFD}" srcOrd="5" destOrd="0" presId="urn:microsoft.com/office/officeart/2005/8/layout/orgChart1"/>
    <dgm:cxn modelId="{C3647599-631D-4094-BC73-72133FC36E86}" type="presParOf" srcId="{AE036110-C892-4E19-9CFF-C06C158F9DFD}" destId="{D96E2EC8-C9BA-4BC2-B409-3B2C92EE917E}" srcOrd="0" destOrd="0" presId="urn:microsoft.com/office/officeart/2005/8/layout/orgChart1"/>
    <dgm:cxn modelId="{A63A8B9D-80C7-4ECC-9125-E365D9192C87}" type="presParOf" srcId="{D96E2EC8-C9BA-4BC2-B409-3B2C92EE917E}" destId="{8C10CDC8-7F25-443A-8272-EDC28C178354}" srcOrd="0" destOrd="0" presId="urn:microsoft.com/office/officeart/2005/8/layout/orgChart1"/>
    <dgm:cxn modelId="{5EB1F5AA-2364-464F-A239-5ACE35E03966}" type="presParOf" srcId="{D96E2EC8-C9BA-4BC2-B409-3B2C92EE917E}" destId="{1472E1ED-2546-487B-A4D7-9E63D772FCCC}" srcOrd="1" destOrd="0" presId="urn:microsoft.com/office/officeart/2005/8/layout/orgChart1"/>
    <dgm:cxn modelId="{FBF850F8-8FAC-43FA-A2C1-738F522AEF08}" type="presParOf" srcId="{AE036110-C892-4E19-9CFF-C06C158F9DFD}" destId="{2337794E-9F3B-4BDA-9BD2-6CFA28BBD7F7}" srcOrd="1" destOrd="0" presId="urn:microsoft.com/office/officeart/2005/8/layout/orgChart1"/>
    <dgm:cxn modelId="{CD6703A6-04C3-41B7-9799-D401231B9117}" type="presParOf" srcId="{AE036110-C892-4E19-9CFF-C06C158F9DFD}" destId="{2CC44F3E-99FA-4829-9106-908AD85E1871}" srcOrd="2" destOrd="0" presId="urn:microsoft.com/office/officeart/2005/8/layout/orgChart1"/>
    <dgm:cxn modelId="{21DF015C-D72F-4497-A481-13F4B13A651A}" type="presParOf" srcId="{C69EEE91-AF53-4D93-AD73-985AE6ABB386}" destId="{98F17D9F-7FBB-45CF-93E9-62224A7AF19E}" srcOrd="6" destOrd="0" presId="urn:microsoft.com/office/officeart/2005/8/layout/orgChart1"/>
    <dgm:cxn modelId="{5489CF67-3036-492D-BFD3-1C9933644CED}" type="presParOf" srcId="{C69EEE91-AF53-4D93-AD73-985AE6ABB386}" destId="{6EE4AED1-3109-468C-AD5C-594B5259AC1F}" srcOrd="7" destOrd="0" presId="urn:microsoft.com/office/officeart/2005/8/layout/orgChart1"/>
    <dgm:cxn modelId="{C7C1F37A-B84A-4923-9F4E-9FCF4A6F14C1}" type="presParOf" srcId="{6EE4AED1-3109-468C-AD5C-594B5259AC1F}" destId="{D14BDFC7-F83A-4834-A4D6-150EA37E8B8D}" srcOrd="0" destOrd="0" presId="urn:microsoft.com/office/officeart/2005/8/layout/orgChart1"/>
    <dgm:cxn modelId="{FD77856D-4F56-4FA9-8990-EA3B22600315}" type="presParOf" srcId="{D14BDFC7-F83A-4834-A4D6-150EA37E8B8D}" destId="{807D75BE-EEFA-46AE-BB4E-7ED87EBF35E0}" srcOrd="0" destOrd="0" presId="urn:microsoft.com/office/officeart/2005/8/layout/orgChart1"/>
    <dgm:cxn modelId="{CA39CB7C-61DB-4753-8C09-C05BE019C8EF}" type="presParOf" srcId="{D14BDFC7-F83A-4834-A4D6-150EA37E8B8D}" destId="{0F2BC2BD-296C-4329-B9DF-AC6CC329B61D}" srcOrd="1" destOrd="0" presId="urn:microsoft.com/office/officeart/2005/8/layout/orgChart1"/>
    <dgm:cxn modelId="{5358273F-3921-4A0B-B0C6-4B15F55F1942}" type="presParOf" srcId="{6EE4AED1-3109-468C-AD5C-594B5259AC1F}" destId="{06DA778C-5398-456D-91B2-78A5983005BC}" srcOrd="1" destOrd="0" presId="urn:microsoft.com/office/officeart/2005/8/layout/orgChart1"/>
    <dgm:cxn modelId="{00EB91E2-A399-4611-B29C-2D4DD5975C04}" type="presParOf" srcId="{6EE4AED1-3109-468C-AD5C-594B5259AC1F}" destId="{FC2F552D-03A3-4FA5-A6B3-4C7EA5D4DACB}" srcOrd="2" destOrd="0" presId="urn:microsoft.com/office/officeart/2005/8/layout/orgChart1"/>
    <dgm:cxn modelId="{B6E1E78A-3ADC-48B3-8345-6212C22949BD}" type="presParOf" srcId="{C69EEE91-AF53-4D93-AD73-985AE6ABB386}" destId="{6F878983-AD9B-4D5E-AD08-7DBB48054FAF}" srcOrd="8" destOrd="0" presId="urn:microsoft.com/office/officeart/2005/8/layout/orgChart1"/>
    <dgm:cxn modelId="{5B947811-AA70-4EA2-B2BD-288422D5B280}" type="presParOf" srcId="{C69EEE91-AF53-4D93-AD73-985AE6ABB386}" destId="{C46B1B0B-4EDB-4BE6-88DC-9A5069EBCA05}" srcOrd="9" destOrd="0" presId="urn:microsoft.com/office/officeart/2005/8/layout/orgChart1"/>
    <dgm:cxn modelId="{21713615-1A58-4427-AAA8-F3FB8E70E11E}" type="presParOf" srcId="{C46B1B0B-4EDB-4BE6-88DC-9A5069EBCA05}" destId="{4DF4BD56-DD8A-4EA5-9B9C-D3E2EA4F8F34}" srcOrd="0" destOrd="0" presId="urn:microsoft.com/office/officeart/2005/8/layout/orgChart1"/>
    <dgm:cxn modelId="{DB5B03B9-7603-4027-AF2B-D9CB6B809B32}" type="presParOf" srcId="{4DF4BD56-DD8A-4EA5-9B9C-D3E2EA4F8F34}" destId="{F482AB45-00F9-4810-9853-6D712243895B}" srcOrd="0" destOrd="0" presId="urn:microsoft.com/office/officeart/2005/8/layout/orgChart1"/>
    <dgm:cxn modelId="{D6AE4BA7-9B2A-4C66-9801-9359A6972332}" type="presParOf" srcId="{4DF4BD56-DD8A-4EA5-9B9C-D3E2EA4F8F34}" destId="{4C52AD9D-4AB1-4B67-A2BD-F385AE6974C9}" srcOrd="1" destOrd="0" presId="urn:microsoft.com/office/officeart/2005/8/layout/orgChart1"/>
    <dgm:cxn modelId="{7C1A9E83-0DBD-43A8-96B4-B7363E69E2E0}" type="presParOf" srcId="{C46B1B0B-4EDB-4BE6-88DC-9A5069EBCA05}" destId="{132DFBE8-C0CA-453C-9C71-C4007BA5EF1C}" srcOrd="1" destOrd="0" presId="urn:microsoft.com/office/officeart/2005/8/layout/orgChart1"/>
    <dgm:cxn modelId="{6CEAEB2D-1C1F-4339-99C6-2CC335DCC5EF}" type="presParOf" srcId="{C46B1B0B-4EDB-4BE6-88DC-9A5069EBCA05}" destId="{3A4E86B5-A49B-4F12-A25D-BE60C26A83F0}" srcOrd="2" destOrd="0" presId="urn:microsoft.com/office/officeart/2005/8/layout/orgChart1"/>
    <dgm:cxn modelId="{3E6C806C-C59D-4C5C-B028-D2B3B2AABF4C}" type="presParOf" srcId="{C69EEE91-AF53-4D93-AD73-985AE6ABB386}" destId="{65307A04-9EE6-4A4A-B12F-06FF0591B599}" srcOrd="10" destOrd="0" presId="urn:microsoft.com/office/officeart/2005/8/layout/orgChart1"/>
    <dgm:cxn modelId="{4038C6C8-B41E-45BD-8D42-201F1D3696C7}" type="presParOf" srcId="{C69EEE91-AF53-4D93-AD73-985AE6ABB386}" destId="{21FADF58-733E-4B64-A51E-317383163EB4}" srcOrd="11" destOrd="0" presId="urn:microsoft.com/office/officeart/2005/8/layout/orgChart1"/>
    <dgm:cxn modelId="{29E03DA7-D284-4849-B34A-6D15CF3A39B8}" type="presParOf" srcId="{21FADF58-733E-4B64-A51E-317383163EB4}" destId="{4C6D5BFA-AF77-4989-AB33-4EAAC7A3AB9D}" srcOrd="0" destOrd="0" presId="urn:microsoft.com/office/officeart/2005/8/layout/orgChart1"/>
    <dgm:cxn modelId="{32D509C3-9351-4E0C-A26E-F61587BA62D5}" type="presParOf" srcId="{4C6D5BFA-AF77-4989-AB33-4EAAC7A3AB9D}" destId="{5278F1F1-108B-40AF-BEB9-2C5F4AEFF4E9}" srcOrd="0" destOrd="0" presId="urn:microsoft.com/office/officeart/2005/8/layout/orgChart1"/>
    <dgm:cxn modelId="{209C4B1A-C038-4A92-8C59-01087253A292}" type="presParOf" srcId="{4C6D5BFA-AF77-4989-AB33-4EAAC7A3AB9D}" destId="{9F6E083D-4A28-4F3B-BE5A-DF61828D0A24}" srcOrd="1" destOrd="0" presId="urn:microsoft.com/office/officeart/2005/8/layout/orgChart1"/>
    <dgm:cxn modelId="{703479A8-1E05-4FD1-9B1A-545135FE1A2D}" type="presParOf" srcId="{21FADF58-733E-4B64-A51E-317383163EB4}" destId="{4647731D-E140-4B47-8C2E-E37384DADA87}" srcOrd="1" destOrd="0" presId="urn:microsoft.com/office/officeart/2005/8/layout/orgChart1"/>
    <dgm:cxn modelId="{CB2AC126-0571-4FA9-AD0C-4BF367D2AB43}" type="presParOf" srcId="{21FADF58-733E-4B64-A51E-317383163EB4}" destId="{8C8664DF-51A7-42E5-B4A4-5F04DE8F525A}" srcOrd="2" destOrd="0" presId="urn:microsoft.com/office/officeart/2005/8/layout/orgChart1"/>
    <dgm:cxn modelId="{20089AD9-A6C0-4CC4-B429-90FF8AD3CD5D}" type="presParOf" srcId="{E18CA3ED-6ABC-4950-9FCC-A71AF46AFCDC}" destId="{CDC5CD15-4C74-46DF-AAB2-123B78683FFF}" srcOrd="2" destOrd="0" presId="urn:microsoft.com/office/officeart/2005/8/layout/orgChart1"/>
    <dgm:cxn modelId="{DEE879C8-E850-4C25-9FF2-300D7E9FA685}" type="presParOf" srcId="{ECFA7939-7166-43FA-857A-2747D4B44BAC}" destId="{D3838529-5B64-4B8A-A346-9A9C5835D67B}" srcOrd="4" destOrd="0" presId="urn:microsoft.com/office/officeart/2005/8/layout/orgChart1"/>
    <dgm:cxn modelId="{4B2E2F98-9E10-40F1-8754-CE7CD1F0C5B9}" type="presParOf" srcId="{ECFA7939-7166-43FA-857A-2747D4B44BAC}" destId="{9B20F861-E12A-4752-AE40-23080A1474D0}" srcOrd="5" destOrd="0" presId="urn:microsoft.com/office/officeart/2005/8/layout/orgChart1"/>
    <dgm:cxn modelId="{311CCC3B-674A-4650-8E7E-541BD0DA5E0E}" type="presParOf" srcId="{9B20F861-E12A-4752-AE40-23080A1474D0}" destId="{9AACAD36-AE1E-4836-92B3-C28D1805A6D6}" srcOrd="0" destOrd="0" presId="urn:microsoft.com/office/officeart/2005/8/layout/orgChart1"/>
    <dgm:cxn modelId="{0965942E-5064-4C05-BBBB-CAF0CC7F6A5B}" type="presParOf" srcId="{9AACAD36-AE1E-4836-92B3-C28D1805A6D6}" destId="{315FDF72-36E5-45A9-8C08-8B23258963C2}" srcOrd="0" destOrd="0" presId="urn:microsoft.com/office/officeart/2005/8/layout/orgChart1"/>
    <dgm:cxn modelId="{B191423E-0DD5-4202-9223-C1218032820E}" type="presParOf" srcId="{9AACAD36-AE1E-4836-92B3-C28D1805A6D6}" destId="{396AAEE4-4257-42DD-AEB3-73F61A9B123A}" srcOrd="1" destOrd="0" presId="urn:microsoft.com/office/officeart/2005/8/layout/orgChart1"/>
    <dgm:cxn modelId="{B16D0709-9D07-4EFA-9760-0CAC3DD48770}" type="presParOf" srcId="{9B20F861-E12A-4752-AE40-23080A1474D0}" destId="{07C83350-8298-4A4D-A03B-FBD8E7A41EB5}" srcOrd="1" destOrd="0" presId="urn:microsoft.com/office/officeart/2005/8/layout/orgChart1"/>
    <dgm:cxn modelId="{CF66E4A1-CDF5-4F0F-B8F7-F35AC0C4CAE1}" type="presParOf" srcId="{07C83350-8298-4A4D-A03B-FBD8E7A41EB5}" destId="{4A4F2455-15E1-45FC-B5B5-EFE702DA7BE3}" srcOrd="0" destOrd="0" presId="urn:microsoft.com/office/officeart/2005/8/layout/orgChart1"/>
    <dgm:cxn modelId="{66D4B29A-DA8F-40E7-B6DE-A4CE4A5ABAC6}" type="presParOf" srcId="{07C83350-8298-4A4D-A03B-FBD8E7A41EB5}" destId="{A9625534-E6F8-4BBD-A1FD-5A8A34FB08A7}" srcOrd="1" destOrd="0" presId="urn:microsoft.com/office/officeart/2005/8/layout/orgChart1"/>
    <dgm:cxn modelId="{B35352B4-957C-4CA3-80A5-15CE60F951B1}" type="presParOf" srcId="{A9625534-E6F8-4BBD-A1FD-5A8A34FB08A7}" destId="{8890157B-8960-485D-8957-38D628DDF6C7}" srcOrd="0" destOrd="0" presId="urn:microsoft.com/office/officeart/2005/8/layout/orgChart1"/>
    <dgm:cxn modelId="{501DAF79-C751-4094-95C5-3E412EF1DBDE}" type="presParOf" srcId="{8890157B-8960-485D-8957-38D628DDF6C7}" destId="{7B4F1970-6FD9-44E8-80F4-D0E06E8866BD}" srcOrd="0" destOrd="0" presId="urn:microsoft.com/office/officeart/2005/8/layout/orgChart1"/>
    <dgm:cxn modelId="{CBD0B2AF-F9FF-4301-8BFC-E805A76729E4}" type="presParOf" srcId="{8890157B-8960-485D-8957-38D628DDF6C7}" destId="{F8214204-AE96-41B0-ACF9-7F431E6392CC}" srcOrd="1" destOrd="0" presId="urn:microsoft.com/office/officeart/2005/8/layout/orgChart1"/>
    <dgm:cxn modelId="{B5C24A17-3BEF-4115-BF33-7263FE736F54}" type="presParOf" srcId="{A9625534-E6F8-4BBD-A1FD-5A8A34FB08A7}" destId="{2DAC0ABD-1095-4C7F-ADAC-59766E8CCD21}" srcOrd="1" destOrd="0" presId="urn:microsoft.com/office/officeart/2005/8/layout/orgChart1"/>
    <dgm:cxn modelId="{37B86AB2-4389-4AF2-B67B-EE8DD7BF65AE}" type="presParOf" srcId="{A9625534-E6F8-4BBD-A1FD-5A8A34FB08A7}" destId="{E6DD2677-D8A1-4748-AD6E-8D6C68C406ED}" srcOrd="2" destOrd="0" presId="urn:microsoft.com/office/officeart/2005/8/layout/orgChart1"/>
    <dgm:cxn modelId="{4196AB9D-080D-4F64-8892-A61A597F09B8}" type="presParOf" srcId="{07C83350-8298-4A4D-A03B-FBD8E7A41EB5}" destId="{3D8814E8-31DA-4985-ABA6-C64FF8DB819B}" srcOrd="2" destOrd="0" presId="urn:microsoft.com/office/officeart/2005/8/layout/orgChart1"/>
    <dgm:cxn modelId="{DF7D752E-8854-48DF-927A-E089AFBDDA7F}" type="presParOf" srcId="{07C83350-8298-4A4D-A03B-FBD8E7A41EB5}" destId="{8C6CA91A-017A-4686-A933-A9C9A64DC1AB}" srcOrd="3" destOrd="0" presId="urn:microsoft.com/office/officeart/2005/8/layout/orgChart1"/>
    <dgm:cxn modelId="{08986D3D-FEE3-4F10-8D82-34A480960F1A}" type="presParOf" srcId="{8C6CA91A-017A-4686-A933-A9C9A64DC1AB}" destId="{F938370A-7261-4F73-9154-B041CAC2629E}" srcOrd="0" destOrd="0" presId="urn:microsoft.com/office/officeart/2005/8/layout/orgChart1"/>
    <dgm:cxn modelId="{BD39D992-E8D7-405A-BE66-1E14F9FC22B5}" type="presParOf" srcId="{F938370A-7261-4F73-9154-B041CAC2629E}" destId="{6A65F688-2EA1-4D25-8A0C-D57C52152DCE}" srcOrd="0" destOrd="0" presId="urn:microsoft.com/office/officeart/2005/8/layout/orgChart1"/>
    <dgm:cxn modelId="{22A240C5-2151-4D70-97D4-CF4BE030460F}" type="presParOf" srcId="{F938370A-7261-4F73-9154-B041CAC2629E}" destId="{5AC8C01E-1F6F-4960-9939-B0C2C06E4D09}" srcOrd="1" destOrd="0" presId="urn:microsoft.com/office/officeart/2005/8/layout/orgChart1"/>
    <dgm:cxn modelId="{0E7A424C-41D0-4494-8BC7-72FD7E732051}" type="presParOf" srcId="{8C6CA91A-017A-4686-A933-A9C9A64DC1AB}" destId="{0EDB2F1C-CBCD-4D98-9EB4-3D4619E18135}" srcOrd="1" destOrd="0" presId="urn:microsoft.com/office/officeart/2005/8/layout/orgChart1"/>
    <dgm:cxn modelId="{6C8C6016-A5A9-46E6-AA6D-481F22BFD7CB}" type="presParOf" srcId="{8C6CA91A-017A-4686-A933-A9C9A64DC1AB}" destId="{166AF845-A8DF-4A83-B2D4-A828D43A7C14}" srcOrd="2" destOrd="0" presId="urn:microsoft.com/office/officeart/2005/8/layout/orgChart1"/>
    <dgm:cxn modelId="{53D195B0-99B2-4F23-A62B-9634CB0ED369}" type="presParOf" srcId="{9B20F861-E12A-4752-AE40-23080A1474D0}" destId="{1AE7F72C-67CB-4716-BD45-83BEBD7A9824}" srcOrd="2" destOrd="0" presId="urn:microsoft.com/office/officeart/2005/8/layout/orgChart1"/>
    <dgm:cxn modelId="{B00B1C48-140D-45B1-8D6C-E29F0C5C2C49}" type="presParOf" srcId="{ECFA7939-7166-43FA-857A-2747D4B44BAC}" destId="{C7912601-29E7-4B4C-995B-A9A235182CA9}" srcOrd="6" destOrd="0" presId="urn:microsoft.com/office/officeart/2005/8/layout/orgChart1"/>
    <dgm:cxn modelId="{1CF3BCE6-448D-431F-9AB3-515B08C2A991}" type="presParOf" srcId="{ECFA7939-7166-43FA-857A-2747D4B44BAC}" destId="{83A6497F-DD41-4DE0-BBBF-DB169E322FEE}" srcOrd="7" destOrd="0" presId="urn:microsoft.com/office/officeart/2005/8/layout/orgChart1"/>
    <dgm:cxn modelId="{9F5ADE60-CD93-4C35-BAD0-4AF87371D3F2}" type="presParOf" srcId="{83A6497F-DD41-4DE0-BBBF-DB169E322FEE}" destId="{CC9C9B1E-7478-474C-B6ED-63FBB29DECB8}" srcOrd="0" destOrd="0" presId="urn:microsoft.com/office/officeart/2005/8/layout/orgChart1"/>
    <dgm:cxn modelId="{1FB4A54C-6AB1-4829-A503-B8315AFF48CA}" type="presParOf" srcId="{CC9C9B1E-7478-474C-B6ED-63FBB29DECB8}" destId="{4458ED6C-4929-4CC5-8A8F-509EBE12235E}" srcOrd="0" destOrd="0" presId="urn:microsoft.com/office/officeart/2005/8/layout/orgChart1"/>
    <dgm:cxn modelId="{C4AE1962-6A37-4268-B712-B1A89833B873}" type="presParOf" srcId="{CC9C9B1E-7478-474C-B6ED-63FBB29DECB8}" destId="{A43C75BA-EBB0-462C-813E-AF8A0CF82620}" srcOrd="1" destOrd="0" presId="urn:microsoft.com/office/officeart/2005/8/layout/orgChart1"/>
    <dgm:cxn modelId="{42D3C46C-3C3B-4335-B829-3F0B1CB3BC89}" type="presParOf" srcId="{83A6497F-DD41-4DE0-BBBF-DB169E322FEE}" destId="{86927F7B-31EB-4C72-BDDF-95F03A820936}" srcOrd="1" destOrd="0" presId="urn:microsoft.com/office/officeart/2005/8/layout/orgChart1"/>
    <dgm:cxn modelId="{7EFAAB00-5E15-483F-9D66-B5015B5D05B8}" type="presParOf" srcId="{86927F7B-31EB-4C72-BDDF-95F03A820936}" destId="{AF9E4826-E194-474D-8AD0-5B8FB336DAFE}" srcOrd="0" destOrd="0" presId="urn:microsoft.com/office/officeart/2005/8/layout/orgChart1"/>
    <dgm:cxn modelId="{F7F3CD15-C6C7-4ED3-804F-84029BC432C5}" type="presParOf" srcId="{86927F7B-31EB-4C72-BDDF-95F03A820936}" destId="{EEFCCA30-D00D-4EFB-AECB-4176412FF3D1}" srcOrd="1" destOrd="0" presId="urn:microsoft.com/office/officeart/2005/8/layout/orgChart1"/>
    <dgm:cxn modelId="{936100B0-F800-4087-BBBB-A318A86F6617}" type="presParOf" srcId="{EEFCCA30-D00D-4EFB-AECB-4176412FF3D1}" destId="{C9914B55-00ED-4428-B984-95AE4F7BF072}" srcOrd="0" destOrd="0" presId="urn:microsoft.com/office/officeart/2005/8/layout/orgChart1"/>
    <dgm:cxn modelId="{BDCA3A19-4B4C-4F27-9719-5469DF1F3F10}" type="presParOf" srcId="{C9914B55-00ED-4428-B984-95AE4F7BF072}" destId="{DD8FBFAB-99EF-481E-A5F8-44283BB22651}" srcOrd="0" destOrd="0" presId="urn:microsoft.com/office/officeart/2005/8/layout/orgChart1"/>
    <dgm:cxn modelId="{FDF84929-E166-4540-B6F2-880DEF6D90ED}" type="presParOf" srcId="{C9914B55-00ED-4428-B984-95AE4F7BF072}" destId="{2CBA8A62-F960-4031-BA94-ED885C126E06}" srcOrd="1" destOrd="0" presId="urn:microsoft.com/office/officeart/2005/8/layout/orgChart1"/>
    <dgm:cxn modelId="{DD2D8436-77A1-4E9F-B845-9F179F99E4D0}" type="presParOf" srcId="{EEFCCA30-D00D-4EFB-AECB-4176412FF3D1}" destId="{5B979147-5FA1-42EC-B6BE-ED6D53D30A23}" srcOrd="1" destOrd="0" presId="urn:microsoft.com/office/officeart/2005/8/layout/orgChart1"/>
    <dgm:cxn modelId="{8AF0500E-9E4C-4D28-A0CB-39251F976CEB}" type="presParOf" srcId="{EEFCCA30-D00D-4EFB-AECB-4176412FF3D1}" destId="{009CF3EA-E93B-46FF-8C91-3E6E5D267D91}" srcOrd="2" destOrd="0" presId="urn:microsoft.com/office/officeart/2005/8/layout/orgChart1"/>
    <dgm:cxn modelId="{3A357DDA-1380-437B-89BB-B3691A5D35BA}" type="presParOf" srcId="{86927F7B-31EB-4C72-BDDF-95F03A820936}" destId="{47746808-1D17-472E-86CD-44CC3E44FD2F}" srcOrd="2" destOrd="0" presId="urn:microsoft.com/office/officeart/2005/8/layout/orgChart1"/>
    <dgm:cxn modelId="{109CE085-693C-4048-9F95-4B2BACCDB2A6}" type="presParOf" srcId="{86927F7B-31EB-4C72-BDDF-95F03A820936}" destId="{66D8CBEE-CA5B-421C-BD69-F7C948D1452B}" srcOrd="3" destOrd="0" presId="urn:microsoft.com/office/officeart/2005/8/layout/orgChart1"/>
    <dgm:cxn modelId="{D94BF178-EC24-43B7-8E24-7D551182FC83}" type="presParOf" srcId="{66D8CBEE-CA5B-421C-BD69-F7C948D1452B}" destId="{87AF98EB-6DEE-4197-9453-2CE1B101510B}" srcOrd="0" destOrd="0" presId="urn:microsoft.com/office/officeart/2005/8/layout/orgChart1"/>
    <dgm:cxn modelId="{57343137-526C-40D2-9E6D-0B3BD102EC4E}" type="presParOf" srcId="{87AF98EB-6DEE-4197-9453-2CE1B101510B}" destId="{3CCEA64C-8282-4958-AB20-AA8C7FBB50EB}" srcOrd="0" destOrd="0" presId="urn:microsoft.com/office/officeart/2005/8/layout/orgChart1"/>
    <dgm:cxn modelId="{8708B650-10CF-40EE-AC11-CFC84C534E2D}" type="presParOf" srcId="{87AF98EB-6DEE-4197-9453-2CE1B101510B}" destId="{C953965E-0A08-44DE-BA87-A0C147D24E6B}" srcOrd="1" destOrd="0" presId="urn:microsoft.com/office/officeart/2005/8/layout/orgChart1"/>
    <dgm:cxn modelId="{013F1CB2-0138-44B6-9818-80337E0E9B61}" type="presParOf" srcId="{66D8CBEE-CA5B-421C-BD69-F7C948D1452B}" destId="{02DAC262-FE98-41AF-A228-0D3792E6A6FB}" srcOrd="1" destOrd="0" presId="urn:microsoft.com/office/officeart/2005/8/layout/orgChart1"/>
    <dgm:cxn modelId="{6FF988F9-90AD-4E98-8323-DA7E9DEB9AEC}" type="presParOf" srcId="{66D8CBEE-CA5B-421C-BD69-F7C948D1452B}" destId="{8A94AF61-AD00-462D-A6BE-B0639C85E519}" srcOrd="2" destOrd="0" presId="urn:microsoft.com/office/officeart/2005/8/layout/orgChart1"/>
    <dgm:cxn modelId="{9DCE4598-3049-4933-80DD-803222678716}" type="presParOf" srcId="{86927F7B-31EB-4C72-BDDF-95F03A820936}" destId="{25A169C9-D625-4D63-955D-9CDD80B13D2B}" srcOrd="4" destOrd="0" presId="urn:microsoft.com/office/officeart/2005/8/layout/orgChart1"/>
    <dgm:cxn modelId="{6699BDBB-A8C3-4BC0-BC17-4BB702F1987B}" type="presParOf" srcId="{86927F7B-31EB-4C72-BDDF-95F03A820936}" destId="{366F71CA-AB95-4FE4-9ADD-222C125CD403}" srcOrd="5" destOrd="0" presId="urn:microsoft.com/office/officeart/2005/8/layout/orgChart1"/>
    <dgm:cxn modelId="{88CC1702-D043-4CDA-AEAA-71E920A59998}" type="presParOf" srcId="{366F71CA-AB95-4FE4-9ADD-222C125CD403}" destId="{2515CFE0-41BC-42BE-A139-854911BF95D4}" srcOrd="0" destOrd="0" presId="urn:microsoft.com/office/officeart/2005/8/layout/orgChart1"/>
    <dgm:cxn modelId="{E29CE173-625B-4ED8-B06D-F12ECB39FE06}" type="presParOf" srcId="{2515CFE0-41BC-42BE-A139-854911BF95D4}" destId="{91AE5822-3DE2-438E-B41C-67DED4CDA657}" srcOrd="0" destOrd="0" presId="urn:microsoft.com/office/officeart/2005/8/layout/orgChart1"/>
    <dgm:cxn modelId="{F9809100-B356-421A-98A6-060E2945A227}" type="presParOf" srcId="{2515CFE0-41BC-42BE-A139-854911BF95D4}" destId="{9E893015-96DF-4B5A-87DB-95D226573452}" srcOrd="1" destOrd="0" presId="urn:microsoft.com/office/officeart/2005/8/layout/orgChart1"/>
    <dgm:cxn modelId="{CFEF984A-DB49-4786-9E74-4AB3BA30CFE9}" type="presParOf" srcId="{366F71CA-AB95-4FE4-9ADD-222C125CD403}" destId="{68E1B7F6-A0F8-4CF2-9618-634A7B314570}" srcOrd="1" destOrd="0" presId="urn:microsoft.com/office/officeart/2005/8/layout/orgChart1"/>
    <dgm:cxn modelId="{3A0B2925-5F03-4B80-9CED-201EEB7975EB}" type="presParOf" srcId="{366F71CA-AB95-4FE4-9ADD-222C125CD403}" destId="{08E19F60-7345-4E63-8CEB-3C6E2AC65375}" srcOrd="2" destOrd="0" presId="urn:microsoft.com/office/officeart/2005/8/layout/orgChart1"/>
    <dgm:cxn modelId="{63741A66-8B88-47CC-8659-D9C96A98A26F}" type="presParOf" srcId="{86927F7B-31EB-4C72-BDDF-95F03A820936}" destId="{96B9D83B-8573-4444-BEAB-5070DCD1D6E0}" srcOrd="6" destOrd="0" presId="urn:microsoft.com/office/officeart/2005/8/layout/orgChart1"/>
    <dgm:cxn modelId="{953FA8AA-42A2-4635-97C9-5AAF72E86A36}" type="presParOf" srcId="{86927F7B-31EB-4C72-BDDF-95F03A820936}" destId="{8CD2D92C-B2D9-4974-8E23-ED29D4C7E5B3}" srcOrd="7" destOrd="0" presId="urn:microsoft.com/office/officeart/2005/8/layout/orgChart1"/>
    <dgm:cxn modelId="{10CA8AFD-9D2F-480D-918E-D8CA9A2DFA98}" type="presParOf" srcId="{8CD2D92C-B2D9-4974-8E23-ED29D4C7E5B3}" destId="{F54B670E-5D59-4DC3-88D4-9D582C1AE337}" srcOrd="0" destOrd="0" presId="urn:microsoft.com/office/officeart/2005/8/layout/orgChart1"/>
    <dgm:cxn modelId="{A297732C-EB86-4D3B-91B2-45F5BE3C9732}" type="presParOf" srcId="{F54B670E-5D59-4DC3-88D4-9D582C1AE337}" destId="{D24ACA67-F0D8-4282-91C8-F280CB41C381}" srcOrd="0" destOrd="0" presId="urn:microsoft.com/office/officeart/2005/8/layout/orgChart1"/>
    <dgm:cxn modelId="{709C692B-32D1-4D84-BEA8-0B0AEDAE5CC7}" type="presParOf" srcId="{F54B670E-5D59-4DC3-88D4-9D582C1AE337}" destId="{036C679C-B623-4DE0-A35A-8EDCDE592FAA}" srcOrd="1" destOrd="0" presId="urn:microsoft.com/office/officeart/2005/8/layout/orgChart1"/>
    <dgm:cxn modelId="{9C0D770B-1E49-48BF-A82B-5609AC8E054E}" type="presParOf" srcId="{8CD2D92C-B2D9-4974-8E23-ED29D4C7E5B3}" destId="{33843AA2-79FE-4174-9A01-7C961C4CF562}" srcOrd="1" destOrd="0" presId="urn:microsoft.com/office/officeart/2005/8/layout/orgChart1"/>
    <dgm:cxn modelId="{3B0C92CD-945A-4972-A5BC-F1B2D11998B6}" type="presParOf" srcId="{8CD2D92C-B2D9-4974-8E23-ED29D4C7E5B3}" destId="{ABDBF6C0-EC2A-47FC-B83C-30675E83E526}" srcOrd="2" destOrd="0" presId="urn:microsoft.com/office/officeart/2005/8/layout/orgChart1"/>
    <dgm:cxn modelId="{3E5E1A06-632B-454A-ADE6-6B6D5013CF6B}" type="presParOf" srcId="{83A6497F-DD41-4DE0-BBBF-DB169E322FEE}" destId="{C9D934E8-A8A2-4357-A6EB-0CC6C319B572}" srcOrd="2" destOrd="0" presId="urn:microsoft.com/office/officeart/2005/8/layout/orgChart1"/>
    <dgm:cxn modelId="{753984F8-B6EF-4800-A0AD-2123715A0E60}" type="presParOf" srcId="{ECFA7939-7166-43FA-857A-2747D4B44BAC}" destId="{36C6B498-FC29-43C5-8381-D3FD2801B4A4}" srcOrd="8" destOrd="0" presId="urn:microsoft.com/office/officeart/2005/8/layout/orgChart1"/>
    <dgm:cxn modelId="{98FEEDBA-37F9-49D3-B4B7-B52883C221C2}" type="presParOf" srcId="{ECFA7939-7166-43FA-857A-2747D4B44BAC}" destId="{6FF8E57F-A1D9-416C-A328-DE37478E5B54}" srcOrd="9" destOrd="0" presId="urn:microsoft.com/office/officeart/2005/8/layout/orgChart1"/>
    <dgm:cxn modelId="{C36495A5-7673-42D7-9380-00BA9390866E}" type="presParOf" srcId="{6FF8E57F-A1D9-416C-A328-DE37478E5B54}" destId="{2A59F364-454C-4BB3-98BF-3EF89CC38F8E}" srcOrd="0" destOrd="0" presId="urn:microsoft.com/office/officeart/2005/8/layout/orgChart1"/>
    <dgm:cxn modelId="{F64F11FA-5C11-46E4-92F8-1894EEE202C6}" type="presParOf" srcId="{2A59F364-454C-4BB3-98BF-3EF89CC38F8E}" destId="{967CEDBF-7723-4DA1-AD94-66D2C7C68D8B}" srcOrd="0" destOrd="0" presId="urn:microsoft.com/office/officeart/2005/8/layout/orgChart1"/>
    <dgm:cxn modelId="{12495959-43DE-427B-9BEF-CA82EAF7DFDD}" type="presParOf" srcId="{2A59F364-454C-4BB3-98BF-3EF89CC38F8E}" destId="{B8E0029D-D213-44CE-AE86-4E72466916F3}" srcOrd="1" destOrd="0" presId="urn:microsoft.com/office/officeart/2005/8/layout/orgChart1"/>
    <dgm:cxn modelId="{9E2334F9-BCD4-4D27-9E6A-11BDAD3F49F6}" type="presParOf" srcId="{6FF8E57F-A1D9-416C-A328-DE37478E5B54}" destId="{52284601-1642-428F-B967-2F140E286DD8}" srcOrd="1" destOrd="0" presId="urn:microsoft.com/office/officeart/2005/8/layout/orgChart1"/>
    <dgm:cxn modelId="{B34C46A5-E2A9-4D08-B76F-BE7B2F49C623}" type="presParOf" srcId="{52284601-1642-428F-B967-2F140E286DD8}" destId="{7C6E8EA0-31A4-44C5-B931-F3E96ED5F68B}" srcOrd="0" destOrd="0" presId="urn:microsoft.com/office/officeart/2005/8/layout/orgChart1"/>
    <dgm:cxn modelId="{8E26F502-E3DD-4948-9B6D-0B25D42D245C}" type="presParOf" srcId="{52284601-1642-428F-B967-2F140E286DD8}" destId="{0FB011B8-C83F-42A0-A42D-BB23DD45DE5E}" srcOrd="1" destOrd="0" presId="urn:microsoft.com/office/officeart/2005/8/layout/orgChart1"/>
    <dgm:cxn modelId="{2FF435CA-0239-4FF4-A44C-E88FE945BFDD}" type="presParOf" srcId="{0FB011B8-C83F-42A0-A42D-BB23DD45DE5E}" destId="{8911E3B9-A3C9-411E-8346-5A095F338B24}" srcOrd="0" destOrd="0" presId="urn:microsoft.com/office/officeart/2005/8/layout/orgChart1"/>
    <dgm:cxn modelId="{7E65360F-1A47-4DAF-B666-D2C0032B2252}" type="presParOf" srcId="{8911E3B9-A3C9-411E-8346-5A095F338B24}" destId="{C8F232ED-2143-448A-9863-368D44920CA5}" srcOrd="0" destOrd="0" presId="urn:microsoft.com/office/officeart/2005/8/layout/orgChart1"/>
    <dgm:cxn modelId="{DC3BA44B-6A29-48B3-818B-794AF9DD7F0C}" type="presParOf" srcId="{8911E3B9-A3C9-411E-8346-5A095F338B24}" destId="{9293443C-41DA-440C-8F27-72C251D46E98}" srcOrd="1" destOrd="0" presId="urn:microsoft.com/office/officeart/2005/8/layout/orgChart1"/>
    <dgm:cxn modelId="{A56CDF88-5481-42F5-8561-6577268AAB05}" type="presParOf" srcId="{0FB011B8-C83F-42A0-A42D-BB23DD45DE5E}" destId="{A022D1B7-64D1-4A34-8F32-741C48925D66}" srcOrd="1" destOrd="0" presId="urn:microsoft.com/office/officeart/2005/8/layout/orgChart1"/>
    <dgm:cxn modelId="{7182BED2-390F-4DFC-B61E-5FE9443264C5}" type="presParOf" srcId="{0FB011B8-C83F-42A0-A42D-BB23DD45DE5E}" destId="{09F7799C-CBC3-4B2C-8F3E-8EC87D947828}" srcOrd="2" destOrd="0" presId="urn:microsoft.com/office/officeart/2005/8/layout/orgChart1"/>
    <dgm:cxn modelId="{E198B1BA-BDC6-45CD-9168-7217CB620BC2}" type="presParOf" srcId="{6FF8E57F-A1D9-416C-A328-DE37478E5B54}" destId="{273B37B6-96AB-4564-A10C-E048D97F0FD9}" srcOrd="2" destOrd="0" presId="urn:microsoft.com/office/officeart/2005/8/layout/orgChart1"/>
    <dgm:cxn modelId="{FEC4C07B-BD68-457E-8A27-6ADE25821849}" type="presParOf" srcId="{4301A755-044A-4637-9817-95AB711BE5CC}" destId="{2C089B22-16A6-40EB-B568-5576EC79BBA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C6734A9-79FA-4A84-9A2B-F1C83688380C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D1878D47-1BA8-4684-BE93-B2C69C554240}">
      <dgm:prSet phldrT="[Text]" custT="1"/>
      <dgm:spPr/>
      <dgm:t>
        <a:bodyPr/>
        <a:lstStyle/>
        <a:p>
          <a:r>
            <a:rPr lang="de-DE" sz="1100" err="1"/>
            <a:t>wood</a:t>
          </a:r>
          <a:endParaRPr lang="de-DE" sz="1100"/>
        </a:p>
      </dgm:t>
    </dgm:pt>
    <dgm:pt modelId="{580324A0-9727-4D97-8474-37BCF2A7653F}" type="parTrans" cxnId="{09E74CB8-2E17-4E04-A0F0-04E7A5D2DF0C}">
      <dgm:prSet/>
      <dgm:spPr/>
      <dgm:t>
        <a:bodyPr/>
        <a:lstStyle/>
        <a:p>
          <a:endParaRPr lang="de-DE"/>
        </a:p>
      </dgm:t>
    </dgm:pt>
    <dgm:pt modelId="{ADB23B36-CC7A-4E26-A63E-0BD71222663F}" type="sibTrans" cxnId="{09E74CB8-2E17-4E04-A0F0-04E7A5D2DF0C}">
      <dgm:prSet/>
      <dgm:spPr/>
      <dgm:t>
        <a:bodyPr/>
        <a:lstStyle/>
        <a:p>
          <a:endParaRPr lang="de-DE"/>
        </a:p>
      </dgm:t>
    </dgm:pt>
    <dgm:pt modelId="{CDC2049C-5F1A-49C6-B077-775ACCC6FFF2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dirty="0">
              <a:solidFill>
                <a:srgbClr val="FF0000"/>
              </a:solidFill>
            </a:rPr>
            <a:t>naturalWood2</a:t>
          </a:r>
        </a:p>
      </dgm:t>
    </dgm:pt>
    <dgm:pt modelId="{74693115-FF5B-4D02-AB3C-21604054013E}" type="parTrans" cxnId="{87F27FCA-2F13-475D-8E14-34BF89036A90}">
      <dgm:prSet/>
      <dgm:spPr/>
      <dgm:t>
        <a:bodyPr/>
        <a:lstStyle/>
        <a:p>
          <a:endParaRPr lang="de-DE" sz="1100"/>
        </a:p>
      </dgm:t>
    </dgm:pt>
    <dgm:pt modelId="{72A6BFF4-9B2F-4655-8242-7264605346D8}" type="sibTrans" cxnId="{87F27FCA-2F13-475D-8E14-34BF89036A90}">
      <dgm:prSet/>
      <dgm:spPr/>
      <dgm:t>
        <a:bodyPr/>
        <a:lstStyle/>
        <a:p>
          <a:endParaRPr lang="de-DE"/>
        </a:p>
      </dgm:t>
    </dgm:pt>
    <dgm:pt modelId="{069F9370-2D1F-4870-B0A2-67AEDA8E0512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dirty="0">
              <a:solidFill>
                <a:srgbClr val="FF0000"/>
              </a:solidFill>
            </a:rPr>
            <a:t>preservativeTreatedWood2</a:t>
          </a:r>
        </a:p>
      </dgm:t>
    </dgm:pt>
    <dgm:pt modelId="{A8473D22-E958-4F42-924D-FD61203B0826}" type="parTrans" cxnId="{41BCFFA4-4938-492A-925F-A6ED1D5679F5}">
      <dgm:prSet/>
      <dgm:spPr/>
      <dgm:t>
        <a:bodyPr/>
        <a:lstStyle/>
        <a:p>
          <a:endParaRPr lang="de-DE" sz="1100"/>
        </a:p>
      </dgm:t>
    </dgm:pt>
    <dgm:pt modelId="{CBA3A8C0-84AB-4345-91D3-9695C46AF330}" type="sibTrans" cxnId="{41BCFFA4-4938-492A-925F-A6ED1D5679F5}">
      <dgm:prSet/>
      <dgm:spPr/>
      <dgm:t>
        <a:bodyPr/>
        <a:lstStyle/>
        <a:p>
          <a:endParaRPr lang="de-DE"/>
        </a:p>
      </dgm:t>
    </dgm:pt>
    <dgm:pt modelId="{7D4B83F9-A127-4E05-A33A-B72AE443DEA1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naturalWood3</a:t>
          </a:r>
          <a:endParaRPr lang="de-DE" sz="1100" dirty="0">
            <a:solidFill>
              <a:srgbClr val="FF0000"/>
            </a:solidFill>
          </a:endParaRPr>
        </a:p>
      </dgm:t>
    </dgm:pt>
    <dgm:pt modelId="{F6325B41-5781-40E0-A9A4-16467265D73D}" type="parTrans" cxnId="{2D49E3E0-8639-4FB3-8302-57A512DE72FE}">
      <dgm:prSet/>
      <dgm:spPr/>
      <dgm:t>
        <a:bodyPr/>
        <a:lstStyle/>
        <a:p>
          <a:endParaRPr lang="de-DE" sz="1100"/>
        </a:p>
      </dgm:t>
    </dgm:pt>
    <dgm:pt modelId="{EDE77F22-3F04-4383-A480-513F58FD5933}" type="sibTrans" cxnId="{2D49E3E0-8639-4FB3-8302-57A512DE72FE}">
      <dgm:prSet/>
      <dgm:spPr/>
      <dgm:t>
        <a:bodyPr/>
        <a:lstStyle/>
        <a:p>
          <a:endParaRPr lang="de-DE"/>
        </a:p>
      </dgm:t>
    </dgm:pt>
    <dgm:pt modelId="{0ED6A64D-46DB-49C8-8A14-D53CC6054A0A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dirty="0">
              <a:solidFill>
                <a:srgbClr val="FF0000"/>
              </a:solidFill>
            </a:rPr>
            <a:t>treatedWood2</a:t>
          </a:r>
        </a:p>
      </dgm:t>
    </dgm:pt>
    <dgm:pt modelId="{8D63F5EE-AE45-4159-B5D9-3AEF3324DF8C}" type="parTrans" cxnId="{9E66F931-CA0F-4579-82C4-50041ACA4372}">
      <dgm:prSet/>
      <dgm:spPr/>
      <dgm:t>
        <a:bodyPr/>
        <a:lstStyle/>
        <a:p>
          <a:endParaRPr lang="de-DE" sz="1100"/>
        </a:p>
      </dgm:t>
    </dgm:pt>
    <dgm:pt modelId="{02A4BBE2-4756-48F2-97E2-11D3B2CCDA24}" type="sibTrans" cxnId="{9E66F931-CA0F-4579-82C4-50041ACA4372}">
      <dgm:prSet/>
      <dgm:spPr/>
      <dgm:t>
        <a:bodyPr/>
        <a:lstStyle/>
        <a:p>
          <a:endParaRPr lang="de-DE"/>
        </a:p>
      </dgm:t>
    </dgm:pt>
    <dgm:pt modelId="{C8729C5E-FA72-47BC-86E3-6CAF356987E5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>
              <a:solidFill>
                <a:srgbClr val="FF0000"/>
              </a:solidFill>
            </a:rPr>
            <a:t>treatedWood3</a:t>
          </a:r>
        </a:p>
      </dgm:t>
    </dgm:pt>
    <dgm:pt modelId="{5B639E5D-BA6E-4ED4-A674-D9DC1C0CF72E}" type="parTrans" cxnId="{E38C299F-9B35-4F58-8B46-7088D9ED89E5}">
      <dgm:prSet/>
      <dgm:spPr/>
      <dgm:t>
        <a:bodyPr/>
        <a:lstStyle/>
        <a:p>
          <a:endParaRPr lang="de-DE" sz="1100"/>
        </a:p>
      </dgm:t>
    </dgm:pt>
    <dgm:pt modelId="{C188E47E-E688-457B-AF2E-D668CEC60B32}" type="sibTrans" cxnId="{E38C299F-9B35-4F58-8B46-7088D9ED89E5}">
      <dgm:prSet/>
      <dgm:spPr/>
      <dgm:t>
        <a:bodyPr/>
        <a:lstStyle/>
        <a:p>
          <a:endParaRPr lang="de-DE"/>
        </a:p>
      </dgm:t>
    </dgm:pt>
    <dgm:pt modelId="{405F8A05-252E-4D70-BC9F-73BA03F049D6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>
              <a:solidFill>
                <a:srgbClr val="FF0000"/>
              </a:solidFill>
            </a:rPr>
            <a:t>preservativeTreatedWood3</a:t>
          </a:r>
        </a:p>
      </dgm:t>
    </dgm:pt>
    <dgm:pt modelId="{764956B3-F62D-4B70-A213-9C99B34002DB}" type="parTrans" cxnId="{7A6F6241-E49D-48C9-8A69-3A1B41695F63}">
      <dgm:prSet/>
      <dgm:spPr/>
      <dgm:t>
        <a:bodyPr/>
        <a:lstStyle/>
        <a:p>
          <a:endParaRPr lang="de-DE" sz="1100"/>
        </a:p>
      </dgm:t>
    </dgm:pt>
    <dgm:pt modelId="{86C81524-B14F-4F0B-B1B4-521DFA93536D}" type="sibTrans" cxnId="{7A6F6241-E49D-48C9-8A69-3A1B41695F63}">
      <dgm:prSet/>
      <dgm:spPr/>
      <dgm:t>
        <a:bodyPr/>
        <a:lstStyle/>
        <a:p>
          <a:endParaRPr lang="de-DE"/>
        </a:p>
      </dgm:t>
    </dgm:pt>
    <dgm:pt modelId="{A2F28001-A119-4AEA-9FAC-4B40CE6A668E}" type="pres">
      <dgm:prSet presAssocID="{3C6734A9-79FA-4A84-9A2B-F1C83688380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759CFF1-2061-4FF6-BAAC-D4EF1FF27906}" type="pres">
      <dgm:prSet presAssocID="{D1878D47-1BA8-4684-BE93-B2C69C554240}" presName="hierRoot1" presStyleCnt="0">
        <dgm:presLayoutVars>
          <dgm:hierBranch val="init"/>
        </dgm:presLayoutVars>
      </dgm:prSet>
      <dgm:spPr/>
    </dgm:pt>
    <dgm:pt modelId="{0F9DEFCA-FF39-4E73-8A7F-CE9743C125C2}" type="pres">
      <dgm:prSet presAssocID="{D1878D47-1BA8-4684-BE93-B2C69C554240}" presName="rootComposite1" presStyleCnt="0"/>
      <dgm:spPr/>
    </dgm:pt>
    <dgm:pt modelId="{5D68912F-53B9-4D56-BDDF-49BEEF176338}" type="pres">
      <dgm:prSet presAssocID="{D1878D47-1BA8-4684-BE93-B2C69C554240}" presName="rootText1" presStyleLbl="node0" presStyleIdx="0" presStyleCnt="1" custLinFactNeighborY="2199">
        <dgm:presLayoutVars>
          <dgm:chPref val="3"/>
        </dgm:presLayoutVars>
      </dgm:prSet>
      <dgm:spPr/>
    </dgm:pt>
    <dgm:pt modelId="{0AB753F1-C6D2-43A1-9745-49D464E5503D}" type="pres">
      <dgm:prSet presAssocID="{D1878D47-1BA8-4684-BE93-B2C69C554240}" presName="rootConnector1" presStyleLbl="node1" presStyleIdx="0" presStyleCnt="0"/>
      <dgm:spPr/>
    </dgm:pt>
    <dgm:pt modelId="{B7558938-3E66-47A1-B5C3-EB431FD36CB4}" type="pres">
      <dgm:prSet presAssocID="{D1878D47-1BA8-4684-BE93-B2C69C554240}" presName="hierChild2" presStyleCnt="0"/>
      <dgm:spPr/>
    </dgm:pt>
    <dgm:pt modelId="{8324CAEA-868B-43C3-A9E4-5E5A8F7D2E65}" type="pres">
      <dgm:prSet presAssocID="{74693115-FF5B-4D02-AB3C-21604054013E}" presName="Name37" presStyleLbl="parChTrans1D2" presStyleIdx="0" presStyleCnt="3"/>
      <dgm:spPr/>
    </dgm:pt>
    <dgm:pt modelId="{085F2EA5-5BE7-4403-929E-C85AC20025FD}" type="pres">
      <dgm:prSet presAssocID="{CDC2049C-5F1A-49C6-B077-775ACCC6FFF2}" presName="hierRoot2" presStyleCnt="0">
        <dgm:presLayoutVars>
          <dgm:hierBranch val="init"/>
        </dgm:presLayoutVars>
      </dgm:prSet>
      <dgm:spPr/>
    </dgm:pt>
    <dgm:pt modelId="{BDFD8117-5975-4DB2-951B-97F3C6973197}" type="pres">
      <dgm:prSet presAssocID="{CDC2049C-5F1A-49C6-B077-775ACCC6FFF2}" presName="rootComposite" presStyleCnt="0"/>
      <dgm:spPr/>
    </dgm:pt>
    <dgm:pt modelId="{E26FBE71-C079-4B88-9D5F-1C7FE04025A1}" type="pres">
      <dgm:prSet presAssocID="{CDC2049C-5F1A-49C6-B077-775ACCC6FFF2}" presName="rootText" presStyleLbl="node2" presStyleIdx="0" presStyleCnt="3">
        <dgm:presLayoutVars>
          <dgm:chPref val="3"/>
        </dgm:presLayoutVars>
      </dgm:prSet>
      <dgm:spPr/>
    </dgm:pt>
    <dgm:pt modelId="{9D2448D3-47C1-4B96-B233-4335BE86F665}" type="pres">
      <dgm:prSet presAssocID="{CDC2049C-5F1A-49C6-B077-775ACCC6FFF2}" presName="rootConnector" presStyleLbl="node2" presStyleIdx="0" presStyleCnt="3"/>
      <dgm:spPr/>
    </dgm:pt>
    <dgm:pt modelId="{D8CFCB65-FE4D-45A7-8221-8629B2B33E54}" type="pres">
      <dgm:prSet presAssocID="{CDC2049C-5F1A-49C6-B077-775ACCC6FFF2}" presName="hierChild4" presStyleCnt="0"/>
      <dgm:spPr/>
    </dgm:pt>
    <dgm:pt modelId="{61F86455-B899-42B0-8E96-A0B59B4CF653}" type="pres">
      <dgm:prSet presAssocID="{F6325B41-5781-40E0-A9A4-16467265D73D}" presName="Name37" presStyleLbl="parChTrans1D3" presStyleIdx="0" presStyleCnt="3"/>
      <dgm:spPr/>
    </dgm:pt>
    <dgm:pt modelId="{9FBD198C-CA5A-4E64-9FD9-8CB4A12FBA3C}" type="pres">
      <dgm:prSet presAssocID="{7D4B83F9-A127-4E05-A33A-B72AE443DEA1}" presName="hierRoot2" presStyleCnt="0">
        <dgm:presLayoutVars>
          <dgm:hierBranch val="init"/>
        </dgm:presLayoutVars>
      </dgm:prSet>
      <dgm:spPr/>
    </dgm:pt>
    <dgm:pt modelId="{00AAD82E-94FE-472D-A9F4-5F1441484128}" type="pres">
      <dgm:prSet presAssocID="{7D4B83F9-A127-4E05-A33A-B72AE443DEA1}" presName="rootComposite" presStyleCnt="0"/>
      <dgm:spPr/>
    </dgm:pt>
    <dgm:pt modelId="{E9E6567D-A4CC-4C65-A16B-BABB33F282F7}" type="pres">
      <dgm:prSet presAssocID="{7D4B83F9-A127-4E05-A33A-B72AE443DEA1}" presName="rootText" presStyleLbl="node3" presStyleIdx="0" presStyleCnt="3">
        <dgm:presLayoutVars>
          <dgm:chPref val="3"/>
        </dgm:presLayoutVars>
      </dgm:prSet>
      <dgm:spPr/>
    </dgm:pt>
    <dgm:pt modelId="{FCF712D9-AF85-4416-B066-FE2B785D82D9}" type="pres">
      <dgm:prSet presAssocID="{7D4B83F9-A127-4E05-A33A-B72AE443DEA1}" presName="rootConnector" presStyleLbl="node3" presStyleIdx="0" presStyleCnt="3"/>
      <dgm:spPr/>
    </dgm:pt>
    <dgm:pt modelId="{919D0202-0CB8-4A31-BE29-935627BF9F7E}" type="pres">
      <dgm:prSet presAssocID="{7D4B83F9-A127-4E05-A33A-B72AE443DEA1}" presName="hierChild4" presStyleCnt="0"/>
      <dgm:spPr/>
    </dgm:pt>
    <dgm:pt modelId="{51EE119C-1725-452B-8139-86D8722DBA8F}" type="pres">
      <dgm:prSet presAssocID="{7D4B83F9-A127-4E05-A33A-B72AE443DEA1}" presName="hierChild5" presStyleCnt="0"/>
      <dgm:spPr/>
    </dgm:pt>
    <dgm:pt modelId="{8B56FF19-226A-4263-9D36-6F1C98D85113}" type="pres">
      <dgm:prSet presAssocID="{CDC2049C-5F1A-49C6-B077-775ACCC6FFF2}" presName="hierChild5" presStyleCnt="0"/>
      <dgm:spPr/>
    </dgm:pt>
    <dgm:pt modelId="{8F5C5FD6-FFB3-4E68-B766-0CA5F8C65250}" type="pres">
      <dgm:prSet presAssocID="{8D63F5EE-AE45-4159-B5D9-3AEF3324DF8C}" presName="Name37" presStyleLbl="parChTrans1D2" presStyleIdx="1" presStyleCnt="3"/>
      <dgm:spPr/>
    </dgm:pt>
    <dgm:pt modelId="{5F01B879-5C87-4DC8-A7B8-88C7C492CFA6}" type="pres">
      <dgm:prSet presAssocID="{0ED6A64D-46DB-49C8-8A14-D53CC6054A0A}" presName="hierRoot2" presStyleCnt="0">
        <dgm:presLayoutVars>
          <dgm:hierBranch val="init"/>
        </dgm:presLayoutVars>
      </dgm:prSet>
      <dgm:spPr/>
    </dgm:pt>
    <dgm:pt modelId="{528ADA25-36CD-4F4B-9768-4A31564E6811}" type="pres">
      <dgm:prSet presAssocID="{0ED6A64D-46DB-49C8-8A14-D53CC6054A0A}" presName="rootComposite" presStyleCnt="0"/>
      <dgm:spPr/>
    </dgm:pt>
    <dgm:pt modelId="{5BAE4D1F-856C-4FAF-9A8E-3AE79BD9DBEC}" type="pres">
      <dgm:prSet presAssocID="{0ED6A64D-46DB-49C8-8A14-D53CC6054A0A}" presName="rootText" presStyleLbl="node2" presStyleIdx="1" presStyleCnt="3" custLinFactNeighborY="0">
        <dgm:presLayoutVars>
          <dgm:chPref val="3"/>
        </dgm:presLayoutVars>
      </dgm:prSet>
      <dgm:spPr/>
    </dgm:pt>
    <dgm:pt modelId="{18CA298B-A2AE-4276-B463-0970E3E8E192}" type="pres">
      <dgm:prSet presAssocID="{0ED6A64D-46DB-49C8-8A14-D53CC6054A0A}" presName="rootConnector" presStyleLbl="node2" presStyleIdx="1" presStyleCnt="3"/>
      <dgm:spPr/>
    </dgm:pt>
    <dgm:pt modelId="{66F3D2C7-A1A1-478A-ACF3-D11F40552544}" type="pres">
      <dgm:prSet presAssocID="{0ED6A64D-46DB-49C8-8A14-D53CC6054A0A}" presName="hierChild4" presStyleCnt="0"/>
      <dgm:spPr/>
    </dgm:pt>
    <dgm:pt modelId="{8950BBF9-27C1-4B73-87AD-069B836E4959}" type="pres">
      <dgm:prSet presAssocID="{5B639E5D-BA6E-4ED4-A674-D9DC1C0CF72E}" presName="Name37" presStyleLbl="parChTrans1D3" presStyleIdx="1" presStyleCnt="3"/>
      <dgm:spPr/>
    </dgm:pt>
    <dgm:pt modelId="{9A8CA59E-96D8-48F8-BA2F-C5FF1F6D97E7}" type="pres">
      <dgm:prSet presAssocID="{C8729C5E-FA72-47BC-86E3-6CAF356987E5}" presName="hierRoot2" presStyleCnt="0">
        <dgm:presLayoutVars>
          <dgm:hierBranch val="init"/>
        </dgm:presLayoutVars>
      </dgm:prSet>
      <dgm:spPr/>
    </dgm:pt>
    <dgm:pt modelId="{77C9E514-5D42-4DD2-88E4-E60FBE14A190}" type="pres">
      <dgm:prSet presAssocID="{C8729C5E-FA72-47BC-86E3-6CAF356987E5}" presName="rootComposite" presStyleCnt="0"/>
      <dgm:spPr/>
    </dgm:pt>
    <dgm:pt modelId="{9AE334F9-E652-40FF-ACE1-4829F83CD2EE}" type="pres">
      <dgm:prSet presAssocID="{C8729C5E-FA72-47BC-86E3-6CAF356987E5}" presName="rootText" presStyleLbl="node3" presStyleIdx="1" presStyleCnt="3">
        <dgm:presLayoutVars>
          <dgm:chPref val="3"/>
        </dgm:presLayoutVars>
      </dgm:prSet>
      <dgm:spPr/>
    </dgm:pt>
    <dgm:pt modelId="{AA96EDA1-120B-4311-965E-323F94D3FA5F}" type="pres">
      <dgm:prSet presAssocID="{C8729C5E-FA72-47BC-86E3-6CAF356987E5}" presName="rootConnector" presStyleLbl="node3" presStyleIdx="1" presStyleCnt="3"/>
      <dgm:spPr/>
    </dgm:pt>
    <dgm:pt modelId="{D50D9D1D-8542-41FB-81F3-D22CE7637BD6}" type="pres">
      <dgm:prSet presAssocID="{C8729C5E-FA72-47BC-86E3-6CAF356987E5}" presName="hierChild4" presStyleCnt="0"/>
      <dgm:spPr/>
    </dgm:pt>
    <dgm:pt modelId="{B5755FAC-45F1-4DEB-B814-CC0A95C0FC05}" type="pres">
      <dgm:prSet presAssocID="{C8729C5E-FA72-47BC-86E3-6CAF356987E5}" presName="hierChild5" presStyleCnt="0"/>
      <dgm:spPr/>
    </dgm:pt>
    <dgm:pt modelId="{2F4DE1AD-FC91-4EB6-8B9D-71747381914E}" type="pres">
      <dgm:prSet presAssocID="{0ED6A64D-46DB-49C8-8A14-D53CC6054A0A}" presName="hierChild5" presStyleCnt="0"/>
      <dgm:spPr/>
    </dgm:pt>
    <dgm:pt modelId="{9D66B1A6-AAD7-42E2-8347-8B76B3A36D14}" type="pres">
      <dgm:prSet presAssocID="{A8473D22-E958-4F42-924D-FD61203B0826}" presName="Name37" presStyleLbl="parChTrans1D2" presStyleIdx="2" presStyleCnt="3"/>
      <dgm:spPr/>
    </dgm:pt>
    <dgm:pt modelId="{1AA5AA93-B319-4321-8CB5-B9E7EE3E8567}" type="pres">
      <dgm:prSet presAssocID="{069F9370-2D1F-4870-B0A2-67AEDA8E0512}" presName="hierRoot2" presStyleCnt="0">
        <dgm:presLayoutVars>
          <dgm:hierBranch val="init"/>
        </dgm:presLayoutVars>
      </dgm:prSet>
      <dgm:spPr/>
    </dgm:pt>
    <dgm:pt modelId="{FDD90E7F-FB8D-40E9-B59C-6CBAE5A6BAF7}" type="pres">
      <dgm:prSet presAssocID="{069F9370-2D1F-4870-B0A2-67AEDA8E0512}" presName="rootComposite" presStyleCnt="0"/>
      <dgm:spPr/>
    </dgm:pt>
    <dgm:pt modelId="{1CA6BE6A-4BD7-409C-A812-209AF62A9150}" type="pres">
      <dgm:prSet presAssocID="{069F9370-2D1F-4870-B0A2-67AEDA8E0512}" presName="rootText" presStyleLbl="node2" presStyleIdx="2" presStyleCnt="3">
        <dgm:presLayoutVars>
          <dgm:chPref val="3"/>
        </dgm:presLayoutVars>
      </dgm:prSet>
      <dgm:spPr/>
    </dgm:pt>
    <dgm:pt modelId="{C7CD6454-8A93-46EC-A753-8E642D9E0070}" type="pres">
      <dgm:prSet presAssocID="{069F9370-2D1F-4870-B0A2-67AEDA8E0512}" presName="rootConnector" presStyleLbl="node2" presStyleIdx="2" presStyleCnt="3"/>
      <dgm:spPr/>
    </dgm:pt>
    <dgm:pt modelId="{01C71F15-F790-49E0-A5C6-096C8A1E72CA}" type="pres">
      <dgm:prSet presAssocID="{069F9370-2D1F-4870-B0A2-67AEDA8E0512}" presName="hierChild4" presStyleCnt="0"/>
      <dgm:spPr/>
    </dgm:pt>
    <dgm:pt modelId="{CE002A50-D582-4932-8823-2638983F1184}" type="pres">
      <dgm:prSet presAssocID="{764956B3-F62D-4B70-A213-9C99B34002DB}" presName="Name37" presStyleLbl="parChTrans1D3" presStyleIdx="2" presStyleCnt="3"/>
      <dgm:spPr/>
    </dgm:pt>
    <dgm:pt modelId="{D86FCD4F-0B56-4DB2-A2B3-41A35A71F1B6}" type="pres">
      <dgm:prSet presAssocID="{405F8A05-252E-4D70-BC9F-73BA03F049D6}" presName="hierRoot2" presStyleCnt="0">
        <dgm:presLayoutVars>
          <dgm:hierBranch val="init"/>
        </dgm:presLayoutVars>
      </dgm:prSet>
      <dgm:spPr/>
    </dgm:pt>
    <dgm:pt modelId="{F48AF18E-DED2-4593-9096-B0E5CCE53713}" type="pres">
      <dgm:prSet presAssocID="{405F8A05-252E-4D70-BC9F-73BA03F049D6}" presName="rootComposite" presStyleCnt="0"/>
      <dgm:spPr/>
    </dgm:pt>
    <dgm:pt modelId="{A2DB60E0-32BF-4197-8DDD-CC5D62253537}" type="pres">
      <dgm:prSet presAssocID="{405F8A05-252E-4D70-BC9F-73BA03F049D6}" presName="rootText" presStyleLbl="node3" presStyleIdx="2" presStyleCnt="3">
        <dgm:presLayoutVars>
          <dgm:chPref val="3"/>
        </dgm:presLayoutVars>
      </dgm:prSet>
      <dgm:spPr/>
    </dgm:pt>
    <dgm:pt modelId="{5DE54469-C15E-46AE-B92A-89F8C46730EC}" type="pres">
      <dgm:prSet presAssocID="{405F8A05-252E-4D70-BC9F-73BA03F049D6}" presName="rootConnector" presStyleLbl="node3" presStyleIdx="2" presStyleCnt="3"/>
      <dgm:spPr/>
    </dgm:pt>
    <dgm:pt modelId="{DC45CDC8-0996-4407-BC89-FDBB9C64CAE9}" type="pres">
      <dgm:prSet presAssocID="{405F8A05-252E-4D70-BC9F-73BA03F049D6}" presName="hierChild4" presStyleCnt="0"/>
      <dgm:spPr/>
    </dgm:pt>
    <dgm:pt modelId="{AFEE4D85-B808-4A4A-8E7C-705BFEB8F439}" type="pres">
      <dgm:prSet presAssocID="{405F8A05-252E-4D70-BC9F-73BA03F049D6}" presName="hierChild5" presStyleCnt="0"/>
      <dgm:spPr/>
    </dgm:pt>
    <dgm:pt modelId="{B2A41726-FA1B-4B5E-8501-53C01244F0AD}" type="pres">
      <dgm:prSet presAssocID="{069F9370-2D1F-4870-B0A2-67AEDA8E0512}" presName="hierChild5" presStyleCnt="0"/>
      <dgm:spPr/>
    </dgm:pt>
    <dgm:pt modelId="{ADCB9912-E8FC-421A-80CB-0E7069A466BF}" type="pres">
      <dgm:prSet presAssocID="{D1878D47-1BA8-4684-BE93-B2C69C554240}" presName="hierChild3" presStyleCnt="0"/>
      <dgm:spPr/>
    </dgm:pt>
  </dgm:ptLst>
  <dgm:cxnLst>
    <dgm:cxn modelId="{B969B001-88DF-4A89-9D91-E3593AB83F7F}" type="presOf" srcId="{D1878D47-1BA8-4684-BE93-B2C69C554240}" destId="{5D68912F-53B9-4D56-BDDF-49BEEF176338}" srcOrd="0" destOrd="0" presId="urn:microsoft.com/office/officeart/2005/8/layout/orgChart1"/>
    <dgm:cxn modelId="{F3A37211-E3AE-4476-8D32-E8B516933B97}" type="presOf" srcId="{C8729C5E-FA72-47BC-86E3-6CAF356987E5}" destId="{9AE334F9-E652-40FF-ACE1-4829F83CD2EE}" srcOrd="0" destOrd="0" presId="urn:microsoft.com/office/officeart/2005/8/layout/orgChart1"/>
    <dgm:cxn modelId="{9E66F931-CA0F-4579-82C4-50041ACA4372}" srcId="{D1878D47-1BA8-4684-BE93-B2C69C554240}" destId="{0ED6A64D-46DB-49C8-8A14-D53CC6054A0A}" srcOrd="1" destOrd="0" parTransId="{8D63F5EE-AE45-4159-B5D9-3AEF3324DF8C}" sibTransId="{02A4BBE2-4756-48F2-97E2-11D3B2CCDA24}"/>
    <dgm:cxn modelId="{7A6F6241-E49D-48C9-8A69-3A1B41695F63}" srcId="{069F9370-2D1F-4870-B0A2-67AEDA8E0512}" destId="{405F8A05-252E-4D70-BC9F-73BA03F049D6}" srcOrd="0" destOrd="0" parTransId="{764956B3-F62D-4B70-A213-9C99B34002DB}" sibTransId="{86C81524-B14F-4F0B-B1B4-521DFA93536D}"/>
    <dgm:cxn modelId="{77B71467-CC7A-4358-9259-8214D92BD96E}" type="presOf" srcId="{069F9370-2D1F-4870-B0A2-67AEDA8E0512}" destId="{C7CD6454-8A93-46EC-A753-8E642D9E0070}" srcOrd="1" destOrd="0" presId="urn:microsoft.com/office/officeart/2005/8/layout/orgChart1"/>
    <dgm:cxn modelId="{C7B11C70-E574-4F6B-B9EE-DB3D9AD0E69E}" type="presOf" srcId="{764956B3-F62D-4B70-A213-9C99B34002DB}" destId="{CE002A50-D582-4932-8823-2638983F1184}" srcOrd="0" destOrd="0" presId="urn:microsoft.com/office/officeart/2005/8/layout/orgChart1"/>
    <dgm:cxn modelId="{2DBC7057-5598-4578-A525-44C18D7694C8}" type="presOf" srcId="{74693115-FF5B-4D02-AB3C-21604054013E}" destId="{8324CAEA-868B-43C3-A9E4-5E5A8F7D2E65}" srcOrd="0" destOrd="0" presId="urn:microsoft.com/office/officeart/2005/8/layout/orgChart1"/>
    <dgm:cxn modelId="{80B8F357-889B-463D-AD6E-F89FC37F73BF}" type="presOf" srcId="{F6325B41-5781-40E0-A9A4-16467265D73D}" destId="{61F86455-B899-42B0-8E96-A0B59B4CF653}" srcOrd="0" destOrd="0" presId="urn:microsoft.com/office/officeart/2005/8/layout/orgChart1"/>
    <dgm:cxn modelId="{63217F86-2242-4254-B60C-0D178AE3FAF4}" type="presOf" srcId="{A8473D22-E958-4F42-924D-FD61203B0826}" destId="{9D66B1A6-AAD7-42E2-8347-8B76B3A36D14}" srcOrd="0" destOrd="0" presId="urn:microsoft.com/office/officeart/2005/8/layout/orgChart1"/>
    <dgm:cxn modelId="{044D6799-6B47-4AE1-BF99-660EC4513E16}" type="presOf" srcId="{7D4B83F9-A127-4E05-A33A-B72AE443DEA1}" destId="{FCF712D9-AF85-4416-B066-FE2B785D82D9}" srcOrd="1" destOrd="0" presId="urn:microsoft.com/office/officeart/2005/8/layout/orgChart1"/>
    <dgm:cxn modelId="{A6ED4E9B-07A9-4CE3-82C5-E0A21119980F}" type="presOf" srcId="{C8729C5E-FA72-47BC-86E3-6CAF356987E5}" destId="{AA96EDA1-120B-4311-965E-323F94D3FA5F}" srcOrd="1" destOrd="0" presId="urn:microsoft.com/office/officeart/2005/8/layout/orgChart1"/>
    <dgm:cxn modelId="{048A529C-21B7-497A-B828-4172C2E2B6D3}" type="presOf" srcId="{5B639E5D-BA6E-4ED4-A674-D9DC1C0CF72E}" destId="{8950BBF9-27C1-4B73-87AD-069B836E4959}" srcOrd="0" destOrd="0" presId="urn:microsoft.com/office/officeart/2005/8/layout/orgChart1"/>
    <dgm:cxn modelId="{E38C299F-9B35-4F58-8B46-7088D9ED89E5}" srcId="{0ED6A64D-46DB-49C8-8A14-D53CC6054A0A}" destId="{C8729C5E-FA72-47BC-86E3-6CAF356987E5}" srcOrd="0" destOrd="0" parTransId="{5B639E5D-BA6E-4ED4-A674-D9DC1C0CF72E}" sibTransId="{C188E47E-E688-457B-AF2E-D668CEC60B32}"/>
    <dgm:cxn modelId="{BA7187A4-C635-4C4D-97F6-11E8F79A09B0}" type="presOf" srcId="{8D63F5EE-AE45-4159-B5D9-3AEF3324DF8C}" destId="{8F5C5FD6-FFB3-4E68-B766-0CA5F8C65250}" srcOrd="0" destOrd="0" presId="urn:microsoft.com/office/officeart/2005/8/layout/orgChart1"/>
    <dgm:cxn modelId="{41BCFFA4-4938-492A-925F-A6ED1D5679F5}" srcId="{D1878D47-1BA8-4684-BE93-B2C69C554240}" destId="{069F9370-2D1F-4870-B0A2-67AEDA8E0512}" srcOrd="2" destOrd="0" parTransId="{A8473D22-E958-4F42-924D-FD61203B0826}" sibTransId="{CBA3A8C0-84AB-4345-91D3-9695C46AF330}"/>
    <dgm:cxn modelId="{09E74CB8-2E17-4E04-A0F0-04E7A5D2DF0C}" srcId="{3C6734A9-79FA-4A84-9A2B-F1C83688380C}" destId="{D1878D47-1BA8-4684-BE93-B2C69C554240}" srcOrd="0" destOrd="0" parTransId="{580324A0-9727-4D97-8474-37BCF2A7653F}" sibTransId="{ADB23B36-CC7A-4E26-A63E-0BD71222663F}"/>
    <dgm:cxn modelId="{D6D3DCBB-DCB2-4D42-A65D-FA29A8476556}" type="presOf" srcId="{0ED6A64D-46DB-49C8-8A14-D53CC6054A0A}" destId="{18CA298B-A2AE-4276-B463-0970E3E8E192}" srcOrd="1" destOrd="0" presId="urn:microsoft.com/office/officeart/2005/8/layout/orgChart1"/>
    <dgm:cxn modelId="{95E8CCC2-ECF3-4EFB-9D6A-4B053CCC80C2}" type="presOf" srcId="{405F8A05-252E-4D70-BC9F-73BA03F049D6}" destId="{A2DB60E0-32BF-4197-8DDD-CC5D62253537}" srcOrd="0" destOrd="0" presId="urn:microsoft.com/office/officeart/2005/8/layout/orgChart1"/>
    <dgm:cxn modelId="{BEA15BCA-B08D-4A6D-B74B-218438BF8EB9}" type="presOf" srcId="{3C6734A9-79FA-4A84-9A2B-F1C83688380C}" destId="{A2F28001-A119-4AEA-9FAC-4B40CE6A668E}" srcOrd="0" destOrd="0" presId="urn:microsoft.com/office/officeart/2005/8/layout/orgChart1"/>
    <dgm:cxn modelId="{87F27FCA-2F13-475D-8E14-34BF89036A90}" srcId="{D1878D47-1BA8-4684-BE93-B2C69C554240}" destId="{CDC2049C-5F1A-49C6-B077-775ACCC6FFF2}" srcOrd="0" destOrd="0" parTransId="{74693115-FF5B-4D02-AB3C-21604054013E}" sibTransId="{72A6BFF4-9B2F-4655-8242-7264605346D8}"/>
    <dgm:cxn modelId="{6D86CECC-4D3D-4D2D-ACB4-1AA7E2F8A7EF}" type="presOf" srcId="{069F9370-2D1F-4870-B0A2-67AEDA8E0512}" destId="{1CA6BE6A-4BD7-409C-A812-209AF62A9150}" srcOrd="0" destOrd="0" presId="urn:microsoft.com/office/officeart/2005/8/layout/orgChart1"/>
    <dgm:cxn modelId="{B5795BD5-0EBC-4643-983C-AE82D1AB1855}" type="presOf" srcId="{CDC2049C-5F1A-49C6-B077-775ACCC6FFF2}" destId="{E26FBE71-C079-4B88-9D5F-1C7FE04025A1}" srcOrd="0" destOrd="0" presId="urn:microsoft.com/office/officeart/2005/8/layout/orgChart1"/>
    <dgm:cxn modelId="{B12CF6D7-BA3D-4961-8E97-353D2BEBE722}" type="presOf" srcId="{405F8A05-252E-4D70-BC9F-73BA03F049D6}" destId="{5DE54469-C15E-46AE-B92A-89F8C46730EC}" srcOrd="1" destOrd="0" presId="urn:microsoft.com/office/officeart/2005/8/layout/orgChart1"/>
    <dgm:cxn modelId="{2D49E3E0-8639-4FB3-8302-57A512DE72FE}" srcId="{CDC2049C-5F1A-49C6-B077-775ACCC6FFF2}" destId="{7D4B83F9-A127-4E05-A33A-B72AE443DEA1}" srcOrd="0" destOrd="0" parTransId="{F6325B41-5781-40E0-A9A4-16467265D73D}" sibTransId="{EDE77F22-3F04-4383-A480-513F58FD5933}"/>
    <dgm:cxn modelId="{F55259E9-888A-468C-81BA-56FF9F816EAF}" type="presOf" srcId="{7D4B83F9-A127-4E05-A33A-B72AE443DEA1}" destId="{E9E6567D-A4CC-4C65-A16B-BABB33F282F7}" srcOrd="0" destOrd="0" presId="urn:microsoft.com/office/officeart/2005/8/layout/orgChart1"/>
    <dgm:cxn modelId="{7D209DEC-76E6-4862-A9CC-9563CE438DD1}" type="presOf" srcId="{D1878D47-1BA8-4684-BE93-B2C69C554240}" destId="{0AB753F1-C6D2-43A1-9745-49D464E5503D}" srcOrd="1" destOrd="0" presId="urn:microsoft.com/office/officeart/2005/8/layout/orgChart1"/>
    <dgm:cxn modelId="{3F1D3DED-397F-4F60-B6ED-42F5400B6E91}" type="presOf" srcId="{0ED6A64D-46DB-49C8-8A14-D53CC6054A0A}" destId="{5BAE4D1F-856C-4FAF-9A8E-3AE79BD9DBEC}" srcOrd="0" destOrd="0" presId="urn:microsoft.com/office/officeart/2005/8/layout/orgChart1"/>
    <dgm:cxn modelId="{D634D3FE-4957-424F-A2E3-65BA1FE6108B}" type="presOf" srcId="{CDC2049C-5F1A-49C6-B077-775ACCC6FFF2}" destId="{9D2448D3-47C1-4B96-B233-4335BE86F665}" srcOrd="1" destOrd="0" presId="urn:microsoft.com/office/officeart/2005/8/layout/orgChart1"/>
    <dgm:cxn modelId="{DE0FC046-3DA2-4A9F-AF25-83A25A3CF911}" type="presParOf" srcId="{A2F28001-A119-4AEA-9FAC-4B40CE6A668E}" destId="{2759CFF1-2061-4FF6-BAAC-D4EF1FF27906}" srcOrd="0" destOrd="0" presId="urn:microsoft.com/office/officeart/2005/8/layout/orgChart1"/>
    <dgm:cxn modelId="{CC905094-5E51-4F09-B141-FD9C34507D3F}" type="presParOf" srcId="{2759CFF1-2061-4FF6-BAAC-D4EF1FF27906}" destId="{0F9DEFCA-FF39-4E73-8A7F-CE9743C125C2}" srcOrd="0" destOrd="0" presId="urn:microsoft.com/office/officeart/2005/8/layout/orgChart1"/>
    <dgm:cxn modelId="{281FAA18-2207-45E7-9ED2-4103643A0EF0}" type="presParOf" srcId="{0F9DEFCA-FF39-4E73-8A7F-CE9743C125C2}" destId="{5D68912F-53B9-4D56-BDDF-49BEEF176338}" srcOrd="0" destOrd="0" presId="urn:microsoft.com/office/officeart/2005/8/layout/orgChart1"/>
    <dgm:cxn modelId="{4059B43B-B8C2-477D-964C-1772C3D063CA}" type="presParOf" srcId="{0F9DEFCA-FF39-4E73-8A7F-CE9743C125C2}" destId="{0AB753F1-C6D2-43A1-9745-49D464E5503D}" srcOrd="1" destOrd="0" presId="urn:microsoft.com/office/officeart/2005/8/layout/orgChart1"/>
    <dgm:cxn modelId="{B9759DE6-BACC-4976-8152-C9305F438714}" type="presParOf" srcId="{2759CFF1-2061-4FF6-BAAC-D4EF1FF27906}" destId="{B7558938-3E66-47A1-B5C3-EB431FD36CB4}" srcOrd="1" destOrd="0" presId="urn:microsoft.com/office/officeart/2005/8/layout/orgChart1"/>
    <dgm:cxn modelId="{969A88C6-6B08-42B7-B901-A946CEEADCB6}" type="presParOf" srcId="{B7558938-3E66-47A1-B5C3-EB431FD36CB4}" destId="{8324CAEA-868B-43C3-A9E4-5E5A8F7D2E65}" srcOrd="0" destOrd="0" presId="urn:microsoft.com/office/officeart/2005/8/layout/orgChart1"/>
    <dgm:cxn modelId="{1D271A91-9F3E-4A14-B118-739EC1C4D301}" type="presParOf" srcId="{B7558938-3E66-47A1-B5C3-EB431FD36CB4}" destId="{085F2EA5-5BE7-4403-929E-C85AC20025FD}" srcOrd="1" destOrd="0" presId="urn:microsoft.com/office/officeart/2005/8/layout/orgChart1"/>
    <dgm:cxn modelId="{3ABEBB86-B4B2-44E8-9E08-18F90D15418B}" type="presParOf" srcId="{085F2EA5-5BE7-4403-929E-C85AC20025FD}" destId="{BDFD8117-5975-4DB2-951B-97F3C6973197}" srcOrd="0" destOrd="0" presId="urn:microsoft.com/office/officeart/2005/8/layout/orgChart1"/>
    <dgm:cxn modelId="{28C7B216-C9F7-4730-ADC7-0640EA3D5CE2}" type="presParOf" srcId="{BDFD8117-5975-4DB2-951B-97F3C6973197}" destId="{E26FBE71-C079-4B88-9D5F-1C7FE04025A1}" srcOrd="0" destOrd="0" presId="urn:microsoft.com/office/officeart/2005/8/layout/orgChart1"/>
    <dgm:cxn modelId="{62558496-703D-466E-AB9C-66DFD7B2BE6A}" type="presParOf" srcId="{BDFD8117-5975-4DB2-951B-97F3C6973197}" destId="{9D2448D3-47C1-4B96-B233-4335BE86F665}" srcOrd="1" destOrd="0" presId="urn:microsoft.com/office/officeart/2005/8/layout/orgChart1"/>
    <dgm:cxn modelId="{BA69400E-F8CD-4DCC-8F3E-9E69330614F4}" type="presParOf" srcId="{085F2EA5-5BE7-4403-929E-C85AC20025FD}" destId="{D8CFCB65-FE4D-45A7-8221-8629B2B33E54}" srcOrd="1" destOrd="0" presId="urn:microsoft.com/office/officeart/2005/8/layout/orgChart1"/>
    <dgm:cxn modelId="{CAFA61C0-A055-4F11-AFD0-4A4E33B18F9E}" type="presParOf" srcId="{D8CFCB65-FE4D-45A7-8221-8629B2B33E54}" destId="{61F86455-B899-42B0-8E96-A0B59B4CF653}" srcOrd="0" destOrd="0" presId="urn:microsoft.com/office/officeart/2005/8/layout/orgChart1"/>
    <dgm:cxn modelId="{7F616704-FA37-4B78-8DDB-0ACCF5E69C82}" type="presParOf" srcId="{D8CFCB65-FE4D-45A7-8221-8629B2B33E54}" destId="{9FBD198C-CA5A-4E64-9FD9-8CB4A12FBA3C}" srcOrd="1" destOrd="0" presId="urn:microsoft.com/office/officeart/2005/8/layout/orgChart1"/>
    <dgm:cxn modelId="{6A6CD910-85E1-43A0-94BC-82D56EEDC382}" type="presParOf" srcId="{9FBD198C-CA5A-4E64-9FD9-8CB4A12FBA3C}" destId="{00AAD82E-94FE-472D-A9F4-5F1441484128}" srcOrd="0" destOrd="0" presId="urn:microsoft.com/office/officeart/2005/8/layout/orgChart1"/>
    <dgm:cxn modelId="{4869C055-C183-493B-AB66-A42507C09557}" type="presParOf" srcId="{00AAD82E-94FE-472D-A9F4-5F1441484128}" destId="{E9E6567D-A4CC-4C65-A16B-BABB33F282F7}" srcOrd="0" destOrd="0" presId="urn:microsoft.com/office/officeart/2005/8/layout/orgChart1"/>
    <dgm:cxn modelId="{76736326-DC22-4E41-9624-5F1251679DF3}" type="presParOf" srcId="{00AAD82E-94FE-472D-A9F4-5F1441484128}" destId="{FCF712D9-AF85-4416-B066-FE2B785D82D9}" srcOrd="1" destOrd="0" presId="urn:microsoft.com/office/officeart/2005/8/layout/orgChart1"/>
    <dgm:cxn modelId="{E79D6FF1-72C5-41CB-BC28-4625A4E5ED9A}" type="presParOf" srcId="{9FBD198C-CA5A-4E64-9FD9-8CB4A12FBA3C}" destId="{919D0202-0CB8-4A31-BE29-935627BF9F7E}" srcOrd="1" destOrd="0" presId="urn:microsoft.com/office/officeart/2005/8/layout/orgChart1"/>
    <dgm:cxn modelId="{D7803CF2-6C28-48F6-A0D9-030E9687CC1D}" type="presParOf" srcId="{9FBD198C-CA5A-4E64-9FD9-8CB4A12FBA3C}" destId="{51EE119C-1725-452B-8139-86D8722DBA8F}" srcOrd="2" destOrd="0" presId="urn:microsoft.com/office/officeart/2005/8/layout/orgChart1"/>
    <dgm:cxn modelId="{A31D70DF-BBC5-4CAF-9C4E-0329C118184C}" type="presParOf" srcId="{085F2EA5-5BE7-4403-929E-C85AC20025FD}" destId="{8B56FF19-226A-4263-9D36-6F1C98D85113}" srcOrd="2" destOrd="0" presId="urn:microsoft.com/office/officeart/2005/8/layout/orgChart1"/>
    <dgm:cxn modelId="{0DB72A62-F7D9-48CB-BB1C-AB4D1FBD6BD7}" type="presParOf" srcId="{B7558938-3E66-47A1-B5C3-EB431FD36CB4}" destId="{8F5C5FD6-FFB3-4E68-B766-0CA5F8C65250}" srcOrd="2" destOrd="0" presId="urn:microsoft.com/office/officeart/2005/8/layout/orgChart1"/>
    <dgm:cxn modelId="{68125CE3-D487-452C-AB05-BB0B0AD6C16F}" type="presParOf" srcId="{B7558938-3E66-47A1-B5C3-EB431FD36CB4}" destId="{5F01B879-5C87-4DC8-A7B8-88C7C492CFA6}" srcOrd="3" destOrd="0" presId="urn:microsoft.com/office/officeart/2005/8/layout/orgChart1"/>
    <dgm:cxn modelId="{2C4A6678-24B9-4AF6-9059-E9EAF21845CF}" type="presParOf" srcId="{5F01B879-5C87-4DC8-A7B8-88C7C492CFA6}" destId="{528ADA25-36CD-4F4B-9768-4A31564E6811}" srcOrd="0" destOrd="0" presId="urn:microsoft.com/office/officeart/2005/8/layout/orgChart1"/>
    <dgm:cxn modelId="{A8E30DBF-C3B7-4CF2-A204-32862EF4739D}" type="presParOf" srcId="{528ADA25-36CD-4F4B-9768-4A31564E6811}" destId="{5BAE4D1F-856C-4FAF-9A8E-3AE79BD9DBEC}" srcOrd="0" destOrd="0" presId="urn:microsoft.com/office/officeart/2005/8/layout/orgChart1"/>
    <dgm:cxn modelId="{10551457-6FF6-4A98-943B-4B067BB3ED93}" type="presParOf" srcId="{528ADA25-36CD-4F4B-9768-4A31564E6811}" destId="{18CA298B-A2AE-4276-B463-0970E3E8E192}" srcOrd="1" destOrd="0" presId="urn:microsoft.com/office/officeart/2005/8/layout/orgChart1"/>
    <dgm:cxn modelId="{F453C723-CA58-4383-92B5-CE6137CB3594}" type="presParOf" srcId="{5F01B879-5C87-4DC8-A7B8-88C7C492CFA6}" destId="{66F3D2C7-A1A1-478A-ACF3-D11F40552544}" srcOrd="1" destOrd="0" presId="urn:microsoft.com/office/officeart/2005/8/layout/orgChart1"/>
    <dgm:cxn modelId="{E7343EA0-D9FB-4CD1-BD5C-BE634CA44347}" type="presParOf" srcId="{66F3D2C7-A1A1-478A-ACF3-D11F40552544}" destId="{8950BBF9-27C1-4B73-87AD-069B836E4959}" srcOrd="0" destOrd="0" presId="urn:microsoft.com/office/officeart/2005/8/layout/orgChart1"/>
    <dgm:cxn modelId="{44EC98D6-D0A1-48E0-8AD3-D6359AA9EB63}" type="presParOf" srcId="{66F3D2C7-A1A1-478A-ACF3-D11F40552544}" destId="{9A8CA59E-96D8-48F8-BA2F-C5FF1F6D97E7}" srcOrd="1" destOrd="0" presId="urn:microsoft.com/office/officeart/2005/8/layout/orgChart1"/>
    <dgm:cxn modelId="{AB1B79E6-7BF4-4FEB-B1B3-0733F8010FEB}" type="presParOf" srcId="{9A8CA59E-96D8-48F8-BA2F-C5FF1F6D97E7}" destId="{77C9E514-5D42-4DD2-88E4-E60FBE14A190}" srcOrd="0" destOrd="0" presId="urn:microsoft.com/office/officeart/2005/8/layout/orgChart1"/>
    <dgm:cxn modelId="{719D7BBB-726D-400A-B4B8-A7237EAA70B8}" type="presParOf" srcId="{77C9E514-5D42-4DD2-88E4-E60FBE14A190}" destId="{9AE334F9-E652-40FF-ACE1-4829F83CD2EE}" srcOrd="0" destOrd="0" presId="urn:microsoft.com/office/officeart/2005/8/layout/orgChart1"/>
    <dgm:cxn modelId="{78291EBA-B2D4-4E48-817E-98908E32B601}" type="presParOf" srcId="{77C9E514-5D42-4DD2-88E4-E60FBE14A190}" destId="{AA96EDA1-120B-4311-965E-323F94D3FA5F}" srcOrd="1" destOrd="0" presId="urn:microsoft.com/office/officeart/2005/8/layout/orgChart1"/>
    <dgm:cxn modelId="{69B744BE-0946-44E2-9EE1-F3B88FC7B34A}" type="presParOf" srcId="{9A8CA59E-96D8-48F8-BA2F-C5FF1F6D97E7}" destId="{D50D9D1D-8542-41FB-81F3-D22CE7637BD6}" srcOrd="1" destOrd="0" presId="urn:microsoft.com/office/officeart/2005/8/layout/orgChart1"/>
    <dgm:cxn modelId="{CE943D47-0F74-40CC-A44A-20CE50E3BCD7}" type="presParOf" srcId="{9A8CA59E-96D8-48F8-BA2F-C5FF1F6D97E7}" destId="{B5755FAC-45F1-4DEB-B814-CC0A95C0FC05}" srcOrd="2" destOrd="0" presId="urn:microsoft.com/office/officeart/2005/8/layout/orgChart1"/>
    <dgm:cxn modelId="{17626F39-B0FD-4EC0-B0A4-4DB26B1BEBCD}" type="presParOf" srcId="{5F01B879-5C87-4DC8-A7B8-88C7C492CFA6}" destId="{2F4DE1AD-FC91-4EB6-8B9D-71747381914E}" srcOrd="2" destOrd="0" presId="urn:microsoft.com/office/officeart/2005/8/layout/orgChart1"/>
    <dgm:cxn modelId="{33E02901-E415-4504-AC6A-B61662CB5FF7}" type="presParOf" srcId="{B7558938-3E66-47A1-B5C3-EB431FD36CB4}" destId="{9D66B1A6-AAD7-42E2-8347-8B76B3A36D14}" srcOrd="4" destOrd="0" presId="urn:microsoft.com/office/officeart/2005/8/layout/orgChart1"/>
    <dgm:cxn modelId="{81D4EE0E-B36A-4611-BF42-6CB1A6E3AC4C}" type="presParOf" srcId="{B7558938-3E66-47A1-B5C3-EB431FD36CB4}" destId="{1AA5AA93-B319-4321-8CB5-B9E7EE3E8567}" srcOrd="5" destOrd="0" presId="urn:microsoft.com/office/officeart/2005/8/layout/orgChart1"/>
    <dgm:cxn modelId="{AC618005-DDB5-4654-B0B0-88DE28C05791}" type="presParOf" srcId="{1AA5AA93-B319-4321-8CB5-B9E7EE3E8567}" destId="{FDD90E7F-FB8D-40E9-B59C-6CBAE5A6BAF7}" srcOrd="0" destOrd="0" presId="urn:microsoft.com/office/officeart/2005/8/layout/orgChart1"/>
    <dgm:cxn modelId="{441FA1D3-BE34-49B0-81F4-A21703D1D5C8}" type="presParOf" srcId="{FDD90E7F-FB8D-40E9-B59C-6CBAE5A6BAF7}" destId="{1CA6BE6A-4BD7-409C-A812-209AF62A9150}" srcOrd="0" destOrd="0" presId="urn:microsoft.com/office/officeart/2005/8/layout/orgChart1"/>
    <dgm:cxn modelId="{49C03245-A361-48CA-8CFB-11D07A16D5A8}" type="presParOf" srcId="{FDD90E7F-FB8D-40E9-B59C-6CBAE5A6BAF7}" destId="{C7CD6454-8A93-46EC-A753-8E642D9E0070}" srcOrd="1" destOrd="0" presId="urn:microsoft.com/office/officeart/2005/8/layout/orgChart1"/>
    <dgm:cxn modelId="{E929E59C-9469-4731-8786-6E9E962CD669}" type="presParOf" srcId="{1AA5AA93-B319-4321-8CB5-B9E7EE3E8567}" destId="{01C71F15-F790-49E0-A5C6-096C8A1E72CA}" srcOrd="1" destOrd="0" presId="urn:microsoft.com/office/officeart/2005/8/layout/orgChart1"/>
    <dgm:cxn modelId="{59A27A20-805D-4C82-8BA4-A5DBD8814FFE}" type="presParOf" srcId="{01C71F15-F790-49E0-A5C6-096C8A1E72CA}" destId="{CE002A50-D582-4932-8823-2638983F1184}" srcOrd="0" destOrd="0" presId="urn:microsoft.com/office/officeart/2005/8/layout/orgChart1"/>
    <dgm:cxn modelId="{5E011C3B-9324-4E67-9DC5-B0EC0E58A9C1}" type="presParOf" srcId="{01C71F15-F790-49E0-A5C6-096C8A1E72CA}" destId="{D86FCD4F-0B56-4DB2-A2B3-41A35A71F1B6}" srcOrd="1" destOrd="0" presId="urn:microsoft.com/office/officeart/2005/8/layout/orgChart1"/>
    <dgm:cxn modelId="{601F1E32-96FA-4374-BAE4-BC9DE88EB3E2}" type="presParOf" srcId="{D86FCD4F-0B56-4DB2-A2B3-41A35A71F1B6}" destId="{F48AF18E-DED2-4593-9096-B0E5CCE53713}" srcOrd="0" destOrd="0" presId="urn:microsoft.com/office/officeart/2005/8/layout/orgChart1"/>
    <dgm:cxn modelId="{FB2F3563-4805-49F2-9113-3CD2AD8692C9}" type="presParOf" srcId="{F48AF18E-DED2-4593-9096-B0E5CCE53713}" destId="{A2DB60E0-32BF-4197-8DDD-CC5D62253537}" srcOrd="0" destOrd="0" presId="urn:microsoft.com/office/officeart/2005/8/layout/orgChart1"/>
    <dgm:cxn modelId="{670574B5-077E-491E-B98A-6D8334E18C4F}" type="presParOf" srcId="{F48AF18E-DED2-4593-9096-B0E5CCE53713}" destId="{5DE54469-C15E-46AE-B92A-89F8C46730EC}" srcOrd="1" destOrd="0" presId="urn:microsoft.com/office/officeart/2005/8/layout/orgChart1"/>
    <dgm:cxn modelId="{69007CBF-C97D-43E8-9BC7-2B84B17BBB17}" type="presParOf" srcId="{D86FCD4F-0B56-4DB2-A2B3-41A35A71F1B6}" destId="{DC45CDC8-0996-4407-BC89-FDBB9C64CAE9}" srcOrd="1" destOrd="0" presId="urn:microsoft.com/office/officeart/2005/8/layout/orgChart1"/>
    <dgm:cxn modelId="{CCF2F56E-7D51-4509-9328-6D9DED68BEF0}" type="presParOf" srcId="{D86FCD4F-0B56-4DB2-A2B3-41A35A71F1B6}" destId="{AFEE4D85-B808-4A4A-8E7C-705BFEB8F439}" srcOrd="2" destOrd="0" presId="urn:microsoft.com/office/officeart/2005/8/layout/orgChart1"/>
    <dgm:cxn modelId="{91D288AD-8E2C-404F-8E6D-9719090CEBF1}" type="presParOf" srcId="{1AA5AA93-B319-4321-8CB5-B9E7EE3E8567}" destId="{B2A41726-FA1B-4B5E-8501-53C01244F0AD}" srcOrd="2" destOrd="0" presId="urn:microsoft.com/office/officeart/2005/8/layout/orgChart1"/>
    <dgm:cxn modelId="{22A3E0D0-BC8D-47DD-B21D-7686E31EC796}" type="presParOf" srcId="{2759CFF1-2061-4FF6-BAAC-D4EF1FF27906}" destId="{ADCB9912-E8FC-421A-80CB-0E7069A466B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0273161-ACF6-4ED9-8655-D5E2D6CC7842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70BFEA84-36B9-4057-8C28-7841025A2ECB}">
      <dgm:prSet phldrT="[Text]" custT="1"/>
      <dgm:spPr/>
      <dgm:t>
        <a:bodyPr/>
        <a:lstStyle/>
        <a:p>
          <a:r>
            <a:rPr lang="de-DE" sz="1100" dirty="0">
              <a:solidFill>
                <a:srgbClr val="FF0000"/>
              </a:solidFill>
            </a:rPr>
            <a:t>otherOrganics1</a:t>
          </a:r>
        </a:p>
      </dgm:t>
    </dgm:pt>
    <dgm:pt modelId="{5B47302D-53C7-42C9-BBAA-21A2F6E16825}" type="parTrans" cxnId="{8EB40B8D-4D3E-4680-8E1C-2C373FCEB149}">
      <dgm:prSet/>
      <dgm:spPr/>
      <dgm:t>
        <a:bodyPr/>
        <a:lstStyle/>
        <a:p>
          <a:endParaRPr lang="de-DE"/>
        </a:p>
      </dgm:t>
    </dgm:pt>
    <dgm:pt modelId="{EC6D8A73-8EBF-41C5-9EA4-C26435265B22}" type="sibTrans" cxnId="{8EB40B8D-4D3E-4680-8E1C-2C373FCEB149}">
      <dgm:prSet/>
      <dgm:spPr/>
      <dgm:t>
        <a:bodyPr/>
        <a:lstStyle/>
        <a:p>
          <a:endParaRPr lang="de-DE"/>
        </a:p>
      </dgm:t>
    </dgm:pt>
    <dgm:pt modelId="{55246342-6F72-4EDB-B6D7-D853950FA2EA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dirty="0">
              <a:solidFill>
                <a:srgbClr val="FF0000"/>
              </a:solidFill>
            </a:rPr>
            <a:t>leather2</a:t>
          </a:r>
        </a:p>
      </dgm:t>
    </dgm:pt>
    <dgm:pt modelId="{37516A2E-E5DB-4949-BADE-0DB84A0CA5E5}" type="parTrans" cxnId="{BE86DB08-7F41-4397-8539-A4582BDCF514}">
      <dgm:prSet/>
      <dgm:spPr/>
      <dgm:t>
        <a:bodyPr/>
        <a:lstStyle/>
        <a:p>
          <a:endParaRPr lang="de-DE" sz="1100"/>
        </a:p>
      </dgm:t>
    </dgm:pt>
    <dgm:pt modelId="{D166F4F1-842D-4F09-B221-573273757B02}" type="sibTrans" cxnId="{BE86DB08-7F41-4397-8539-A4582BDCF514}">
      <dgm:prSet/>
      <dgm:spPr/>
      <dgm:t>
        <a:bodyPr/>
        <a:lstStyle/>
        <a:p>
          <a:endParaRPr lang="de-DE"/>
        </a:p>
      </dgm:t>
    </dgm:pt>
    <dgm:pt modelId="{DA422F72-0B0A-4EA0-A3D4-B0312D580DE7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dirty="0">
              <a:solidFill>
                <a:srgbClr val="FF0000"/>
              </a:solidFill>
            </a:rPr>
            <a:t>oil2</a:t>
          </a:r>
        </a:p>
      </dgm:t>
    </dgm:pt>
    <dgm:pt modelId="{A7D7EB34-134E-4062-8D06-6718CC39E56F}" type="parTrans" cxnId="{5C6AA796-9DAB-4521-B54E-352AFB98318D}">
      <dgm:prSet/>
      <dgm:spPr/>
      <dgm:t>
        <a:bodyPr/>
        <a:lstStyle/>
        <a:p>
          <a:endParaRPr lang="de-DE" sz="1100"/>
        </a:p>
      </dgm:t>
    </dgm:pt>
    <dgm:pt modelId="{692B9225-8123-424A-93B5-09F523D5E575}" type="sibTrans" cxnId="{5C6AA796-9DAB-4521-B54E-352AFB98318D}">
      <dgm:prSet/>
      <dgm:spPr/>
      <dgm:t>
        <a:bodyPr/>
        <a:lstStyle/>
        <a:p>
          <a:endParaRPr lang="de-DE"/>
        </a:p>
      </dgm:t>
    </dgm:pt>
    <dgm:pt modelId="{E49E1BCA-0C77-41A1-8D57-E396098C6104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dirty="0">
              <a:solidFill>
                <a:srgbClr val="FF0000"/>
              </a:solidFill>
            </a:rPr>
            <a:t>paperCarton2</a:t>
          </a:r>
        </a:p>
      </dgm:t>
    </dgm:pt>
    <dgm:pt modelId="{A5F81DB2-24EF-4D92-80E7-3BDA5DAA3F0C}" type="sibTrans" cxnId="{35847709-9B6E-41F8-A7A6-6120283E585B}">
      <dgm:prSet/>
      <dgm:spPr/>
      <dgm:t>
        <a:bodyPr/>
        <a:lstStyle/>
        <a:p>
          <a:endParaRPr lang="de-DE"/>
        </a:p>
      </dgm:t>
    </dgm:pt>
    <dgm:pt modelId="{268C0F2D-6434-4B0E-9291-A0125B3E25CF}" type="parTrans" cxnId="{35847709-9B6E-41F8-A7A6-6120283E585B}">
      <dgm:prSet/>
      <dgm:spPr/>
      <dgm:t>
        <a:bodyPr/>
        <a:lstStyle/>
        <a:p>
          <a:endParaRPr lang="de-DE" sz="1100"/>
        </a:p>
      </dgm:t>
    </dgm:pt>
    <dgm:pt modelId="{49F13D28-FD19-4C2D-A370-2047610A6900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dirty="0">
              <a:solidFill>
                <a:srgbClr val="FF0000"/>
              </a:solidFill>
            </a:rPr>
            <a:t>gas2</a:t>
          </a:r>
        </a:p>
      </dgm:t>
    </dgm:pt>
    <dgm:pt modelId="{6D857CA9-99BC-4C2C-AD24-EF06560953E0}" type="parTrans" cxnId="{02CE3E1B-4A2B-4004-B1D3-094F971A2912}">
      <dgm:prSet/>
      <dgm:spPr/>
      <dgm:t>
        <a:bodyPr/>
        <a:lstStyle/>
        <a:p>
          <a:endParaRPr lang="de-DE" sz="1100"/>
        </a:p>
      </dgm:t>
    </dgm:pt>
    <dgm:pt modelId="{0E96DFAB-6B54-451E-B586-1E1AAFCD770E}" type="sibTrans" cxnId="{02CE3E1B-4A2B-4004-B1D3-094F971A2912}">
      <dgm:prSet/>
      <dgm:spPr/>
      <dgm:t>
        <a:bodyPr/>
        <a:lstStyle/>
        <a:p>
          <a:endParaRPr lang="de-DE"/>
        </a:p>
      </dgm:t>
    </dgm:pt>
    <dgm:pt modelId="{018A337F-3EAF-443A-92CC-A121DA1ADB39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dirty="0">
              <a:solidFill>
                <a:srgbClr val="FF0000"/>
              </a:solidFill>
            </a:rPr>
            <a:t>bitumen2</a:t>
          </a:r>
        </a:p>
      </dgm:t>
    </dgm:pt>
    <dgm:pt modelId="{A49631C0-C6A5-4EA2-BC4C-A0B3C3098C80}" type="parTrans" cxnId="{12D92FB6-0BA8-4A8B-8C3F-21E151A8C9CB}">
      <dgm:prSet/>
      <dgm:spPr/>
      <dgm:t>
        <a:bodyPr/>
        <a:lstStyle/>
        <a:p>
          <a:endParaRPr lang="de-DE" sz="1100"/>
        </a:p>
      </dgm:t>
    </dgm:pt>
    <dgm:pt modelId="{30B8BB5B-7990-49F7-8756-30EC23C44B45}" type="sibTrans" cxnId="{12D92FB6-0BA8-4A8B-8C3F-21E151A8C9CB}">
      <dgm:prSet/>
      <dgm:spPr/>
      <dgm:t>
        <a:bodyPr/>
        <a:lstStyle/>
        <a:p>
          <a:endParaRPr lang="de-DE"/>
        </a:p>
      </dgm:t>
    </dgm:pt>
    <dgm:pt modelId="{80ED5C5D-86C0-45EB-A924-44BED0592290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>
              <a:solidFill>
                <a:srgbClr val="FF0000"/>
              </a:solidFill>
            </a:rPr>
            <a:t>paperCarton3</a:t>
          </a:r>
        </a:p>
      </dgm:t>
    </dgm:pt>
    <dgm:pt modelId="{7F5A9FA7-8A66-432F-AB2D-EDF44095E8B7}" type="parTrans" cxnId="{E7A4BE69-CFAF-4827-9178-4B6AB53D1787}">
      <dgm:prSet/>
      <dgm:spPr/>
      <dgm:t>
        <a:bodyPr/>
        <a:lstStyle/>
        <a:p>
          <a:endParaRPr lang="de-DE" sz="1100"/>
        </a:p>
      </dgm:t>
    </dgm:pt>
    <dgm:pt modelId="{AFD445EF-2F31-4EA1-9F92-10F1F4AB728D}" type="sibTrans" cxnId="{E7A4BE69-CFAF-4827-9178-4B6AB53D1787}">
      <dgm:prSet/>
      <dgm:spPr/>
      <dgm:t>
        <a:bodyPr/>
        <a:lstStyle/>
        <a:p>
          <a:endParaRPr lang="de-DE"/>
        </a:p>
      </dgm:t>
    </dgm:pt>
    <dgm:pt modelId="{C3623447-FB9C-4AED-8EC6-2401E94E1EA0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>
              <a:solidFill>
                <a:srgbClr val="FF0000"/>
              </a:solidFill>
            </a:rPr>
            <a:t>leather3</a:t>
          </a:r>
        </a:p>
      </dgm:t>
    </dgm:pt>
    <dgm:pt modelId="{DB787D6A-0381-4C8A-8135-01DE8DB557A6}" type="parTrans" cxnId="{DAB63FBB-C2D8-45DB-8B31-0B2C9E628BE4}">
      <dgm:prSet/>
      <dgm:spPr/>
      <dgm:t>
        <a:bodyPr/>
        <a:lstStyle/>
        <a:p>
          <a:endParaRPr lang="de-DE" sz="1100"/>
        </a:p>
      </dgm:t>
    </dgm:pt>
    <dgm:pt modelId="{E6E109A9-078B-4D9E-B412-9686BCCABC1D}" type="sibTrans" cxnId="{DAB63FBB-C2D8-45DB-8B31-0B2C9E628BE4}">
      <dgm:prSet/>
      <dgm:spPr/>
      <dgm:t>
        <a:bodyPr/>
        <a:lstStyle/>
        <a:p>
          <a:endParaRPr lang="de-DE"/>
        </a:p>
      </dgm:t>
    </dgm:pt>
    <dgm:pt modelId="{4508227B-A829-4DFE-A71A-E00761103434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>
              <a:solidFill>
                <a:srgbClr val="FF0000"/>
              </a:solidFill>
            </a:rPr>
            <a:t>oil3</a:t>
          </a:r>
        </a:p>
      </dgm:t>
    </dgm:pt>
    <dgm:pt modelId="{07CC5043-D363-4014-A109-96400D95D96B}" type="parTrans" cxnId="{AB83B667-A472-40D9-9C93-6D88F96CEA55}">
      <dgm:prSet/>
      <dgm:spPr/>
      <dgm:t>
        <a:bodyPr/>
        <a:lstStyle/>
        <a:p>
          <a:endParaRPr lang="de-DE" sz="1100"/>
        </a:p>
      </dgm:t>
    </dgm:pt>
    <dgm:pt modelId="{D65C1529-26FD-4AE9-907A-2EBDD7DB360C}" type="sibTrans" cxnId="{AB83B667-A472-40D9-9C93-6D88F96CEA55}">
      <dgm:prSet/>
      <dgm:spPr/>
      <dgm:t>
        <a:bodyPr/>
        <a:lstStyle/>
        <a:p>
          <a:endParaRPr lang="de-DE"/>
        </a:p>
      </dgm:t>
    </dgm:pt>
    <dgm:pt modelId="{90D05665-DAB1-48D5-A807-CBC75FA761D9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>
              <a:solidFill>
                <a:srgbClr val="FF0000"/>
              </a:solidFill>
            </a:rPr>
            <a:t>gas3</a:t>
          </a:r>
        </a:p>
      </dgm:t>
    </dgm:pt>
    <dgm:pt modelId="{9175D89D-D3E4-4D11-A8DF-435D0BA1568B}" type="parTrans" cxnId="{0C067A1F-C9F2-4288-9EB2-5ABC18669996}">
      <dgm:prSet/>
      <dgm:spPr/>
      <dgm:t>
        <a:bodyPr/>
        <a:lstStyle/>
        <a:p>
          <a:endParaRPr lang="de-DE" sz="1100"/>
        </a:p>
      </dgm:t>
    </dgm:pt>
    <dgm:pt modelId="{2E2095DF-BC16-48A9-BE71-2B1641BF1D43}" type="sibTrans" cxnId="{0C067A1F-C9F2-4288-9EB2-5ABC18669996}">
      <dgm:prSet/>
      <dgm:spPr/>
      <dgm:t>
        <a:bodyPr/>
        <a:lstStyle/>
        <a:p>
          <a:endParaRPr lang="de-DE"/>
        </a:p>
      </dgm:t>
    </dgm:pt>
    <dgm:pt modelId="{7CA59084-2D67-459E-A0DA-9B310EDD1806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>
              <a:solidFill>
                <a:srgbClr val="FF0000"/>
              </a:solidFill>
            </a:rPr>
            <a:t>bitumen3</a:t>
          </a:r>
        </a:p>
      </dgm:t>
    </dgm:pt>
    <dgm:pt modelId="{7865A00B-8EF9-4D19-961E-EADC07D93D20}" type="parTrans" cxnId="{E78EF74A-7A11-44A1-AE1C-82718702A92B}">
      <dgm:prSet/>
      <dgm:spPr/>
      <dgm:t>
        <a:bodyPr/>
        <a:lstStyle/>
        <a:p>
          <a:endParaRPr lang="de-DE" sz="1100"/>
        </a:p>
      </dgm:t>
    </dgm:pt>
    <dgm:pt modelId="{C99E7F55-0948-4BE1-BEA6-7CAD5E2D03A1}" type="sibTrans" cxnId="{E78EF74A-7A11-44A1-AE1C-82718702A92B}">
      <dgm:prSet/>
      <dgm:spPr/>
      <dgm:t>
        <a:bodyPr/>
        <a:lstStyle/>
        <a:p>
          <a:endParaRPr lang="de-DE"/>
        </a:p>
      </dgm:t>
    </dgm:pt>
    <dgm:pt modelId="{D96017BB-081A-493C-92F8-BA5A801F5788}">
      <dgm:prSet phldrT="[Text]" custT="1"/>
      <dgm:spPr>
        <a:solidFill>
          <a:schemeClr val="accent2"/>
        </a:solidFill>
      </dgm:spPr>
      <dgm:t>
        <a:bodyPr/>
        <a:lstStyle/>
        <a:p>
          <a:r>
            <a:rPr lang="de-DE" sz="1100" dirty="0">
              <a:solidFill>
                <a:srgbClr val="FF0000"/>
              </a:solidFill>
            </a:rPr>
            <a:t>carbon2</a:t>
          </a:r>
        </a:p>
      </dgm:t>
    </dgm:pt>
    <dgm:pt modelId="{107D8285-F0DC-4023-A8CD-53AE5D027A4E}" type="parTrans" cxnId="{8F3553AA-1167-41BF-A5F8-F0A3F0A1AFDE}">
      <dgm:prSet/>
      <dgm:spPr/>
      <dgm:t>
        <a:bodyPr/>
        <a:lstStyle/>
        <a:p>
          <a:endParaRPr lang="de-DE"/>
        </a:p>
      </dgm:t>
    </dgm:pt>
    <dgm:pt modelId="{B08EC6C5-A498-4B76-9DF6-7A614179F174}" type="sibTrans" cxnId="{8F3553AA-1167-41BF-A5F8-F0A3F0A1AFDE}">
      <dgm:prSet/>
      <dgm:spPr/>
      <dgm:t>
        <a:bodyPr/>
        <a:lstStyle/>
        <a:p>
          <a:endParaRPr lang="de-DE"/>
        </a:p>
      </dgm:t>
    </dgm:pt>
    <dgm:pt modelId="{81FF60AF-CECC-42CC-8B51-1D258330A3D4}">
      <dgm:prSet phldrT="[Text]" custT="1"/>
      <dgm:spPr>
        <a:solidFill>
          <a:srgbClr val="000066">
            <a:lumMod val="60000"/>
            <a:lumOff val="40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6985" tIns="6985" rIns="6985" bIns="6985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carbon3</a:t>
          </a:r>
        </a:p>
      </dgm:t>
    </dgm:pt>
    <dgm:pt modelId="{97621182-96BD-497F-9CB1-934A098632E8}" type="parTrans" cxnId="{A95DEEAE-BBE6-4523-92E2-3B2682C46AA1}">
      <dgm:prSet/>
      <dgm:spPr/>
      <dgm:t>
        <a:bodyPr/>
        <a:lstStyle/>
        <a:p>
          <a:endParaRPr lang="de-DE"/>
        </a:p>
      </dgm:t>
    </dgm:pt>
    <dgm:pt modelId="{F16A9E2E-0550-47D6-8717-2698E15765E0}" type="sibTrans" cxnId="{A95DEEAE-BBE6-4523-92E2-3B2682C46AA1}">
      <dgm:prSet/>
      <dgm:spPr/>
      <dgm:t>
        <a:bodyPr/>
        <a:lstStyle/>
        <a:p>
          <a:endParaRPr lang="de-DE"/>
        </a:p>
      </dgm:t>
    </dgm:pt>
    <dgm:pt modelId="{FC6C8134-55D3-4546-B833-1DFF5C5E69A3}">
      <dgm:prSet phldrT="[Text]" custT="1"/>
      <dgm:spPr>
        <a:solidFill>
          <a:srgbClr val="000066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6985" tIns="6985" rIns="6985" bIns="6985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otherOrganics2</a:t>
          </a:r>
        </a:p>
      </dgm:t>
    </dgm:pt>
    <dgm:pt modelId="{02E69EE2-E273-4AD4-A1EA-7C4F5A43B0A5}" type="parTrans" cxnId="{FCECFB5E-E352-4554-B1EE-9B9A45D98C5A}">
      <dgm:prSet/>
      <dgm:spPr/>
      <dgm:t>
        <a:bodyPr/>
        <a:lstStyle/>
        <a:p>
          <a:endParaRPr lang="de-DE"/>
        </a:p>
      </dgm:t>
    </dgm:pt>
    <dgm:pt modelId="{D85E076D-C0E2-4870-A29F-B3C19378D385}" type="sibTrans" cxnId="{FCECFB5E-E352-4554-B1EE-9B9A45D98C5A}">
      <dgm:prSet/>
      <dgm:spPr/>
      <dgm:t>
        <a:bodyPr/>
        <a:lstStyle/>
        <a:p>
          <a:endParaRPr lang="de-DE"/>
        </a:p>
      </dgm:t>
    </dgm:pt>
    <dgm:pt modelId="{C8A79EFA-F415-4DDB-BDF8-4C85BADC4C8A}">
      <dgm:prSet phldrT="[Text]" custT="1"/>
      <dgm:spPr>
        <a:solidFill>
          <a:srgbClr val="000066">
            <a:lumMod val="60000"/>
            <a:lumOff val="40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6985" tIns="6985" rIns="6985" bIns="6985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otherOrganics3</a:t>
          </a:r>
        </a:p>
      </dgm:t>
    </dgm:pt>
    <dgm:pt modelId="{0D61692B-3803-4045-9373-467D8338937C}" type="parTrans" cxnId="{4840AB40-8C6A-4361-8C4A-9891E16BEF30}">
      <dgm:prSet/>
      <dgm:spPr/>
      <dgm:t>
        <a:bodyPr/>
        <a:lstStyle/>
        <a:p>
          <a:endParaRPr lang="de-DE"/>
        </a:p>
      </dgm:t>
    </dgm:pt>
    <dgm:pt modelId="{69BBCDBE-899C-414B-96BE-280B2DDC77E6}" type="sibTrans" cxnId="{4840AB40-8C6A-4361-8C4A-9891E16BEF30}">
      <dgm:prSet/>
      <dgm:spPr/>
      <dgm:t>
        <a:bodyPr/>
        <a:lstStyle/>
        <a:p>
          <a:endParaRPr lang="de-DE"/>
        </a:p>
      </dgm:t>
    </dgm:pt>
    <dgm:pt modelId="{BC6918A3-74E2-466E-894B-951F5D78EF79}" type="pres">
      <dgm:prSet presAssocID="{F0273161-ACF6-4ED9-8655-D5E2D6CC784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C2AD447-576A-4132-9E5A-822F121FBDD8}" type="pres">
      <dgm:prSet presAssocID="{70BFEA84-36B9-4057-8C28-7841025A2ECB}" presName="hierRoot1" presStyleCnt="0">
        <dgm:presLayoutVars>
          <dgm:hierBranch val="init"/>
        </dgm:presLayoutVars>
      </dgm:prSet>
      <dgm:spPr/>
    </dgm:pt>
    <dgm:pt modelId="{507673AD-CD90-4637-81A1-19F6ED6C8BD5}" type="pres">
      <dgm:prSet presAssocID="{70BFEA84-36B9-4057-8C28-7841025A2ECB}" presName="rootComposite1" presStyleCnt="0"/>
      <dgm:spPr/>
    </dgm:pt>
    <dgm:pt modelId="{974823DD-EBC6-413B-8B36-1313AAD769CA}" type="pres">
      <dgm:prSet presAssocID="{70BFEA84-36B9-4057-8C28-7841025A2ECB}" presName="rootText1" presStyleLbl="node0" presStyleIdx="0" presStyleCnt="1">
        <dgm:presLayoutVars>
          <dgm:chPref val="3"/>
        </dgm:presLayoutVars>
      </dgm:prSet>
      <dgm:spPr/>
    </dgm:pt>
    <dgm:pt modelId="{0F8629BF-F262-4F7A-8AEB-B54A222DE137}" type="pres">
      <dgm:prSet presAssocID="{70BFEA84-36B9-4057-8C28-7841025A2ECB}" presName="rootConnector1" presStyleLbl="node1" presStyleIdx="0" presStyleCnt="0"/>
      <dgm:spPr/>
    </dgm:pt>
    <dgm:pt modelId="{340CBF40-176E-43A4-A0FC-EAC33F6C363A}" type="pres">
      <dgm:prSet presAssocID="{70BFEA84-36B9-4057-8C28-7841025A2ECB}" presName="hierChild2" presStyleCnt="0"/>
      <dgm:spPr/>
    </dgm:pt>
    <dgm:pt modelId="{6BE9CC88-B068-4A82-8017-53A20FD9E468}" type="pres">
      <dgm:prSet presAssocID="{268C0F2D-6434-4B0E-9291-A0125B3E25CF}" presName="Name37" presStyleLbl="parChTrans1D2" presStyleIdx="0" presStyleCnt="7"/>
      <dgm:spPr/>
    </dgm:pt>
    <dgm:pt modelId="{93E2F505-B61C-42C6-BFC2-71667F7E41DD}" type="pres">
      <dgm:prSet presAssocID="{E49E1BCA-0C77-41A1-8D57-E396098C6104}" presName="hierRoot2" presStyleCnt="0">
        <dgm:presLayoutVars>
          <dgm:hierBranch val="init"/>
        </dgm:presLayoutVars>
      </dgm:prSet>
      <dgm:spPr/>
    </dgm:pt>
    <dgm:pt modelId="{E8FA9D3F-D265-488B-8648-CBF0FD6AA1B6}" type="pres">
      <dgm:prSet presAssocID="{E49E1BCA-0C77-41A1-8D57-E396098C6104}" presName="rootComposite" presStyleCnt="0"/>
      <dgm:spPr/>
    </dgm:pt>
    <dgm:pt modelId="{BDA674D8-FED5-4CE1-92EE-B047DCE1A506}" type="pres">
      <dgm:prSet presAssocID="{E49E1BCA-0C77-41A1-8D57-E396098C6104}" presName="rootText" presStyleLbl="node2" presStyleIdx="0" presStyleCnt="7">
        <dgm:presLayoutVars>
          <dgm:chPref val="3"/>
        </dgm:presLayoutVars>
      </dgm:prSet>
      <dgm:spPr/>
    </dgm:pt>
    <dgm:pt modelId="{483A7D6F-650F-4CC0-B22D-26470DBCD614}" type="pres">
      <dgm:prSet presAssocID="{E49E1BCA-0C77-41A1-8D57-E396098C6104}" presName="rootConnector" presStyleLbl="node2" presStyleIdx="0" presStyleCnt="7"/>
      <dgm:spPr/>
    </dgm:pt>
    <dgm:pt modelId="{2264F887-F7EE-451F-8B6F-E4155FB2B586}" type="pres">
      <dgm:prSet presAssocID="{E49E1BCA-0C77-41A1-8D57-E396098C6104}" presName="hierChild4" presStyleCnt="0"/>
      <dgm:spPr/>
    </dgm:pt>
    <dgm:pt modelId="{04F64A7D-92BA-4AD7-8B22-7D4CE18A0FF2}" type="pres">
      <dgm:prSet presAssocID="{7F5A9FA7-8A66-432F-AB2D-EDF44095E8B7}" presName="Name37" presStyleLbl="parChTrans1D3" presStyleIdx="0" presStyleCnt="7"/>
      <dgm:spPr/>
    </dgm:pt>
    <dgm:pt modelId="{A3C9F07C-9C8E-4F04-9FCB-CB57108EF7A2}" type="pres">
      <dgm:prSet presAssocID="{80ED5C5D-86C0-45EB-A924-44BED0592290}" presName="hierRoot2" presStyleCnt="0">
        <dgm:presLayoutVars>
          <dgm:hierBranch val="init"/>
        </dgm:presLayoutVars>
      </dgm:prSet>
      <dgm:spPr/>
    </dgm:pt>
    <dgm:pt modelId="{757EAF3A-3804-49CE-8252-835BDF38EDD5}" type="pres">
      <dgm:prSet presAssocID="{80ED5C5D-86C0-45EB-A924-44BED0592290}" presName="rootComposite" presStyleCnt="0"/>
      <dgm:spPr/>
    </dgm:pt>
    <dgm:pt modelId="{FAF14A70-145D-48C8-824A-31F8CE8501A3}" type="pres">
      <dgm:prSet presAssocID="{80ED5C5D-86C0-45EB-A924-44BED0592290}" presName="rootText" presStyleLbl="node3" presStyleIdx="0" presStyleCnt="7">
        <dgm:presLayoutVars>
          <dgm:chPref val="3"/>
        </dgm:presLayoutVars>
      </dgm:prSet>
      <dgm:spPr/>
    </dgm:pt>
    <dgm:pt modelId="{36657945-DADB-499B-B1DF-193739C49E9F}" type="pres">
      <dgm:prSet presAssocID="{80ED5C5D-86C0-45EB-A924-44BED0592290}" presName="rootConnector" presStyleLbl="node3" presStyleIdx="0" presStyleCnt="7"/>
      <dgm:spPr/>
    </dgm:pt>
    <dgm:pt modelId="{B1DED6C4-F6DA-4BDC-AFEF-0246C1FDF454}" type="pres">
      <dgm:prSet presAssocID="{80ED5C5D-86C0-45EB-A924-44BED0592290}" presName="hierChild4" presStyleCnt="0"/>
      <dgm:spPr/>
    </dgm:pt>
    <dgm:pt modelId="{00BEC9C5-9823-4756-9326-B8CC7573A9BA}" type="pres">
      <dgm:prSet presAssocID="{80ED5C5D-86C0-45EB-A924-44BED0592290}" presName="hierChild5" presStyleCnt="0"/>
      <dgm:spPr/>
    </dgm:pt>
    <dgm:pt modelId="{BFEFD0D2-242C-4C2D-A7FC-DA1A12BA8DC5}" type="pres">
      <dgm:prSet presAssocID="{E49E1BCA-0C77-41A1-8D57-E396098C6104}" presName="hierChild5" presStyleCnt="0"/>
      <dgm:spPr/>
    </dgm:pt>
    <dgm:pt modelId="{4E2EDC83-59F6-4F2D-A9F4-C9EBB1182883}" type="pres">
      <dgm:prSet presAssocID="{37516A2E-E5DB-4949-BADE-0DB84A0CA5E5}" presName="Name37" presStyleLbl="parChTrans1D2" presStyleIdx="1" presStyleCnt="7"/>
      <dgm:spPr/>
    </dgm:pt>
    <dgm:pt modelId="{DD264238-A369-4E05-95C8-BAD1E3702453}" type="pres">
      <dgm:prSet presAssocID="{55246342-6F72-4EDB-B6D7-D853950FA2EA}" presName="hierRoot2" presStyleCnt="0">
        <dgm:presLayoutVars>
          <dgm:hierBranch val="init"/>
        </dgm:presLayoutVars>
      </dgm:prSet>
      <dgm:spPr/>
    </dgm:pt>
    <dgm:pt modelId="{1FE61695-A4B8-46F4-A7DE-8BE5C616E093}" type="pres">
      <dgm:prSet presAssocID="{55246342-6F72-4EDB-B6D7-D853950FA2EA}" presName="rootComposite" presStyleCnt="0"/>
      <dgm:spPr/>
    </dgm:pt>
    <dgm:pt modelId="{5401AFE3-BEF4-417E-B954-112B741708B5}" type="pres">
      <dgm:prSet presAssocID="{55246342-6F72-4EDB-B6D7-D853950FA2EA}" presName="rootText" presStyleLbl="node2" presStyleIdx="1" presStyleCnt="7">
        <dgm:presLayoutVars>
          <dgm:chPref val="3"/>
        </dgm:presLayoutVars>
      </dgm:prSet>
      <dgm:spPr/>
    </dgm:pt>
    <dgm:pt modelId="{908BFDD6-0233-408D-9501-A9BD3D17A48B}" type="pres">
      <dgm:prSet presAssocID="{55246342-6F72-4EDB-B6D7-D853950FA2EA}" presName="rootConnector" presStyleLbl="node2" presStyleIdx="1" presStyleCnt="7"/>
      <dgm:spPr/>
    </dgm:pt>
    <dgm:pt modelId="{9133215D-A086-46AC-8795-8D54692A57CA}" type="pres">
      <dgm:prSet presAssocID="{55246342-6F72-4EDB-B6D7-D853950FA2EA}" presName="hierChild4" presStyleCnt="0"/>
      <dgm:spPr/>
    </dgm:pt>
    <dgm:pt modelId="{1397317F-BA48-4F89-ADAF-C5F68808DE7F}" type="pres">
      <dgm:prSet presAssocID="{DB787D6A-0381-4C8A-8135-01DE8DB557A6}" presName="Name37" presStyleLbl="parChTrans1D3" presStyleIdx="1" presStyleCnt="7"/>
      <dgm:spPr/>
    </dgm:pt>
    <dgm:pt modelId="{848A2F9B-B9F0-4CA8-A7D0-2896392E5AF9}" type="pres">
      <dgm:prSet presAssocID="{C3623447-FB9C-4AED-8EC6-2401E94E1EA0}" presName="hierRoot2" presStyleCnt="0">
        <dgm:presLayoutVars>
          <dgm:hierBranch val="init"/>
        </dgm:presLayoutVars>
      </dgm:prSet>
      <dgm:spPr/>
    </dgm:pt>
    <dgm:pt modelId="{9D17C007-1909-40F3-BBF3-5F68488B59F8}" type="pres">
      <dgm:prSet presAssocID="{C3623447-FB9C-4AED-8EC6-2401E94E1EA0}" presName="rootComposite" presStyleCnt="0"/>
      <dgm:spPr/>
    </dgm:pt>
    <dgm:pt modelId="{DC769988-2E68-4A7F-ABA2-5AD886A45BD7}" type="pres">
      <dgm:prSet presAssocID="{C3623447-FB9C-4AED-8EC6-2401E94E1EA0}" presName="rootText" presStyleLbl="node3" presStyleIdx="1" presStyleCnt="7">
        <dgm:presLayoutVars>
          <dgm:chPref val="3"/>
        </dgm:presLayoutVars>
      </dgm:prSet>
      <dgm:spPr/>
    </dgm:pt>
    <dgm:pt modelId="{02A5D8C1-FCC5-4926-A179-F3A93141C959}" type="pres">
      <dgm:prSet presAssocID="{C3623447-FB9C-4AED-8EC6-2401E94E1EA0}" presName="rootConnector" presStyleLbl="node3" presStyleIdx="1" presStyleCnt="7"/>
      <dgm:spPr/>
    </dgm:pt>
    <dgm:pt modelId="{EC8FB66D-1F91-4C1A-A9C4-CD443D2E63AD}" type="pres">
      <dgm:prSet presAssocID="{C3623447-FB9C-4AED-8EC6-2401E94E1EA0}" presName="hierChild4" presStyleCnt="0"/>
      <dgm:spPr/>
    </dgm:pt>
    <dgm:pt modelId="{C2728E6E-A54F-44AB-81B9-4EDB946B101F}" type="pres">
      <dgm:prSet presAssocID="{C3623447-FB9C-4AED-8EC6-2401E94E1EA0}" presName="hierChild5" presStyleCnt="0"/>
      <dgm:spPr/>
    </dgm:pt>
    <dgm:pt modelId="{9D79CE85-5996-45B0-B1CE-B106BECA360C}" type="pres">
      <dgm:prSet presAssocID="{55246342-6F72-4EDB-B6D7-D853950FA2EA}" presName="hierChild5" presStyleCnt="0"/>
      <dgm:spPr/>
    </dgm:pt>
    <dgm:pt modelId="{52DA1937-6714-442B-BB6F-889B7AE58B9D}" type="pres">
      <dgm:prSet presAssocID="{A7D7EB34-134E-4062-8D06-6718CC39E56F}" presName="Name37" presStyleLbl="parChTrans1D2" presStyleIdx="2" presStyleCnt="7"/>
      <dgm:spPr/>
    </dgm:pt>
    <dgm:pt modelId="{305E1950-72E3-4794-B3CA-511AF8AE24C4}" type="pres">
      <dgm:prSet presAssocID="{DA422F72-0B0A-4EA0-A3D4-B0312D580DE7}" presName="hierRoot2" presStyleCnt="0">
        <dgm:presLayoutVars>
          <dgm:hierBranch val="init"/>
        </dgm:presLayoutVars>
      </dgm:prSet>
      <dgm:spPr/>
    </dgm:pt>
    <dgm:pt modelId="{6DAF975A-F0B6-4241-B84D-68E840A0C640}" type="pres">
      <dgm:prSet presAssocID="{DA422F72-0B0A-4EA0-A3D4-B0312D580DE7}" presName="rootComposite" presStyleCnt="0"/>
      <dgm:spPr/>
    </dgm:pt>
    <dgm:pt modelId="{688BFACF-4EA9-4FA4-BC1C-2C2E85B2FFF4}" type="pres">
      <dgm:prSet presAssocID="{DA422F72-0B0A-4EA0-A3D4-B0312D580DE7}" presName="rootText" presStyleLbl="node2" presStyleIdx="2" presStyleCnt="7">
        <dgm:presLayoutVars>
          <dgm:chPref val="3"/>
        </dgm:presLayoutVars>
      </dgm:prSet>
      <dgm:spPr/>
    </dgm:pt>
    <dgm:pt modelId="{26341C86-7489-4562-B5FC-7A37A27843E2}" type="pres">
      <dgm:prSet presAssocID="{DA422F72-0B0A-4EA0-A3D4-B0312D580DE7}" presName="rootConnector" presStyleLbl="node2" presStyleIdx="2" presStyleCnt="7"/>
      <dgm:spPr/>
    </dgm:pt>
    <dgm:pt modelId="{B16B5382-1EE2-44E0-B8C1-082DDB4BC519}" type="pres">
      <dgm:prSet presAssocID="{DA422F72-0B0A-4EA0-A3D4-B0312D580DE7}" presName="hierChild4" presStyleCnt="0"/>
      <dgm:spPr/>
    </dgm:pt>
    <dgm:pt modelId="{186C14AB-A711-4D0C-8C9A-FF3CAA2E8D0F}" type="pres">
      <dgm:prSet presAssocID="{07CC5043-D363-4014-A109-96400D95D96B}" presName="Name37" presStyleLbl="parChTrans1D3" presStyleIdx="2" presStyleCnt="7"/>
      <dgm:spPr/>
    </dgm:pt>
    <dgm:pt modelId="{69DF8573-FF1B-4595-9A7A-A37D1B74A7C9}" type="pres">
      <dgm:prSet presAssocID="{4508227B-A829-4DFE-A71A-E00761103434}" presName="hierRoot2" presStyleCnt="0">
        <dgm:presLayoutVars>
          <dgm:hierBranch val="init"/>
        </dgm:presLayoutVars>
      </dgm:prSet>
      <dgm:spPr/>
    </dgm:pt>
    <dgm:pt modelId="{CBDA2D48-4AC0-4C1F-9389-2FA3DE6C085E}" type="pres">
      <dgm:prSet presAssocID="{4508227B-A829-4DFE-A71A-E00761103434}" presName="rootComposite" presStyleCnt="0"/>
      <dgm:spPr/>
    </dgm:pt>
    <dgm:pt modelId="{5C179A42-BCAE-4E77-BE14-CCAA6FDE343C}" type="pres">
      <dgm:prSet presAssocID="{4508227B-A829-4DFE-A71A-E00761103434}" presName="rootText" presStyleLbl="node3" presStyleIdx="2" presStyleCnt="7">
        <dgm:presLayoutVars>
          <dgm:chPref val="3"/>
        </dgm:presLayoutVars>
      </dgm:prSet>
      <dgm:spPr/>
    </dgm:pt>
    <dgm:pt modelId="{505BF341-A846-4900-8A2C-164AE658B6FB}" type="pres">
      <dgm:prSet presAssocID="{4508227B-A829-4DFE-A71A-E00761103434}" presName="rootConnector" presStyleLbl="node3" presStyleIdx="2" presStyleCnt="7"/>
      <dgm:spPr/>
    </dgm:pt>
    <dgm:pt modelId="{0E74B346-FE73-4A8C-B020-21C1DB5B2C3E}" type="pres">
      <dgm:prSet presAssocID="{4508227B-A829-4DFE-A71A-E00761103434}" presName="hierChild4" presStyleCnt="0"/>
      <dgm:spPr/>
    </dgm:pt>
    <dgm:pt modelId="{241A8E68-5D9A-4353-98FC-D31192C539F5}" type="pres">
      <dgm:prSet presAssocID="{4508227B-A829-4DFE-A71A-E00761103434}" presName="hierChild5" presStyleCnt="0"/>
      <dgm:spPr/>
    </dgm:pt>
    <dgm:pt modelId="{A5540F0C-3503-4130-9A1C-92BA32924063}" type="pres">
      <dgm:prSet presAssocID="{DA422F72-0B0A-4EA0-A3D4-B0312D580DE7}" presName="hierChild5" presStyleCnt="0"/>
      <dgm:spPr/>
    </dgm:pt>
    <dgm:pt modelId="{3D21B49F-FECF-4CA6-A8D0-DFA5B25814C2}" type="pres">
      <dgm:prSet presAssocID="{6D857CA9-99BC-4C2C-AD24-EF06560953E0}" presName="Name37" presStyleLbl="parChTrans1D2" presStyleIdx="3" presStyleCnt="7"/>
      <dgm:spPr/>
    </dgm:pt>
    <dgm:pt modelId="{19553954-A77C-4C70-9920-80E96D60E909}" type="pres">
      <dgm:prSet presAssocID="{49F13D28-FD19-4C2D-A370-2047610A6900}" presName="hierRoot2" presStyleCnt="0">
        <dgm:presLayoutVars>
          <dgm:hierBranch val="init"/>
        </dgm:presLayoutVars>
      </dgm:prSet>
      <dgm:spPr/>
    </dgm:pt>
    <dgm:pt modelId="{CEAC9998-D5A1-4D7A-A0B9-AE1D0465640B}" type="pres">
      <dgm:prSet presAssocID="{49F13D28-FD19-4C2D-A370-2047610A6900}" presName="rootComposite" presStyleCnt="0"/>
      <dgm:spPr/>
    </dgm:pt>
    <dgm:pt modelId="{204A3197-216B-4AC0-BC32-02365ABD0454}" type="pres">
      <dgm:prSet presAssocID="{49F13D28-FD19-4C2D-A370-2047610A6900}" presName="rootText" presStyleLbl="node2" presStyleIdx="3" presStyleCnt="7">
        <dgm:presLayoutVars>
          <dgm:chPref val="3"/>
        </dgm:presLayoutVars>
      </dgm:prSet>
      <dgm:spPr/>
    </dgm:pt>
    <dgm:pt modelId="{BF7360BC-7FD7-42CB-A386-B24595173657}" type="pres">
      <dgm:prSet presAssocID="{49F13D28-FD19-4C2D-A370-2047610A6900}" presName="rootConnector" presStyleLbl="node2" presStyleIdx="3" presStyleCnt="7"/>
      <dgm:spPr/>
    </dgm:pt>
    <dgm:pt modelId="{703BA44E-5C93-4D3E-942B-BD0B6065CBBA}" type="pres">
      <dgm:prSet presAssocID="{49F13D28-FD19-4C2D-A370-2047610A6900}" presName="hierChild4" presStyleCnt="0"/>
      <dgm:spPr/>
    </dgm:pt>
    <dgm:pt modelId="{93655F4F-AF78-475E-9E37-03E8CB3BCF51}" type="pres">
      <dgm:prSet presAssocID="{9175D89D-D3E4-4D11-A8DF-435D0BA1568B}" presName="Name37" presStyleLbl="parChTrans1D3" presStyleIdx="3" presStyleCnt="7"/>
      <dgm:spPr/>
    </dgm:pt>
    <dgm:pt modelId="{721A9310-CA9C-43FF-908B-E8BC54702DE4}" type="pres">
      <dgm:prSet presAssocID="{90D05665-DAB1-48D5-A807-CBC75FA761D9}" presName="hierRoot2" presStyleCnt="0">
        <dgm:presLayoutVars>
          <dgm:hierBranch val="init"/>
        </dgm:presLayoutVars>
      </dgm:prSet>
      <dgm:spPr/>
    </dgm:pt>
    <dgm:pt modelId="{922CC8DA-5B7F-4C87-9A83-C8D713EC558D}" type="pres">
      <dgm:prSet presAssocID="{90D05665-DAB1-48D5-A807-CBC75FA761D9}" presName="rootComposite" presStyleCnt="0"/>
      <dgm:spPr/>
    </dgm:pt>
    <dgm:pt modelId="{8D49B9CD-CB65-48AE-8E72-54924E684FE9}" type="pres">
      <dgm:prSet presAssocID="{90D05665-DAB1-48D5-A807-CBC75FA761D9}" presName="rootText" presStyleLbl="node3" presStyleIdx="3" presStyleCnt="7">
        <dgm:presLayoutVars>
          <dgm:chPref val="3"/>
        </dgm:presLayoutVars>
      </dgm:prSet>
      <dgm:spPr/>
    </dgm:pt>
    <dgm:pt modelId="{A2E5A732-E8FF-43E0-8908-CD6D3BE28841}" type="pres">
      <dgm:prSet presAssocID="{90D05665-DAB1-48D5-A807-CBC75FA761D9}" presName="rootConnector" presStyleLbl="node3" presStyleIdx="3" presStyleCnt="7"/>
      <dgm:spPr/>
    </dgm:pt>
    <dgm:pt modelId="{495968A5-031B-401A-9DFF-1732E2B71B8A}" type="pres">
      <dgm:prSet presAssocID="{90D05665-DAB1-48D5-A807-CBC75FA761D9}" presName="hierChild4" presStyleCnt="0"/>
      <dgm:spPr/>
    </dgm:pt>
    <dgm:pt modelId="{7EA39FA7-F55C-4B3E-8796-F90854CBC8E9}" type="pres">
      <dgm:prSet presAssocID="{90D05665-DAB1-48D5-A807-CBC75FA761D9}" presName="hierChild5" presStyleCnt="0"/>
      <dgm:spPr/>
    </dgm:pt>
    <dgm:pt modelId="{60BFC126-A6A2-46B3-A8AC-C82E9D902E6B}" type="pres">
      <dgm:prSet presAssocID="{49F13D28-FD19-4C2D-A370-2047610A6900}" presName="hierChild5" presStyleCnt="0"/>
      <dgm:spPr/>
    </dgm:pt>
    <dgm:pt modelId="{21871255-161E-4927-B8CB-BB8DFAFE0943}" type="pres">
      <dgm:prSet presAssocID="{A49631C0-C6A5-4EA2-BC4C-A0B3C3098C80}" presName="Name37" presStyleLbl="parChTrans1D2" presStyleIdx="4" presStyleCnt="7"/>
      <dgm:spPr/>
    </dgm:pt>
    <dgm:pt modelId="{2E8E7DE9-BADF-427B-89AE-E61D793D2933}" type="pres">
      <dgm:prSet presAssocID="{018A337F-3EAF-443A-92CC-A121DA1ADB39}" presName="hierRoot2" presStyleCnt="0">
        <dgm:presLayoutVars>
          <dgm:hierBranch val="init"/>
        </dgm:presLayoutVars>
      </dgm:prSet>
      <dgm:spPr/>
    </dgm:pt>
    <dgm:pt modelId="{B2D99E41-B5C0-455E-BE4E-DF135BE1E681}" type="pres">
      <dgm:prSet presAssocID="{018A337F-3EAF-443A-92CC-A121DA1ADB39}" presName="rootComposite" presStyleCnt="0"/>
      <dgm:spPr/>
    </dgm:pt>
    <dgm:pt modelId="{C41841F5-6499-44A9-A9D3-7A31FFC8D3D6}" type="pres">
      <dgm:prSet presAssocID="{018A337F-3EAF-443A-92CC-A121DA1ADB39}" presName="rootText" presStyleLbl="node2" presStyleIdx="4" presStyleCnt="7">
        <dgm:presLayoutVars>
          <dgm:chPref val="3"/>
        </dgm:presLayoutVars>
      </dgm:prSet>
      <dgm:spPr/>
    </dgm:pt>
    <dgm:pt modelId="{F8BA9500-2E81-4770-8757-A8B2DDD975BF}" type="pres">
      <dgm:prSet presAssocID="{018A337F-3EAF-443A-92CC-A121DA1ADB39}" presName="rootConnector" presStyleLbl="node2" presStyleIdx="4" presStyleCnt="7"/>
      <dgm:spPr/>
    </dgm:pt>
    <dgm:pt modelId="{96D0342F-A6CB-4873-8ACB-48EC0E1E91A2}" type="pres">
      <dgm:prSet presAssocID="{018A337F-3EAF-443A-92CC-A121DA1ADB39}" presName="hierChild4" presStyleCnt="0"/>
      <dgm:spPr/>
    </dgm:pt>
    <dgm:pt modelId="{C15CDED8-052E-4A56-BCFA-F4F3626AC0FA}" type="pres">
      <dgm:prSet presAssocID="{7865A00B-8EF9-4D19-961E-EADC07D93D20}" presName="Name37" presStyleLbl="parChTrans1D3" presStyleIdx="4" presStyleCnt="7"/>
      <dgm:spPr/>
    </dgm:pt>
    <dgm:pt modelId="{91D9413D-E3CD-4D11-8923-1F2B3D41A1F1}" type="pres">
      <dgm:prSet presAssocID="{7CA59084-2D67-459E-A0DA-9B310EDD1806}" presName="hierRoot2" presStyleCnt="0">
        <dgm:presLayoutVars>
          <dgm:hierBranch val="init"/>
        </dgm:presLayoutVars>
      </dgm:prSet>
      <dgm:spPr/>
    </dgm:pt>
    <dgm:pt modelId="{9F6549AB-D042-4FFB-9802-B00AACB87B7B}" type="pres">
      <dgm:prSet presAssocID="{7CA59084-2D67-459E-A0DA-9B310EDD1806}" presName="rootComposite" presStyleCnt="0"/>
      <dgm:spPr/>
    </dgm:pt>
    <dgm:pt modelId="{954DA499-0B83-4425-B716-4D47316D1156}" type="pres">
      <dgm:prSet presAssocID="{7CA59084-2D67-459E-A0DA-9B310EDD1806}" presName="rootText" presStyleLbl="node3" presStyleIdx="4" presStyleCnt="7">
        <dgm:presLayoutVars>
          <dgm:chPref val="3"/>
        </dgm:presLayoutVars>
      </dgm:prSet>
      <dgm:spPr/>
    </dgm:pt>
    <dgm:pt modelId="{76C6E9AE-94F4-4378-8F96-619F7DE04BB9}" type="pres">
      <dgm:prSet presAssocID="{7CA59084-2D67-459E-A0DA-9B310EDD1806}" presName="rootConnector" presStyleLbl="node3" presStyleIdx="4" presStyleCnt="7"/>
      <dgm:spPr/>
    </dgm:pt>
    <dgm:pt modelId="{9FA6AA96-BCC9-4567-A1E3-68DAC9DF4CA3}" type="pres">
      <dgm:prSet presAssocID="{7CA59084-2D67-459E-A0DA-9B310EDD1806}" presName="hierChild4" presStyleCnt="0"/>
      <dgm:spPr/>
    </dgm:pt>
    <dgm:pt modelId="{A69D1367-E008-45DC-905B-97B6B5666D18}" type="pres">
      <dgm:prSet presAssocID="{7CA59084-2D67-459E-A0DA-9B310EDD1806}" presName="hierChild5" presStyleCnt="0"/>
      <dgm:spPr/>
    </dgm:pt>
    <dgm:pt modelId="{555DBE5E-0F3B-474D-AE2F-AF1CE9D1EC8B}" type="pres">
      <dgm:prSet presAssocID="{018A337F-3EAF-443A-92CC-A121DA1ADB39}" presName="hierChild5" presStyleCnt="0"/>
      <dgm:spPr/>
    </dgm:pt>
    <dgm:pt modelId="{F560A154-8962-4AD4-A206-7D241DDEED70}" type="pres">
      <dgm:prSet presAssocID="{107D8285-F0DC-4023-A8CD-53AE5D027A4E}" presName="Name37" presStyleLbl="parChTrans1D2" presStyleIdx="5" presStyleCnt="7"/>
      <dgm:spPr/>
    </dgm:pt>
    <dgm:pt modelId="{7603A2CC-DCFF-4CD1-8B88-CF4937C3CB1F}" type="pres">
      <dgm:prSet presAssocID="{D96017BB-081A-493C-92F8-BA5A801F5788}" presName="hierRoot2" presStyleCnt="0">
        <dgm:presLayoutVars>
          <dgm:hierBranch val="init"/>
        </dgm:presLayoutVars>
      </dgm:prSet>
      <dgm:spPr/>
    </dgm:pt>
    <dgm:pt modelId="{37A1622A-586F-4C2A-A926-F68FFEAB3E4A}" type="pres">
      <dgm:prSet presAssocID="{D96017BB-081A-493C-92F8-BA5A801F5788}" presName="rootComposite" presStyleCnt="0"/>
      <dgm:spPr/>
    </dgm:pt>
    <dgm:pt modelId="{E793E99A-CD7D-41E4-9BEC-F3DD1255841A}" type="pres">
      <dgm:prSet presAssocID="{D96017BB-081A-493C-92F8-BA5A801F5788}" presName="rootText" presStyleLbl="node2" presStyleIdx="5" presStyleCnt="7">
        <dgm:presLayoutVars>
          <dgm:chPref val="3"/>
        </dgm:presLayoutVars>
      </dgm:prSet>
      <dgm:spPr/>
    </dgm:pt>
    <dgm:pt modelId="{115F3044-EBD2-4461-B341-98AE9129DD83}" type="pres">
      <dgm:prSet presAssocID="{D96017BB-081A-493C-92F8-BA5A801F5788}" presName="rootConnector" presStyleLbl="node2" presStyleIdx="5" presStyleCnt="7"/>
      <dgm:spPr/>
    </dgm:pt>
    <dgm:pt modelId="{072EA495-CC79-4520-A5E3-CC2DEEF515DD}" type="pres">
      <dgm:prSet presAssocID="{D96017BB-081A-493C-92F8-BA5A801F5788}" presName="hierChild4" presStyleCnt="0"/>
      <dgm:spPr/>
    </dgm:pt>
    <dgm:pt modelId="{A2FEB88B-E261-4C74-BDE2-3F5640F6CB07}" type="pres">
      <dgm:prSet presAssocID="{97621182-96BD-497F-9CB1-934A098632E8}" presName="Name37" presStyleLbl="parChTrans1D3" presStyleIdx="5" presStyleCnt="7"/>
      <dgm:spPr/>
    </dgm:pt>
    <dgm:pt modelId="{A93FB622-79A0-43B6-B6EB-603D755C3511}" type="pres">
      <dgm:prSet presAssocID="{81FF60AF-CECC-42CC-8B51-1D258330A3D4}" presName="hierRoot2" presStyleCnt="0">
        <dgm:presLayoutVars>
          <dgm:hierBranch val="init"/>
        </dgm:presLayoutVars>
      </dgm:prSet>
      <dgm:spPr/>
    </dgm:pt>
    <dgm:pt modelId="{1A859D85-5853-4428-AB1E-346A0E9C53A1}" type="pres">
      <dgm:prSet presAssocID="{81FF60AF-CECC-42CC-8B51-1D258330A3D4}" presName="rootComposite" presStyleCnt="0"/>
      <dgm:spPr/>
    </dgm:pt>
    <dgm:pt modelId="{53B98178-63B9-4D7E-81D8-C014EC42004B}" type="pres">
      <dgm:prSet presAssocID="{81FF60AF-CECC-42CC-8B51-1D258330A3D4}" presName="rootText" presStyleLbl="node3" presStyleIdx="5" presStyleCnt="7">
        <dgm:presLayoutVars>
          <dgm:chPref val="3"/>
        </dgm:presLayoutVars>
      </dgm:prSet>
      <dgm:spPr>
        <a:xfrm>
          <a:off x="6016935" y="3148624"/>
          <a:ext cx="954980" cy="477490"/>
        </a:xfrm>
        <a:prstGeom prst="rect">
          <a:avLst/>
        </a:prstGeom>
      </dgm:spPr>
    </dgm:pt>
    <dgm:pt modelId="{5FF5F1C1-9DC2-4EB6-BF81-AE4B87C0B615}" type="pres">
      <dgm:prSet presAssocID="{81FF60AF-CECC-42CC-8B51-1D258330A3D4}" presName="rootConnector" presStyleLbl="node3" presStyleIdx="5" presStyleCnt="7"/>
      <dgm:spPr/>
    </dgm:pt>
    <dgm:pt modelId="{B0BD0E6F-7AFF-4FC7-B2C6-C11EEEACF0E6}" type="pres">
      <dgm:prSet presAssocID="{81FF60AF-CECC-42CC-8B51-1D258330A3D4}" presName="hierChild4" presStyleCnt="0"/>
      <dgm:spPr/>
    </dgm:pt>
    <dgm:pt modelId="{893C3C97-85FA-4886-9364-3F2497E9548A}" type="pres">
      <dgm:prSet presAssocID="{81FF60AF-CECC-42CC-8B51-1D258330A3D4}" presName="hierChild5" presStyleCnt="0"/>
      <dgm:spPr/>
    </dgm:pt>
    <dgm:pt modelId="{DB34A497-8AD2-4F60-8D03-E62A7993EF4E}" type="pres">
      <dgm:prSet presAssocID="{D96017BB-081A-493C-92F8-BA5A801F5788}" presName="hierChild5" presStyleCnt="0"/>
      <dgm:spPr/>
    </dgm:pt>
    <dgm:pt modelId="{22A0930B-627D-448A-A685-91F114F66503}" type="pres">
      <dgm:prSet presAssocID="{02E69EE2-E273-4AD4-A1EA-7C4F5A43B0A5}" presName="Name37" presStyleLbl="parChTrans1D2" presStyleIdx="6" presStyleCnt="7"/>
      <dgm:spPr/>
    </dgm:pt>
    <dgm:pt modelId="{B83FA5E0-15EE-4BD2-B299-E28901B72F00}" type="pres">
      <dgm:prSet presAssocID="{FC6C8134-55D3-4546-B833-1DFF5C5E69A3}" presName="hierRoot2" presStyleCnt="0">
        <dgm:presLayoutVars>
          <dgm:hierBranch val="init"/>
        </dgm:presLayoutVars>
      </dgm:prSet>
      <dgm:spPr/>
    </dgm:pt>
    <dgm:pt modelId="{8A0C9AE5-D4C3-4513-81E9-1435B64441CB}" type="pres">
      <dgm:prSet presAssocID="{FC6C8134-55D3-4546-B833-1DFF5C5E69A3}" presName="rootComposite" presStyleCnt="0"/>
      <dgm:spPr/>
    </dgm:pt>
    <dgm:pt modelId="{600B1AB7-0A6D-417A-942E-779F55F7A6F6}" type="pres">
      <dgm:prSet presAssocID="{FC6C8134-55D3-4546-B833-1DFF5C5E69A3}" presName="rootText" presStyleLbl="node2" presStyleIdx="6" presStyleCnt="7">
        <dgm:presLayoutVars>
          <dgm:chPref val="3"/>
        </dgm:presLayoutVars>
      </dgm:prSet>
      <dgm:spPr>
        <a:xfrm>
          <a:off x="6933716" y="2131570"/>
          <a:ext cx="954980" cy="477490"/>
        </a:xfrm>
        <a:prstGeom prst="rect">
          <a:avLst/>
        </a:prstGeom>
      </dgm:spPr>
    </dgm:pt>
    <dgm:pt modelId="{46F4B385-F3BE-4210-B94C-03E7CC6B24EA}" type="pres">
      <dgm:prSet presAssocID="{FC6C8134-55D3-4546-B833-1DFF5C5E69A3}" presName="rootConnector" presStyleLbl="node2" presStyleIdx="6" presStyleCnt="7"/>
      <dgm:spPr/>
    </dgm:pt>
    <dgm:pt modelId="{0CF9BF85-A8EC-4919-99AD-1AB10D4982DC}" type="pres">
      <dgm:prSet presAssocID="{FC6C8134-55D3-4546-B833-1DFF5C5E69A3}" presName="hierChild4" presStyleCnt="0"/>
      <dgm:spPr/>
    </dgm:pt>
    <dgm:pt modelId="{B75826D4-05CE-4268-B9BD-9AE1DA9F8D24}" type="pres">
      <dgm:prSet presAssocID="{0D61692B-3803-4045-9373-467D8338937C}" presName="Name37" presStyleLbl="parChTrans1D3" presStyleIdx="6" presStyleCnt="7"/>
      <dgm:spPr/>
    </dgm:pt>
    <dgm:pt modelId="{4B30D6AD-C5E0-4531-BF1F-18BA50189DB1}" type="pres">
      <dgm:prSet presAssocID="{C8A79EFA-F415-4DDB-BDF8-4C85BADC4C8A}" presName="hierRoot2" presStyleCnt="0">
        <dgm:presLayoutVars>
          <dgm:hierBranch val="init"/>
        </dgm:presLayoutVars>
      </dgm:prSet>
      <dgm:spPr/>
    </dgm:pt>
    <dgm:pt modelId="{25FA9B30-74C0-47E2-B2FA-D5A1CD3E04B2}" type="pres">
      <dgm:prSet presAssocID="{C8A79EFA-F415-4DDB-BDF8-4C85BADC4C8A}" presName="rootComposite" presStyleCnt="0"/>
      <dgm:spPr/>
    </dgm:pt>
    <dgm:pt modelId="{934520AE-77E7-44F4-AF4B-13E4714CD5C1}" type="pres">
      <dgm:prSet presAssocID="{C8A79EFA-F415-4DDB-BDF8-4C85BADC4C8A}" presName="rootText" presStyleLbl="node3" presStyleIdx="6" presStyleCnt="7">
        <dgm:presLayoutVars>
          <dgm:chPref val="3"/>
        </dgm:presLayoutVars>
      </dgm:prSet>
      <dgm:spPr>
        <a:xfrm>
          <a:off x="7172461" y="2809606"/>
          <a:ext cx="954980" cy="477490"/>
        </a:xfrm>
        <a:prstGeom prst="rect">
          <a:avLst/>
        </a:prstGeom>
      </dgm:spPr>
    </dgm:pt>
    <dgm:pt modelId="{AA8C3897-59F5-49FC-BF9C-2972A6B84D39}" type="pres">
      <dgm:prSet presAssocID="{C8A79EFA-F415-4DDB-BDF8-4C85BADC4C8A}" presName="rootConnector" presStyleLbl="node3" presStyleIdx="6" presStyleCnt="7"/>
      <dgm:spPr/>
    </dgm:pt>
    <dgm:pt modelId="{FAF2533A-4830-4DB5-B8FD-8305965831FF}" type="pres">
      <dgm:prSet presAssocID="{C8A79EFA-F415-4DDB-BDF8-4C85BADC4C8A}" presName="hierChild4" presStyleCnt="0"/>
      <dgm:spPr/>
    </dgm:pt>
    <dgm:pt modelId="{398A0479-42B9-4CBD-8926-54A2260A3F92}" type="pres">
      <dgm:prSet presAssocID="{C8A79EFA-F415-4DDB-BDF8-4C85BADC4C8A}" presName="hierChild5" presStyleCnt="0"/>
      <dgm:spPr/>
    </dgm:pt>
    <dgm:pt modelId="{D05590AD-A87D-42EB-92F8-921FA9C3E19B}" type="pres">
      <dgm:prSet presAssocID="{FC6C8134-55D3-4546-B833-1DFF5C5E69A3}" presName="hierChild5" presStyleCnt="0"/>
      <dgm:spPr/>
    </dgm:pt>
    <dgm:pt modelId="{811C35BD-F100-4B10-9BFB-F851E3D0CFFF}" type="pres">
      <dgm:prSet presAssocID="{70BFEA84-36B9-4057-8C28-7841025A2ECB}" presName="hierChild3" presStyleCnt="0"/>
      <dgm:spPr/>
    </dgm:pt>
  </dgm:ptLst>
  <dgm:cxnLst>
    <dgm:cxn modelId="{79CA0507-A586-4BE9-B24C-91BA52365F0B}" type="presOf" srcId="{7CA59084-2D67-459E-A0DA-9B310EDD1806}" destId="{954DA499-0B83-4425-B716-4D47316D1156}" srcOrd="0" destOrd="0" presId="urn:microsoft.com/office/officeart/2005/8/layout/orgChart1"/>
    <dgm:cxn modelId="{2EB9BF07-78C9-4BD5-B228-4E0503D0E1AD}" type="presOf" srcId="{4508227B-A829-4DFE-A71A-E00761103434}" destId="{505BF341-A846-4900-8A2C-164AE658B6FB}" srcOrd="1" destOrd="0" presId="urn:microsoft.com/office/officeart/2005/8/layout/orgChart1"/>
    <dgm:cxn modelId="{BE86DB08-7F41-4397-8539-A4582BDCF514}" srcId="{70BFEA84-36B9-4057-8C28-7841025A2ECB}" destId="{55246342-6F72-4EDB-B6D7-D853950FA2EA}" srcOrd="1" destOrd="0" parTransId="{37516A2E-E5DB-4949-BADE-0DB84A0CA5E5}" sibTransId="{D166F4F1-842D-4F09-B221-573273757B02}"/>
    <dgm:cxn modelId="{35847709-9B6E-41F8-A7A6-6120283E585B}" srcId="{70BFEA84-36B9-4057-8C28-7841025A2ECB}" destId="{E49E1BCA-0C77-41A1-8D57-E396098C6104}" srcOrd="0" destOrd="0" parTransId="{268C0F2D-6434-4B0E-9291-A0125B3E25CF}" sibTransId="{A5F81DB2-24EF-4D92-80E7-3BDA5DAA3F0C}"/>
    <dgm:cxn modelId="{0269010D-6A2B-40D1-BDE6-F21B5FA80984}" type="presOf" srcId="{F0273161-ACF6-4ED9-8655-D5E2D6CC7842}" destId="{BC6918A3-74E2-466E-894B-951F5D78EF79}" srcOrd="0" destOrd="0" presId="urn:microsoft.com/office/officeart/2005/8/layout/orgChart1"/>
    <dgm:cxn modelId="{6FDD9E0E-0BED-4C0F-BD5B-314E25AFF3A8}" type="presOf" srcId="{7F5A9FA7-8A66-432F-AB2D-EDF44095E8B7}" destId="{04F64A7D-92BA-4AD7-8B22-7D4CE18A0FF2}" srcOrd="0" destOrd="0" presId="urn:microsoft.com/office/officeart/2005/8/layout/orgChart1"/>
    <dgm:cxn modelId="{C7C91B11-3051-456D-87A0-D46E1205BD12}" type="presOf" srcId="{6D857CA9-99BC-4C2C-AD24-EF06560953E0}" destId="{3D21B49F-FECF-4CA6-A8D0-DFA5B25814C2}" srcOrd="0" destOrd="0" presId="urn:microsoft.com/office/officeart/2005/8/layout/orgChart1"/>
    <dgm:cxn modelId="{B7299312-21A5-43C7-B628-70643DF224D9}" type="presOf" srcId="{07CC5043-D363-4014-A109-96400D95D96B}" destId="{186C14AB-A711-4D0C-8C9A-FF3CAA2E8D0F}" srcOrd="0" destOrd="0" presId="urn:microsoft.com/office/officeart/2005/8/layout/orgChart1"/>
    <dgm:cxn modelId="{02CE3E1B-4A2B-4004-B1D3-094F971A2912}" srcId="{70BFEA84-36B9-4057-8C28-7841025A2ECB}" destId="{49F13D28-FD19-4C2D-A370-2047610A6900}" srcOrd="3" destOrd="0" parTransId="{6D857CA9-99BC-4C2C-AD24-EF06560953E0}" sibTransId="{0E96DFAB-6B54-451E-B586-1E1AAFCD770E}"/>
    <dgm:cxn modelId="{AA82DA1E-5A6F-4957-950C-7A632DE2DD61}" type="presOf" srcId="{D96017BB-081A-493C-92F8-BA5A801F5788}" destId="{115F3044-EBD2-4461-B341-98AE9129DD83}" srcOrd="1" destOrd="0" presId="urn:microsoft.com/office/officeart/2005/8/layout/orgChart1"/>
    <dgm:cxn modelId="{7C19491F-0C50-414A-8457-E8A820CF8895}" type="presOf" srcId="{37516A2E-E5DB-4949-BADE-0DB84A0CA5E5}" destId="{4E2EDC83-59F6-4F2D-A9F4-C9EBB1182883}" srcOrd="0" destOrd="0" presId="urn:microsoft.com/office/officeart/2005/8/layout/orgChart1"/>
    <dgm:cxn modelId="{0C067A1F-C9F2-4288-9EB2-5ABC18669996}" srcId="{49F13D28-FD19-4C2D-A370-2047610A6900}" destId="{90D05665-DAB1-48D5-A807-CBC75FA761D9}" srcOrd="0" destOrd="0" parTransId="{9175D89D-D3E4-4D11-A8DF-435D0BA1568B}" sibTransId="{2E2095DF-BC16-48A9-BE71-2B1641BF1D43}"/>
    <dgm:cxn modelId="{A44B6B39-ECCD-4531-94EC-06EA6EE95971}" type="presOf" srcId="{0D61692B-3803-4045-9373-467D8338937C}" destId="{B75826D4-05CE-4268-B9BD-9AE1DA9F8D24}" srcOrd="0" destOrd="0" presId="urn:microsoft.com/office/officeart/2005/8/layout/orgChart1"/>
    <dgm:cxn modelId="{919BEE3A-4CF4-426A-AC44-929038F065D2}" type="presOf" srcId="{018A337F-3EAF-443A-92CC-A121DA1ADB39}" destId="{C41841F5-6499-44A9-A9D3-7A31FFC8D3D6}" srcOrd="0" destOrd="0" presId="urn:microsoft.com/office/officeart/2005/8/layout/orgChart1"/>
    <dgm:cxn modelId="{AB07BC3D-B4D4-4704-92EC-9FC7CD984388}" type="presOf" srcId="{E49E1BCA-0C77-41A1-8D57-E396098C6104}" destId="{BDA674D8-FED5-4CE1-92EE-B047DCE1A506}" srcOrd="0" destOrd="0" presId="urn:microsoft.com/office/officeart/2005/8/layout/orgChart1"/>
    <dgm:cxn modelId="{B95F623F-8B10-4A4E-9C9A-6D0CBCE75AD6}" type="presOf" srcId="{DB787D6A-0381-4C8A-8135-01DE8DB557A6}" destId="{1397317F-BA48-4F89-ADAF-C5F68808DE7F}" srcOrd="0" destOrd="0" presId="urn:microsoft.com/office/officeart/2005/8/layout/orgChart1"/>
    <dgm:cxn modelId="{4840AB40-8C6A-4361-8C4A-9891E16BEF30}" srcId="{FC6C8134-55D3-4546-B833-1DFF5C5E69A3}" destId="{C8A79EFA-F415-4DDB-BDF8-4C85BADC4C8A}" srcOrd="0" destOrd="0" parTransId="{0D61692B-3803-4045-9373-467D8338937C}" sibTransId="{69BBCDBE-899C-414B-96BE-280B2DDC77E6}"/>
    <dgm:cxn modelId="{3924FD5D-6C45-44A6-9B20-7C79240F0DDB}" type="presOf" srcId="{A49631C0-C6A5-4EA2-BC4C-A0B3C3098C80}" destId="{21871255-161E-4927-B8CB-BB8DFAFE0943}" srcOrd="0" destOrd="0" presId="urn:microsoft.com/office/officeart/2005/8/layout/orgChart1"/>
    <dgm:cxn modelId="{FCECFB5E-E352-4554-B1EE-9B9A45D98C5A}" srcId="{70BFEA84-36B9-4057-8C28-7841025A2ECB}" destId="{FC6C8134-55D3-4546-B833-1DFF5C5E69A3}" srcOrd="6" destOrd="0" parTransId="{02E69EE2-E273-4AD4-A1EA-7C4F5A43B0A5}" sibTransId="{D85E076D-C0E2-4870-A29F-B3C19378D385}"/>
    <dgm:cxn modelId="{7F575F5F-FB21-4742-846D-6CF6548465F5}" type="presOf" srcId="{4508227B-A829-4DFE-A71A-E00761103434}" destId="{5C179A42-BCAE-4E77-BE14-CCAA6FDE343C}" srcOrd="0" destOrd="0" presId="urn:microsoft.com/office/officeart/2005/8/layout/orgChart1"/>
    <dgm:cxn modelId="{9B14B446-CC66-401D-ACC4-2375F0702603}" type="presOf" srcId="{018A337F-3EAF-443A-92CC-A121DA1ADB39}" destId="{F8BA9500-2E81-4770-8757-A8B2DDD975BF}" srcOrd="1" destOrd="0" presId="urn:microsoft.com/office/officeart/2005/8/layout/orgChart1"/>
    <dgm:cxn modelId="{812E7047-82F4-467F-84F4-E40AF3DF65B1}" type="presOf" srcId="{DA422F72-0B0A-4EA0-A3D4-B0312D580DE7}" destId="{26341C86-7489-4562-B5FC-7A37A27843E2}" srcOrd="1" destOrd="0" presId="urn:microsoft.com/office/officeart/2005/8/layout/orgChart1"/>
    <dgm:cxn modelId="{AB83B667-A472-40D9-9C93-6D88F96CEA55}" srcId="{DA422F72-0B0A-4EA0-A3D4-B0312D580DE7}" destId="{4508227B-A829-4DFE-A71A-E00761103434}" srcOrd="0" destOrd="0" parTransId="{07CC5043-D363-4014-A109-96400D95D96B}" sibTransId="{D65C1529-26FD-4AE9-907A-2EBDD7DB360C}"/>
    <dgm:cxn modelId="{E7A4BE69-CFAF-4827-9178-4B6AB53D1787}" srcId="{E49E1BCA-0C77-41A1-8D57-E396098C6104}" destId="{80ED5C5D-86C0-45EB-A924-44BED0592290}" srcOrd="0" destOrd="0" parTransId="{7F5A9FA7-8A66-432F-AB2D-EDF44095E8B7}" sibTransId="{AFD445EF-2F31-4EA1-9F92-10F1F4AB728D}"/>
    <dgm:cxn modelId="{E78EF74A-7A11-44A1-AE1C-82718702A92B}" srcId="{018A337F-3EAF-443A-92CC-A121DA1ADB39}" destId="{7CA59084-2D67-459E-A0DA-9B310EDD1806}" srcOrd="0" destOrd="0" parTransId="{7865A00B-8EF9-4D19-961E-EADC07D93D20}" sibTransId="{C99E7F55-0948-4BE1-BEA6-7CAD5E2D03A1}"/>
    <dgm:cxn modelId="{8B20D64D-47D1-4BA5-B3BE-20A11C743F94}" type="presOf" srcId="{49F13D28-FD19-4C2D-A370-2047610A6900}" destId="{BF7360BC-7FD7-42CB-A386-B24595173657}" srcOrd="1" destOrd="0" presId="urn:microsoft.com/office/officeart/2005/8/layout/orgChart1"/>
    <dgm:cxn modelId="{51241E53-6F13-4842-9A5C-FCAEE8569314}" type="presOf" srcId="{81FF60AF-CECC-42CC-8B51-1D258330A3D4}" destId="{53B98178-63B9-4D7E-81D8-C014EC42004B}" srcOrd="0" destOrd="0" presId="urn:microsoft.com/office/officeart/2005/8/layout/orgChart1"/>
    <dgm:cxn modelId="{3185B073-BDAB-4B8F-9FF9-F501329DA000}" type="presOf" srcId="{80ED5C5D-86C0-45EB-A924-44BED0592290}" destId="{36657945-DADB-499B-B1DF-193739C49E9F}" srcOrd="1" destOrd="0" presId="urn:microsoft.com/office/officeart/2005/8/layout/orgChart1"/>
    <dgm:cxn modelId="{D6294F78-28B9-490E-9A41-41560C2F10E7}" type="presOf" srcId="{90D05665-DAB1-48D5-A807-CBC75FA761D9}" destId="{8D49B9CD-CB65-48AE-8E72-54924E684FE9}" srcOrd="0" destOrd="0" presId="urn:microsoft.com/office/officeart/2005/8/layout/orgChart1"/>
    <dgm:cxn modelId="{9BEC7685-5D89-40FE-86E4-9DDDFA2DCC28}" type="presOf" srcId="{81FF60AF-CECC-42CC-8B51-1D258330A3D4}" destId="{5FF5F1C1-9DC2-4EB6-BF81-AE4B87C0B615}" srcOrd="1" destOrd="0" presId="urn:microsoft.com/office/officeart/2005/8/layout/orgChart1"/>
    <dgm:cxn modelId="{946BE686-5493-4FE2-90DC-F21C27583486}" type="presOf" srcId="{70BFEA84-36B9-4057-8C28-7841025A2ECB}" destId="{0F8629BF-F262-4F7A-8AEB-B54A222DE137}" srcOrd="1" destOrd="0" presId="urn:microsoft.com/office/officeart/2005/8/layout/orgChart1"/>
    <dgm:cxn modelId="{0DF7BB87-F2E9-4685-9934-78961E9653A8}" type="presOf" srcId="{C8A79EFA-F415-4DDB-BDF8-4C85BADC4C8A}" destId="{934520AE-77E7-44F4-AF4B-13E4714CD5C1}" srcOrd="0" destOrd="0" presId="urn:microsoft.com/office/officeart/2005/8/layout/orgChart1"/>
    <dgm:cxn modelId="{8EB40B8D-4D3E-4680-8E1C-2C373FCEB149}" srcId="{F0273161-ACF6-4ED9-8655-D5E2D6CC7842}" destId="{70BFEA84-36B9-4057-8C28-7841025A2ECB}" srcOrd="0" destOrd="0" parTransId="{5B47302D-53C7-42C9-BBAA-21A2F6E16825}" sibTransId="{EC6D8A73-8EBF-41C5-9EA4-C26435265B22}"/>
    <dgm:cxn modelId="{8A94F98D-6C65-403B-A04E-8CFA9D6FC434}" type="presOf" srcId="{97621182-96BD-497F-9CB1-934A098632E8}" destId="{A2FEB88B-E261-4C74-BDE2-3F5640F6CB07}" srcOrd="0" destOrd="0" presId="urn:microsoft.com/office/officeart/2005/8/layout/orgChart1"/>
    <dgm:cxn modelId="{5C6AA796-9DAB-4521-B54E-352AFB98318D}" srcId="{70BFEA84-36B9-4057-8C28-7841025A2ECB}" destId="{DA422F72-0B0A-4EA0-A3D4-B0312D580DE7}" srcOrd="2" destOrd="0" parTransId="{A7D7EB34-134E-4062-8D06-6718CC39E56F}" sibTransId="{692B9225-8123-424A-93B5-09F523D5E575}"/>
    <dgm:cxn modelId="{AD4A0F97-FEB2-4208-AF91-B2CB2E7444B4}" type="presOf" srcId="{7865A00B-8EF9-4D19-961E-EADC07D93D20}" destId="{C15CDED8-052E-4A56-BCFA-F4F3626AC0FA}" srcOrd="0" destOrd="0" presId="urn:microsoft.com/office/officeart/2005/8/layout/orgChart1"/>
    <dgm:cxn modelId="{858B849D-DF59-41AA-9AD7-649A201042E7}" type="presOf" srcId="{107D8285-F0DC-4023-A8CD-53AE5D027A4E}" destId="{F560A154-8962-4AD4-A206-7D241DDEED70}" srcOrd="0" destOrd="0" presId="urn:microsoft.com/office/officeart/2005/8/layout/orgChart1"/>
    <dgm:cxn modelId="{D95599A5-F549-4713-B8AA-101EBA400DDC}" type="presOf" srcId="{9175D89D-D3E4-4D11-A8DF-435D0BA1568B}" destId="{93655F4F-AF78-475E-9E37-03E8CB3BCF51}" srcOrd="0" destOrd="0" presId="urn:microsoft.com/office/officeart/2005/8/layout/orgChart1"/>
    <dgm:cxn modelId="{1858EAA7-49FD-470B-AAD3-997412FCFFA3}" type="presOf" srcId="{A7D7EB34-134E-4062-8D06-6718CC39E56F}" destId="{52DA1937-6714-442B-BB6F-889B7AE58B9D}" srcOrd="0" destOrd="0" presId="urn:microsoft.com/office/officeart/2005/8/layout/orgChart1"/>
    <dgm:cxn modelId="{0BA63EAA-9238-44F6-9D63-28BB6D45E2CF}" type="presOf" srcId="{C3623447-FB9C-4AED-8EC6-2401E94E1EA0}" destId="{DC769988-2E68-4A7F-ABA2-5AD886A45BD7}" srcOrd="0" destOrd="0" presId="urn:microsoft.com/office/officeart/2005/8/layout/orgChart1"/>
    <dgm:cxn modelId="{8F3553AA-1167-41BF-A5F8-F0A3F0A1AFDE}" srcId="{70BFEA84-36B9-4057-8C28-7841025A2ECB}" destId="{D96017BB-081A-493C-92F8-BA5A801F5788}" srcOrd="5" destOrd="0" parTransId="{107D8285-F0DC-4023-A8CD-53AE5D027A4E}" sibTransId="{B08EC6C5-A498-4B76-9DF6-7A614179F174}"/>
    <dgm:cxn modelId="{14D296AA-3F56-4BE6-A2B0-9950206C55F2}" type="presOf" srcId="{D96017BB-081A-493C-92F8-BA5A801F5788}" destId="{E793E99A-CD7D-41E4-9BEC-F3DD1255841A}" srcOrd="0" destOrd="0" presId="urn:microsoft.com/office/officeart/2005/8/layout/orgChart1"/>
    <dgm:cxn modelId="{9536FFAB-1757-423E-B7B4-094D79D06C9D}" type="presOf" srcId="{C8A79EFA-F415-4DDB-BDF8-4C85BADC4C8A}" destId="{AA8C3897-59F5-49FC-BF9C-2972A6B84D39}" srcOrd="1" destOrd="0" presId="urn:microsoft.com/office/officeart/2005/8/layout/orgChart1"/>
    <dgm:cxn modelId="{7C0351AE-8A27-4502-8565-694D1E1D3F08}" type="presOf" srcId="{DA422F72-0B0A-4EA0-A3D4-B0312D580DE7}" destId="{688BFACF-4EA9-4FA4-BC1C-2C2E85B2FFF4}" srcOrd="0" destOrd="0" presId="urn:microsoft.com/office/officeart/2005/8/layout/orgChart1"/>
    <dgm:cxn modelId="{A95DEEAE-BBE6-4523-92E2-3B2682C46AA1}" srcId="{D96017BB-081A-493C-92F8-BA5A801F5788}" destId="{81FF60AF-CECC-42CC-8B51-1D258330A3D4}" srcOrd="0" destOrd="0" parTransId="{97621182-96BD-497F-9CB1-934A098632E8}" sibTransId="{F16A9E2E-0550-47D6-8717-2698E15765E0}"/>
    <dgm:cxn modelId="{00C254AF-0BAA-44E7-9F7E-9CA8DD8AB8A4}" type="presOf" srcId="{55246342-6F72-4EDB-B6D7-D853950FA2EA}" destId="{5401AFE3-BEF4-417E-B954-112B741708B5}" srcOrd="0" destOrd="0" presId="urn:microsoft.com/office/officeart/2005/8/layout/orgChart1"/>
    <dgm:cxn modelId="{1D0587B0-3BF2-4DBB-827E-091F4D663986}" type="presOf" srcId="{70BFEA84-36B9-4057-8C28-7841025A2ECB}" destId="{974823DD-EBC6-413B-8B36-1313AAD769CA}" srcOrd="0" destOrd="0" presId="urn:microsoft.com/office/officeart/2005/8/layout/orgChart1"/>
    <dgm:cxn modelId="{E3F244B5-7801-4D23-8721-EE697F679EA4}" type="presOf" srcId="{7CA59084-2D67-459E-A0DA-9B310EDD1806}" destId="{76C6E9AE-94F4-4378-8F96-619F7DE04BB9}" srcOrd="1" destOrd="0" presId="urn:microsoft.com/office/officeart/2005/8/layout/orgChart1"/>
    <dgm:cxn modelId="{12D92FB6-0BA8-4A8B-8C3F-21E151A8C9CB}" srcId="{70BFEA84-36B9-4057-8C28-7841025A2ECB}" destId="{018A337F-3EAF-443A-92CC-A121DA1ADB39}" srcOrd="4" destOrd="0" parTransId="{A49631C0-C6A5-4EA2-BC4C-A0B3C3098C80}" sibTransId="{30B8BB5B-7990-49F7-8756-30EC23C44B45}"/>
    <dgm:cxn modelId="{FB177FB6-74A1-4E9E-8EA4-671519315BDF}" type="presOf" srcId="{E49E1BCA-0C77-41A1-8D57-E396098C6104}" destId="{483A7D6F-650F-4CC0-B22D-26470DBCD614}" srcOrd="1" destOrd="0" presId="urn:microsoft.com/office/officeart/2005/8/layout/orgChart1"/>
    <dgm:cxn modelId="{C6FCDFB7-1686-4C49-9E77-FBF719AEA577}" type="presOf" srcId="{90D05665-DAB1-48D5-A807-CBC75FA761D9}" destId="{A2E5A732-E8FF-43E0-8908-CD6D3BE28841}" srcOrd="1" destOrd="0" presId="urn:microsoft.com/office/officeart/2005/8/layout/orgChart1"/>
    <dgm:cxn modelId="{815E5EB8-729D-4C06-8973-B1C3FDAC9FDD}" type="presOf" srcId="{49F13D28-FD19-4C2D-A370-2047610A6900}" destId="{204A3197-216B-4AC0-BC32-02365ABD0454}" srcOrd="0" destOrd="0" presId="urn:microsoft.com/office/officeart/2005/8/layout/orgChart1"/>
    <dgm:cxn modelId="{DAB63FBB-C2D8-45DB-8B31-0B2C9E628BE4}" srcId="{55246342-6F72-4EDB-B6D7-D853950FA2EA}" destId="{C3623447-FB9C-4AED-8EC6-2401E94E1EA0}" srcOrd="0" destOrd="0" parTransId="{DB787D6A-0381-4C8A-8135-01DE8DB557A6}" sibTransId="{E6E109A9-078B-4D9E-B412-9686BCCABC1D}"/>
    <dgm:cxn modelId="{63FAFCC2-CCC7-4B01-83C4-5183B582B4C3}" type="presOf" srcId="{02E69EE2-E273-4AD4-A1EA-7C4F5A43B0A5}" destId="{22A0930B-627D-448A-A685-91F114F66503}" srcOrd="0" destOrd="0" presId="urn:microsoft.com/office/officeart/2005/8/layout/orgChart1"/>
    <dgm:cxn modelId="{BD3AFECE-794D-4E91-B314-43AE9015CA4F}" type="presOf" srcId="{80ED5C5D-86C0-45EB-A924-44BED0592290}" destId="{FAF14A70-145D-48C8-824A-31F8CE8501A3}" srcOrd="0" destOrd="0" presId="urn:microsoft.com/office/officeart/2005/8/layout/orgChart1"/>
    <dgm:cxn modelId="{10BFACD9-3918-4332-8821-DA223D2BA16C}" type="presOf" srcId="{268C0F2D-6434-4B0E-9291-A0125B3E25CF}" destId="{6BE9CC88-B068-4A82-8017-53A20FD9E468}" srcOrd="0" destOrd="0" presId="urn:microsoft.com/office/officeart/2005/8/layout/orgChart1"/>
    <dgm:cxn modelId="{5A20DADE-B40B-405D-84A6-994B7054BD4E}" type="presOf" srcId="{FC6C8134-55D3-4546-B833-1DFF5C5E69A3}" destId="{600B1AB7-0A6D-417A-942E-779F55F7A6F6}" srcOrd="0" destOrd="0" presId="urn:microsoft.com/office/officeart/2005/8/layout/orgChart1"/>
    <dgm:cxn modelId="{CC3A6DF4-CB02-4DAB-88DC-BD3237E45D72}" type="presOf" srcId="{C3623447-FB9C-4AED-8EC6-2401E94E1EA0}" destId="{02A5D8C1-FCC5-4926-A179-F3A93141C959}" srcOrd="1" destOrd="0" presId="urn:microsoft.com/office/officeart/2005/8/layout/orgChart1"/>
    <dgm:cxn modelId="{F36BDCF8-DC5F-4924-8AE6-073497F0AF50}" type="presOf" srcId="{55246342-6F72-4EDB-B6D7-D853950FA2EA}" destId="{908BFDD6-0233-408D-9501-A9BD3D17A48B}" srcOrd="1" destOrd="0" presId="urn:microsoft.com/office/officeart/2005/8/layout/orgChart1"/>
    <dgm:cxn modelId="{A0A72DF9-DFA6-4296-9659-457932C44D40}" type="presOf" srcId="{FC6C8134-55D3-4546-B833-1DFF5C5E69A3}" destId="{46F4B385-F3BE-4210-B94C-03E7CC6B24EA}" srcOrd="1" destOrd="0" presId="urn:microsoft.com/office/officeart/2005/8/layout/orgChart1"/>
    <dgm:cxn modelId="{B98F218D-4191-4CCE-A0D6-002D95D412D9}" type="presParOf" srcId="{BC6918A3-74E2-466E-894B-951F5D78EF79}" destId="{EC2AD447-576A-4132-9E5A-822F121FBDD8}" srcOrd="0" destOrd="0" presId="urn:microsoft.com/office/officeart/2005/8/layout/orgChart1"/>
    <dgm:cxn modelId="{C9334C3F-8D67-4443-8D96-456FF59BA3FF}" type="presParOf" srcId="{EC2AD447-576A-4132-9E5A-822F121FBDD8}" destId="{507673AD-CD90-4637-81A1-19F6ED6C8BD5}" srcOrd="0" destOrd="0" presId="urn:microsoft.com/office/officeart/2005/8/layout/orgChart1"/>
    <dgm:cxn modelId="{B84340C7-5672-4D7B-9537-87FDFE25366B}" type="presParOf" srcId="{507673AD-CD90-4637-81A1-19F6ED6C8BD5}" destId="{974823DD-EBC6-413B-8B36-1313AAD769CA}" srcOrd="0" destOrd="0" presId="urn:microsoft.com/office/officeart/2005/8/layout/orgChart1"/>
    <dgm:cxn modelId="{6FC9A07A-B857-4B85-A1D4-2C2A6C8D9608}" type="presParOf" srcId="{507673AD-CD90-4637-81A1-19F6ED6C8BD5}" destId="{0F8629BF-F262-4F7A-8AEB-B54A222DE137}" srcOrd="1" destOrd="0" presId="urn:microsoft.com/office/officeart/2005/8/layout/orgChart1"/>
    <dgm:cxn modelId="{6B25358A-91CC-4D9B-B9A1-B128ABD890F0}" type="presParOf" srcId="{EC2AD447-576A-4132-9E5A-822F121FBDD8}" destId="{340CBF40-176E-43A4-A0FC-EAC33F6C363A}" srcOrd="1" destOrd="0" presId="urn:microsoft.com/office/officeart/2005/8/layout/orgChart1"/>
    <dgm:cxn modelId="{67C29165-C3C9-44E0-9395-4A04443A370D}" type="presParOf" srcId="{340CBF40-176E-43A4-A0FC-EAC33F6C363A}" destId="{6BE9CC88-B068-4A82-8017-53A20FD9E468}" srcOrd="0" destOrd="0" presId="urn:microsoft.com/office/officeart/2005/8/layout/orgChart1"/>
    <dgm:cxn modelId="{4AF46F67-4F59-465F-B6CC-B1EC21CC8538}" type="presParOf" srcId="{340CBF40-176E-43A4-A0FC-EAC33F6C363A}" destId="{93E2F505-B61C-42C6-BFC2-71667F7E41DD}" srcOrd="1" destOrd="0" presId="urn:microsoft.com/office/officeart/2005/8/layout/orgChart1"/>
    <dgm:cxn modelId="{5A6AC013-87F2-416B-A9B6-3B3559A080AF}" type="presParOf" srcId="{93E2F505-B61C-42C6-BFC2-71667F7E41DD}" destId="{E8FA9D3F-D265-488B-8648-CBF0FD6AA1B6}" srcOrd="0" destOrd="0" presId="urn:microsoft.com/office/officeart/2005/8/layout/orgChart1"/>
    <dgm:cxn modelId="{DA6C505D-BBDB-47E1-AD65-7D4FE7AE6245}" type="presParOf" srcId="{E8FA9D3F-D265-488B-8648-CBF0FD6AA1B6}" destId="{BDA674D8-FED5-4CE1-92EE-B047DCE1A506}" srcOrd="0" destOrd="0" presId="urn:microsoft.com/office/officeart/2005/8/layout/orgChart1"/>
    <dgm:cxn modelId="{DEF6706A-7445-4558-B6DE-7CAF2E200778}" type="presParOf" srcId="{E8FA9D3F-D265-488B-8648-CBF0FD6AA1B6}" destId="{483A7D6F-650F-4CC0-B22D-26470DBCD614}" srcOrd="1" destOrd="0" presId="urn:microsoft.com/office/officeart/2005/8/layout/orgChart1"/>
    <dgm:cxn modelId="{3949DEE7-F239-4491-8368-818331BCB8F9}" type="presParOf" srcId="{93E2F505-B61C-42C6-BFC2-71667F7E41DD}" destId="{2264F887-F7EE-451F-8B6F-E4155FB2B586}" srcOrd="1" destOrd="0" presId="urn:microsoft.com/office/officeart/2005/8/layout/orgChart1"/>
    <dgm:cxn modelId="{A3CE63C3-7CFA-452E-A098-34BC731F30CC}" type="presParOf" srcId="{2264F887-F7EE-451F-8B6F-E4155FB2B586}" destId="{04F64A7D-92BA-4AD7-8B22-7D4CE18A0FF2}" srcOrd="0" destOrd="0" presId="urn:microsoft.com/office/officeart/2005/8/layout/orgChart1"/>
    <dgm:cxn modelId="{648536EE-E554-442E-9E62-ADC238A97688}" type="presParOf" srcId="{2264F887-F7EE-451F-8B6F-E4155FB2B586}" destId="{A3C9F07C-9C8E-4F04-9FCB-CB57108EF7A2}" srcOrd="1" destOrd="0" presId="urn:microsoft.com/office/officeart/2005/8/layout/orgChart1"/>
    <dgm:cxn modelId="{CA2B4195-E3F1-4DC3-AB17-D5588B301964}" type="presParOf" srcId="{A3C9F07C-9C8E-4F04-9FCB-CB57108EF7A2}" destId="{757EAF3A-3804-49CE-8252-835BDF38EDD5}" srcOrd="0" destOrd="0" presId="urn:microsoft.com/office/officeart/2005/8/layout/orgChart1"/>
    <dgm:cxn modelId="{E4C0913D-8D24-4E62-AA02-F8FD63901FAE}" type="presParOf" srcId="{757EAF3A-3804-49CE-8252-835BDF38EDD5}" destId="{FAF14A70-145D-48C8-824A-31F8CE8501A3}" srcOrd="0" destOrd="0" presId="urn:microsoft.com/office/officeart/2005/8/layout/orgChart1"/>
    <dgm:cxn modelId="{B3595DB2-53B6-4A10-9C78-12072038614F}" type="presParOf" srcId="{757EAF3A-3804-49CE-8252-835BDF38EDD5}" destId="{36657945-DADB-499B-B1DF-193739C49E9F}" srcOrd="1" destOrd="0" presId="urn:microsoft.com/office/officeart/2005/8/layout/orgChart1"/>
    <dgm:cxn modelId="{4D902C3C-E638-48BF-A150-D3A6DB21EC83}" type="presParOf" srcId="{A3C9F07C-9C8E-4F04-9FCB-CB57108EF7A2}" destId="{B1DED6C4-F6DA-4BDC-AFEF-0246C1FDF454}" srcOrd="1" destOrd="0" presId="urn:microsoft.com/office/officeart/2005/8/layout/orgChart1"/>
    <dgm:cxn modelId="{00D15DF2-D1AC-462A-9C19-307942260560}" type="presParOf" srcId="{A3C9F07C-9C8E-4F04-9FCB-CB57108EF7A2}" destId="{00BEC9C5-9823-4756-9326-B8CC7573A9BA}" srcOrd="2" destOrd="0" presId="urn:microsoft.com/office/officeart/2005/8/layout/orgChart1"/>
    <dgm:cxn modelId="{F196C884-9B0D-47E8-ABAF-BBD826947E3D}" type="presParOf" srcId="{93E2F505-B61C-42C6-BFC2-71667F7E41DD}" destId="{BFEFD0D2-242C-4C2D-A7FC-DA1A12BA8DC5}" srcOrd="2" destOrd="0" presId="urn:microsoft.com/office/officeart/2005/8/layout/orgChart1"/>
    <dgm:cxn modelId="{D0C9B006-72F4-4C78-B4D2-218268461975}" type="presParOf" srcId="{340CBF40-176E-43A4-A0FC-EAC33F6C363A}" destId="{4E2EDC83-59F6-4F2D-A9F4-C9EBB1182883}" srcOrd="2" destOrd="0" presId="urn:microsoft.com/office/officeart/2005/8/layout/orgChart1"/>
    <dgm:cxn modelId="{B08F0E91-5491-437B-87E5-6FB2C7071283}" type="presParOf" srcId="{340CBF40-176E-43A4-A0FC-EAC33F6C363A}" destId="{DD264238-A369-4E05-95C8-BAD1E3702453}" srcOrd="3" destOrd="0" presId="urn:microsoft.com/office/officeart/2005/8/layout/orgChart1"/>
    <dgm:cxn modelId="{8A9AA4BA-88A0-4398-89E0-CEBC9D0D9611}" type="presParOf" srcId="{DD264238-A369-4E05-95C8-BAD1E3702453}" destId="{1FE61695-A4B8-46F4-A7DE-8BE5C616E093}" srcOrd="0" destOrd="0" presId="urn:microsoft.com/office/officeart/2005/8/layout/orgChart1"/>
    <dgm:cxn modelId="{5F245D13-E015-4F12-B15C-7AF9D3CAC3E4}" type="presParOf" srcId="{1FE61695-A4B8-46F4-A7DE-8BE5C616E093}" destId="{5401AFE3-BEF4-417E-B954-112B741708B5}" srcOrd="0" destOrd="0" presId="urn:microsoft.com/office/officeart/2005/8/layout/orgChart1"/>
    <dgm:cxn modelId="{4E44613E-8DDC-4D99-ACF0-5503E80AD064}" type="presParOf" srcId="{1FE61695-A4B8-46F4-A7DE-8BE5C616E093}" destId="{908BFDD6-0233-408D-9501-A9BD3D17A48B}" srcOrd="1" destOrd="0" presId="urn:microsoft.com/office/officeart/2005/8/layout/orgChart1"/>
    <dgm:cxn modelId="{EE741C7C-403D-47EE-B46A-DFB0794E4AAB}" type="presParOf" srcId="{DD264238-A369-4E05-95C8-BAD1E3702453}" destId="{9133215D-A086-46AC-8795-8D54692A57CA}" srcOrd="1" destOrd="0" presId="urn:microsoft.com/office/officeart/2005/8/layout/orgChart1"/>
    <dgm:cxn modelId="{79EF62E2-CBA8-4CEA-B9A9-977B5E46C2AB}" type="presParOf" srcId="{9133215D-A086-46AC-8795-8D54692A57CA}" destId="{1397317F-BA48-4F89-ADAF-C5F68808DE7F}" srcOrd="0" destOrd="0" presId="urn:microsoft.com/office/officeart/2005/8/layout/orgChart1"/>
    <dgm:cxn modelId="{94A2CA91-DED1-4713-8237-950EC7AC3E6C}" type="presParOf" srcId="{9133215D-A086-46AC-8795-8D54692A57CA}" destId="{848A2F9B-B9F0-4CA8-A7D0-2896392E5AF9}" srcOrd="1" destOrd="0" presId="urn:microsoft.com/office/officeart/2005/8/layout/orgChart1"/>
    <dgm:cxn modelId="{236A92DC-44AB-491C-AA3C-5382D9309BFE}" type="presParOf" srcId="{848A2F9B-B9F0-4CA8-A7D0-2896392E5AF9}" destId="{9D17C007-1909-40F3-BBF3-5F68488B59F8}" srcOrd="0" destOrd="0" presId="urn:microsoft.com/office/officeart/2005/8/layout/orgChart1"/>
    <dgm:cxn modelId="{6EE7950A-C453-4524-8400-D91C200DBC99}" type="presParOf" srcId="{9D17C007-1909-40F3-BBF3-5F68488B59F8}" destId="{DC769988-2E68-4A7F-ABA2-5AD886A45BD7}" srcOrd="0" destOrd="0" presId="urn:microsoft.com/office/officeart/2005/8/layout/orgChart1"/>
    <dgm:cxn modelId="{1C8093DE-8480-4460-838B-61B10E74D614}" type="presParOf" srcId="{9D17C007-1909-40F3-BBF3-5F68488B59F8}" destId="{02A5D8C1-FCC5-4926-A179-F3A93141C959}" srcOrd="1" destOrd="0" presId="urn:microsoft.com/office/officeart/2005/8/layout/orgChart1"/>
    <dgm:cxn modelId="{54B036E7-B945-4149-8007-899C7E1EB2B6}" type="presParOf" srcId="{848A2F9B-B9F0-4CA8-A7D0-2896392E5AF9}" destId="{EC8FB66D-1F91-4C1A-A9C4-CD443D2E63AD}" srcOrd="1" destOrd="0" presId="urn:microsoft.com/office/officeart/2005/8/layout/orgChart1"/>
    <dgm:cxn modelId="{5F116357-11B1-4F26-8794-C388900EABE3}" type="presParOf" srcId="{848A2F9B-B9F0-4CA8-A7D0-2896392E5AF9}" destId="{C2728E6E-A54F-44AB-81B9-4EDB946B101F}" srcOrd="2" destOrd="0" presId="urn:microsoft.com/office/officeart/2005/8/layout/orgChart1"/>
    <dgm:cxn modelId="{910E8AA4-2841-46B7-953E-20BA0F64397D}" type="presParOf" srcId="{DD264238-A369-4E05-95C8-BAD1E3702453}" destId="{9D79CE85-5996-45B0-B1CE-B106BECA360C}" srcOrd="2" destOrd="0" presId="urn:microsoft.com/office/officeart/2005/8/layout/orgChart1"/>
    <dgm:cxn modelId="{842AF507-4A47-4AE6-83A4-B97DC533085E}" type="presParOf" srcId="{340CBF40-176E-43A4-A0FC-EAC33F6C363A}" destId="{52DA1937-6714-442B-BB6F-889B7AE58B9D}" srcOrd="4" destOrd="0" presId="urn:microsoft.com/office/officeart/2005/8/layout/orgChart1"/>
    <dgm:cxn modelId="{3FA441C8-A99D-45BF-8216-0CE5B645C050}" type="presParOf" srcId="{340CBF40-176E-43A4-A0FC-EAC33F6C363A}" destId="{305E1950-72E3-4794-B3CA-511AF8AE24C4}" srcOrd="5" destOrd="0" presId="urn:microsoft.com/office/officeart/2005/8/layout/orgChart1"/>
    <dgm:cxn modelId="{944AD5CE-A285-4F0B-8920-BAD9EA4AF26D}" type="presParOf" srcId="{305E1950-72E3-4794-B3CA-511AF8AE24C4}" destId="{6DAF975A-F0B6-4241-B84D-68E840A0C640}" srcOrd="0" destOrd="0" presId="urn:microsoft.com/office/officeart/2005/8/layout/orgChart1"/>
    <dgm:cxn modelId="{1E159D6F-0666-4C8B-9EC1-FC4D77206C75}" type="presParOf" srcId="{6DAF975A-F0B6-4241-B84D-68E840A0C640}" destId="{688BFACF-4EA9-4FA4-BC1C-2C2E85B2FFF4}" srcOrd="0" destOrd="0" presId="urn:microsoft.com/office/officeart/2005/8/layout/orgChart1"/>
    <dgm:cxn modelId="{C145B129-9B58-400B-93FE-F4FB0D86FFB0}" type="presParOf" srcId="{6DAF975A-F0B6-4241-B84D-68E840A0C640}" destId="{26341C86-7489-4562-B5FC-7A37A27843E2}" srcOrd="1" destOrd="0" presId="urn:microsoft.com/office/officeart/2005/8/layout/orgChart1"/>
    <dgm:cxn modelId="{8A7A1B02-0429-4C07-86CB-2ABAD5F2325E}" type="presParOf" srcId="{305E1950-72E3-4794-B3CA-511AF8AE24C4}" destId="{B16B5382-1EE2-44E0-B8C1-082DDB4BC519}" srcOrd="1" destOrd="0" presId="urn:microsoft.com/office/officeart/2005/8/layout/orgChart1"/>
    <dgm:cxn modelId="{38E6722E-D4B0-4BDD-9422-971E527083E4}" type="presParOf" srcId="{B16B5382-1EE2-44E0-B8C1-082DDB4BC519}" destId="{186C14AB-A711-4D0C-8C9A-FF3CAA2E8D0F}" srcOrd="0" destOrd="0" presId="urn:microsoft.com/office/officeart/2005/8/layout/orgChart1"/>
    <dgm:cxn modelId="{7E743DEF-444A-4194-B980-050A711B9C30}" type="presParOf" srcId="{B16B5382-1EE2-44E0-B8C1-082DDB4BC519}" destId="{69DF8573-FF1B-4595-9A7A-A37D1B74A7C9}" srcOrd="1" destOrd="0" presId="urn:microsoft.com/office/officeart/2005/8/layout/orgChart1"/>
    <dgm:cxn modelId="{B847F55E-0DF5-453B-BFCC-F4647AD52970}" type="presParOf" srcId="{69DF8573-FF1B-4595-9A7A-A37D1B74A7C9}" destId="{CBDA2D48-4AC0-4C1F-9389-2FA3DE6C085E}" srcOrd="0" destOrd="0" presId="urn:microsoft.com/office/officeart/2005/8/layout/orgChart1"/>
    <dgm:cxn modelId="{FC021BC3-93C9-4EFF-9FBF-CF39BCB199E7}" type="presParOf" srcId="{CBDA2D48-4AC0-4C1F-9389-2FA3DE6C085E}" destId="{5C179A42-BCAE-4E77-BE14-CCAA6FDE343C}" srcOrd="0" destOrd="0" presId="urn:microsoft.com/office/officeart/2005/8/layout/orgChart1"/>
    <dgm:cxn modelId="{DB37B530-BB5A-430D-BB8A-BC531A480990}" type="presParOf" srcId="{CBDA2D48-4AC0-4C1F-9389-2FA3DE6C085E}" destId="{505BF341-A846-4900-8A2C-164AE658B6FB}" srcOrd="1" destOrd="0" presId="urn:microsoft.com/office/officeart/2005/8/layout/orgChart1"/>
    <dgm:cxn modelId="{ADDAE426-5F78-429A-A795-39D98F5D42C9}" type="presParOf" srcId="{69DF8573-FF1B-4595-9A7A-A37D1B74A7C9}" destId="{0E74B346-FE73-4A8C-B020-21C1DB5B2C3E}" srcOrd="1" destOrd="0" presId="urn:microsoft.com/office/officeart/2005/8/layout/orgChart1"/>
    <dgm:cxn modelId="{EE4C5814-4561-4FDE-ABDC-2CA80A9B3193}" type="presParOf" srcId="{69DF8573-FF1B-4595-9A7A-A37D1B74A7C9}" destId="{241A8E68-5D9A-4353-98FC-D31192C539F5}" srcOrd="2" destOrd="0" presId="urn:microsoft.com/office/officeart/2005/8/layout/orgChart1"/>
    <dgm:cxn modelId="{996034D8-4D68-4D5D-8329-8D991C40D7CA}" type="presParOf" srcId="{305E1950-72E3-4794-B3CA-511AF8AE24C4}" destId="{A5540F0C-3503-4130-9A1C-92BA32924063}" srcOrd="2" destOrd="0" presId="urn:microsoft.com/office/officeart/2005/8/layout/orgChart1"/>
    <dgm:cxn modelId="{D0922A28-187D-41BE-8079-1C1D5A15537F}" type="presParOf" srcId="{340CBF40-176E-43A4-A0FC-EAC33F6C363A}" destId="{3D21B49F-FECF-4CA6-A8D0-DFA5B25814C2}" srcOrd="6" destOrd="0" presId="urn:microsoft.com/office/officeart/2005/8/layout/orgChart1"/>
    <dgm:cxn modelId="{FFC30BAB-319B-445B-91AB-0F995BE6F5D7}" type="presParOf" srcId="{340CBF40-176E-43A4-A0FC-EAC33F6C363A}" destId="{19553954-A77C-4C70-9920-80E96D60E909}" srcOrd="7" destOrd="0" presId="urn:microsoft.com/office/officeart/2005/8/layout/orgChart1"/>
    <dgm:cxn modelId="{81A2A596-C465-4CE4-A8EE-FC86C3492FDC}" type="presParOf" srcId="{19553954-A77C-4C70-9920-80E96D60E909}" destId="{CEAC9998-D5A1-4D7A-A0B9-AE1D0465640B}" srcOrd="0" destOrd="0" presId="urn:microsoft.com/office/officeart/2005/8/layout/orgChart1"/>
    <dgm:cxn modelId="{84327166-8C9D-4E14-9417-A014D8A78917}" type="presParOf" srcId="{CEAC9998-D5A1-4D7A-A0B9-AE1D0465640B}" destId="{204A3197-216B-4AC0-BC32-02365ABD0454}" srcOrd="0" destOrd="0" presId="urn:microsoft.com/office/officeart/2005/8/layout/orgChart1"/>
    <dgm:cxn modelId="{C24932D2-C800-4586-9354-C5F517F6C4FC}" type="presParOf" srcId="{CEAC9998-D5A1-4D7A-A0B9-AE1D0465640B}" destId="{BF7360BC-7FD7-42CB-A386-B24595173657}" srcOrd="1" destOrd="0" presId="urn:microsoft.com/office/officeart/2005/8/layout/orgChart1"/>
    <dgm:cxn modelId="{B9A4E031-A49F-4BA5-B750-3C113DAAA8CB}" type="presParOf" srcId="{19553954-A77C-4C70-9920-80E96D60E909}" destId="{703BA44E-5C93-4D3E-942B-BD0B6065CBBA}" srcOrd="1" destOrd="0" presId="urn:microsoft.com/office/officeart/2005/8/layout/orgChart1"/>
    <dgm:cxn modelId="{08B9B8A7-B30D-4A0D-9B23-1B6A477F6B31}" type="presParOf" srcId="{703BA44E-5C93-4D3E-942B-BD0B6065CBBA}" destId="{93655F4F-AF78-475E-9E37-03E8CB3BCF51}" srcOrd="0" destOrd="0" presId="urn:microsoft.com/office/officeart/2005/8/layout/orgChart1"/>
    <dgm:cxn modelId="{C8C97CCB-71D7-44D1-8BED-000E1B0B0365}" type="presParOf" srcId="{703BA44E-5C93-4D3E-942B-BD0B6065CBBA}" destId="{721A9310-CA9C-43FF-908B-E8BC54702DE4}" srcOrd="1" destOrd="0" presId="urn:microsoft.com/office/officeart/2005/8/layout/orgChart1"/>
    <dgm:cxn modelId="{A2AFCA9E-C09F-48C8-867C-56136CFAB7DA}" type="presParOf" srcId="{721A9310-CA9C-43FF-908B-E8BC54702DE4}" destId="{922CC8DA-5B7F-4C87-9A83-C8D713EC558D}" srcOrd="0" destOrd="0" presId="urn:microsoft.com/office/officeart/2005/8/layout/orgChart1"/>
    <dgm:cxn modelId="{EA18BE52-C4C9-427C-A8F6-A2C48D8F6BB1}" type="presParOf" srcId="{922CC8DA-5B7F-4C87-9A83-C8D713EC558D}" destId="{8D49B9CD-CB65-48AE-8E72-54924E684FE9}" srcOrd="0" destOrd="0" presId="urn:microsoft.com/office/officeart/2005/8/layout/orgChart1"/>
    <dgm:cxn modelId="{1A067588-A898-4D42-BE6D-BC42C8B97331}" type="presParOf" srcId="{922CC8DA-5B7F-4C87-9A83-C8D713EC558D}" destId="{A2E5A732-E8FF-43E0-8908-CD6D3BE28841}" srcOrd="1" destOrd="0" presId="urn:microsoft.com/office/officeart/2005/8/layout/orgChart1"/>
    <dgm:cxn modelId="{7FE4BA53-38BC-4903-B904-E8150C55586F}" type="presParOf" srcId="{721A9310-CA9C-43FF-908B-E8BC54702DE4}" destId="{495968A5-031B-401A-9DFF-1732E2B71B8A}" srcOrd="1" destOrd="0" presId="urn:microsoft.com/office/officeart/2005/8/layout/orgChart1"/>
    <dgm:cxn modelId="{31C090A6-7BA1-4600-9A67-DBEFE48347C6}" type="presParOf" srcId="{721A9310-CA9C-43FF-908B-E8BC54702DE4}" destId="{7EA39FA7-F55C-4B3E-8796-F90854CBC8E9}" srcOrd="2" destOrd="0" presId="urn:microsoft.com/office/officeart/2005/8/layout/orgChart1"/>
    <dgm:cxn modelId="{A18D87F6-C278-41DC-BC51-B92E9914B814}" type="presParOf" srcId="{19553954-A77C-4C70-9920-80E96D60E909}" destId="{60BFC126-A6A2-46B3-A8AC-C82E9D902E6B}" srcOrd="2" destOrd="0" presId="urn:microsoft.com/office/officeart/2005/8/layout/orgChart1"/>
    <dgm:cxn modelId="{D72250D4-BD95-4810-B495-11DECFDD174D}" type="presParOf" srcId="{340CBF40-176E-43A4-A0FC-EAC33F6C363A}" destId="{21871255-161E-4927-B8CB-BB8DFAFE0943}" srcOrd="8" destOrd="0" presId="urn:microsoft.com/office/officeart/2005/8/layout/orgChart1"/>
    <dgm:cxn modelId="{20DD730F-4F99-4E8D-B17B-00817B66FB07}" type="presParOf" srcId="{340CBF40-176E-43A4-A0FC-EAC33F6C363A}" destId="{2E8E7DE9-BADF-427B-89AE-E61D793D2933}" srcOrd="9" destOrd="0" presId="urn:microsoft.com/office/officeart/2005/8/layout/orgChart1"/>
    <dgm:cxn modelId="{FE3E154B-2144-4819-BB5F-0D4357B1842D}" type="presParOf" srcId="{2E8E7DE9-BADF-427B-89AE-E61D793D2933}" destId="{B2D99E41-B5C0-455E-BE4E-DF135BE1E681}" srcOrd="0" destOrd="0" presId="urn:microsoft.com/office/officeart/2005/8/layout/orgChart1"/>
    <dgm:cxn modelId="{D21D067E-5DE5-41C4-A94E-F45A4A3BC6A2}" type="presParOf" srcId="{B2D99E41-B5C0-455E-BE4E-DF135BE1E681}" destId="{C41841F5-6499-44A9-A9D3-7A31FFC8D3D6}" srcOrd="0" destOrd="0" presId="urn:microsoft.com/office/officeart/2005/8/layout/orgChart1"/>
    <dgm:cxn modelId="{BDC374A0-2982-45B9-A3BE-11808898AF20}" type="presParOf" srcId="{B2D99E41-B5C0-455E-BE4E-DF135BE1E681}" destId="{F8BA9500-2E81-4770-8757-A8B2DDD975BF}" srcOrd="1" destOrd="0" presId="urn:microsoft.com/office/officeart/2005/8/layout/orgChart1"/>
    <dgm:cxn modelId="{F74C0E87-637C-48B5-8A01-449EC7CB754D}" type="presParOf" srcId="{2E8E7DE9-BADF-427B-89AE-E61D793D2933}" destId="{96D0342F-A6CB-4873-8ACB-48EC0E1E91A2}" srcOrd="1" destOrd="0" presId="urn:microsoft.com/office/officeart/2005/8/layout/orgChart1"/>
    <dgm:cxn modelId="{494BF967-D801-4B4A-8BB3-A57CBA8BCBB9}" type="presParOf" srcId="{96D0342F-A6CB-4873-8ACB-48EC0E1E91A2}" destId="{C15CDED8-052E-4A56-BCFA-F4F3626AC0FA}" srcOrd="0" destOrd="0" presId="urn:microsoft.com/office/officeart/2005/8/layout/orgChart1"/>
    <dgm:cxn modelId="{E0577577-EE2C-48FE-9A2D-4B447A5FCF3C}" type="presParOf" srcId="{96D0342F-A6CB-4873-8ACB-48EC0E1E91A2}" destId="{91D9413D-E3CD-4D11-8923-1F2B3D41A1F1}" srcOrd="1" destOrd="0" presId="urn:microsoft.com/office/officeart/2005/8/layout/orgChart1"/>
    <dgm:cxn modelId="{64216E6E-6076-4091-98B9-087BB803C521}" type="presParOf" srcId="{91D9413D-E3CD-4D11-8923-1F2B3D41A1F1}" destId="{9F6549AB-D042-4FFB-9802-B00AACB87B7B}" srcOrd="0" destOrd="0" presId="urn:microsoft.com/office/officeart/2005/8/layout/orgChart1"/>
    <dgm:cxn modelId="{FA189181-D6F9-4632-AE94-5466C891E54B}" type="presParOf" srcId="{9F6549AB-D042-4FFB-9802-B00AACB87B7B}" destId="{954DA499-0B83-4425-B716-4D47316D1156}" srcOrd="0" destOrd="0" presId="urn:microsoft.com/office/officeart/2005/8/layout/orgChart1"/>
    <dgm:cxn modelId="{3EC3ECFC-DF99-4A53-906E-176B9F8721C2}" type="presParOf" srcId="{9F6549AB-D042-4FFB-9802-B00AACB87B7B}" destId="{76C6E9AE-94F4-4378-8F96-619F7DE04BB9}" srcOrd="1" destOrd="0" presId="urn:microsoft.com/office/officeart/2005/8/layout/orgChart1"/>
    <dgm:cxn modelId="{6B7412CD-4A20-4435-9A05-0A18BC489F44}" type="presParOf" srcId="{91D9413D-E3CD-4D11-8923-1F2B3D41A1F1}" destId="{9FA6AA96-BCC9-4567-A1E3-68DAC9DF4CA3}" srcOrd="1" destOrd="0" presId="urn:microsoft.com/office/officeart/2005/8/layout/orgChart1"/>
    <dgm:cxn modelId="{7131D6A6-9560-47B6-A193-ED962CA0EFB6}" type="presParOf" srcId="{91D9413D-E3CD-4D11-8923-1F2B3D41A1F1}" destId="{A69D1367-E008-45DC-905B-97B6B5666D18}" srcOrd="2" destOrd="0" presId="urn:microsoft.com/office/officeart/2005/8/layout/orgChart1"/>
    <dgm:cxn modelId="{CC31D536-5EF7-4E4F-8763-22E9788EA72D}" type="presParOf" srcId="{2E8E7DE9-BADF-427B-89AE-E61D793D2933}" destId="{555DBE5E-0F3B-474D-AE2F-AF1CE9D1EC8B}" srcOrd="2" destOrd="0" presId="urn:microsoft.com/office/officeart/2005/8/layout/orgChart1"/>
    <dgm:cxn modelId="{406A679D-C3B5-44F5-BFF6-B6D4981BBF9A}" type="presParOf" srcId="{340CBF40-176E-43A4-A0FC-EAC33F6C363A}" destId="{F560A154-8962-4AD4-A206-7D241DDEED70}" srcOrd="10" destOrd="0" presId="urn:microsoft.com/office/officeart/2005/8/layout/orgChart1"/>
    <dgm:cxn modelId="{336347B9-8039-41E3-9E2E-905DDC850A59}" type="presParOf" srcId="{340CBF40-176E-43A4-A0FC-EAC33F6C363A}" destId="{7603A2CC-DCFF-4CD1-8B88-CF4937C3CB1F}" srcOrd="11" destOrd="0" presId="urn:microsoft.com/office/officeart/2005/8/layout/orgChart1"/>
    <dgm:cxn modelId="{95778261-F0CC-4C2C-99CD-5C43432392A1}" type="presParOf" srcId="{7603A2CC-DCFF-4CD1-8B88-CF4937C3CB1F}" destId="{37A1622A-586F-4C2A-A926-F68FFEAB3E4A}" srcOrd="0" destOrd="0" presId="urn:microsoft.com/office/officeart/2005/8/layout/orgChart1"/>
    <dgm:cxn modelId="{DFB444EC-22FB-4357-BFE9-B843B1CB5ABC}" type="presParOf" srcId="{37A1622A-586F-4C2A-A926-F68FFEAB3E4A}" destId="{E793E99A-CD7D-41E4-9BEC-F3DD1255841A}" srcOrd="0" destOrd="0" presId="urn:microsoft.com/office/officeart/2005/8/layout/orgChart1"/>
    <dgm:cxn modelId="{DD60AAC9-4097-4FE6-B909-05213E4C9356}" type="presParOf" srcId="{37A1622A-586F-4C2A-A926-F68FFEAB3E4A}" destId="{115F3044-EBD2-4461-B341-98AE9129DD83}" srcOrd="1" destOrd="0" presId="urn:microsoft.com/office/officeart/2005/8/layout/orgChart1"/>
    <dgm:cxn modelId="{B4482DC5-51AB-4C36-AA0D-554E7747CB8D}" type="presParOf" srcId="{7603A2CC-DCFF-4CD1-8B88-CF4937C3CB1F}" destId="{072EA495-CC79-4520-A5E3-CC2DEEF515DD}" srcOrd="1" destOrd="0" presId="urn:microsoft.com/office/officeart/2005/8/layout/orgChart1"/>
    <dgm:cxn modelId="{B8B08788-A399-440B-A30F-AC7E6B5C2687}" type="presParOf" srcId="{072EA495-CC79-4520-A5E3-CC2DEEF515DD}" destId="{A2FEB88B-E261-4C74-BDE2-3F5640F6CB07}" srcOrd="0" destOrd="0" presId="urn:microsoft.com/office/officeart/2005/8/layout/orgChart1"/>
    <dgm:cxn modelId="{497DA88D-77AF-40EB-A12C-B59903484DDB}" type="presParOf" srcId="{072EA495-CC79-4520-A5E3-CC2DEEF515DD}" destId="{A93FB622-79A0-43B6-B6EB-603D755C3511}" srcOrd="1" destOrd="0" presId="urn:microsoft.com/office/officeart/2005/8/layout/orgChart1"/>
    <dgm:cxn modelId="{1D28883E-B548-4E48-BB04-1A67DDB7FEEE}" type="presParOf" srcId="{A93FB622-79A0-43B6-B6EB-603D755C3511}" destId="{1A859D85-5853-4428-AB1E-346A0E9C53A1}" srcOrd="0" destOrd="0" presId="urn:microsoft.com/office/officeart/2005/8/layout/orgChart1"/>
    <dgm:cxn modelId="{E89CD329-795F-4F0B-8A15-C31C99ED7BA2}" type="presParOf" srcId="{1A859D85-5853-4428-AB1E-346A0E9C53A1}" destId="{53B98178-63B9-4D7E-81D8-C014EC42004B}" srcOrd="0" destOrd="0" presId="urn:microsoft.com/office/officeart/2005/8/layout/orgChart1"/>
    <dgm:cxn modelId="{CAA1D8EB-66B7-4D1A-958C-4883070AD2F8}" type="presParOf" srcId="{1A859D85-5853-4428-AB1E-346A0E9C53A1}" destId="{5FF5F1C1-9DC2-4EB6-BF81-AE4B87C0B615}" srcOrd="1" destOrd="0" presId="urn:microsoft.com/office/officeart/2005/8/layout/orgChart1"/>
    <dgm:cxn modelId="{28581B25-57D3-422F-A6D0-42ED8696B93E}" type="presParOf" srcId="{A93FB622-79A0-43B6-B6EB-603D755C3511}" destId="{B0BD0E6F-7AFF-4FC7-B2C6-C11EEEACF0E6}" srcOrd="1" destOrd="0" presId="urn:microsoft.com/office/officeart/2005/8/layout/orgChart1"/>
    <dgm:cxn modelId="{A119C693-172D-4AD9-A233-406773A0A639}" type="presParOf" srcId="{A93FB622-79A0-43B6-B6EB-603D755C3511}" destId="{893C3C97-85FA-4886-9364-3F2497E9548A}" srcOrd="2" destOrd="0" presId="urn:microsoft.com/office/officeart/2005/8/layout/orgChart1"/>
    <dgm:cxn modelId="{419A9FC8-A881-4FB0-A051-B6A5C1E1AFDC}" type="presParOf" srcId="{7603A2CC-DCFF-4CD1-8B88-CF4937C3CB1F}" destId="{DB34A497-8AD2-4F60-8D03-E62A7993EF4E}" srcOrd="2" destOrd="0" presId="urn:microsoft.com/office/officeart/2005/8/layout/orgChart1"/>
    <dgm:cxn modelId="{BB31FC75-8336-4FD3-A0B6-C78747E13145}" type="presParOf" srcId="{340CBF40-176E-43A4-A0FC-EAC33F6C363A}" destId="{22A0930B-627D-448A-A685-91F114F66503}" srcOrd="12" destOrd="0" presId="urn:microsoft.com/office/officeart/2005/8/layout/orgChart1"/>
    <dgm:cxn modelId="{7E7AF75E-D1B5-49E3-82F1-9A47C82450A7}" type="presParOf" srcId="{340CBF40-176E-43A4-A0FC-EAC33F6C363A}" destId="{B83FA5E0-15EE-4BD2-B299-E28901B72F00}" srcOrd="13" destOrd="0" presId="urn:microsoft.com/office/officeart/2005/8/layout/orgChart1"/>
    <dgm:cxn modelId="{BE6754E0-AF27-462B-A2D2-5EDD213B50F4}" type="presParOf" srcId="{B83FA5E0-15EE-4BD2-B299-E28901B72F00}" destId="{8A0C9AE5-D4C3-4513-81E9-1435B64441CB}" srcOrd="0" destOrd="0" presId="urn:microsoft.com/office/officeart/2005/8/layout/orgChart1"/>
    <dgm:cxn modelId="{495D1E3D-2025-41DF-BF6E-5765AB3096D6}" type="presParOf" srcId="{8A0C9AE5-D4C3-4513-81E9-1435B64441CB}" destId="{600B1AB7-0A6D-417A-942E-779F55F7A6F6}" srcOrd="0" destOrd="0" presId="urn:microsoft.com/office/officeart/2005/8/layout/orgChart1"/>
    <dgm:cxn modelId="{89ABEA4F-349F-4372-BD5E-DF321DC4BA35}" type="presParOf" srcId="{8A0C9AE5-D4C3-4513-81E9-1435B64441CB}" destId="{46F4B385-F3BE-4210-B94C-03E7CC6B24EA}" srcOrd="1" destOrd="0" presId="urn:microsoft.com/office/officeart/2005/8/layout/orgChart1"/>
    <dgm:cxn modelId="{92EC42D6-7245-42A1-8D59-4CA39A83166A}" type="presParOf" srcId="{B83FA5E0-15EE-4BD2-B299-E28901B72F00}" destId="{0CF9BF85-A8EC-4919-99AD-1AB10D4982DC}" srcOrd="1" destOrd="0" presId="urn:microsoft.com/office/officeart/2005/8/layout/orgChart1"/>
    <dgm:cxn modelId="{2139CED8-E7BC-4E87-84E4-B46E33FAFC73}" type="presParOf" srcId="{0CF9BF85-A8EC-4919-99AD-1AB10D4982DC}" destId="{B75826D4-05CE-4268-B9BD-9AE1DA9F8D24}" srcOrd="0" destOrd="0" presId="urn:microsoft.com/office/officeart/2005/8/layout/orgChart1"/>
    <dgm:cxn modelId="{23E50238-8AA7-4F9F-89F1-2D8911590992}" type="presParOf" srcId="{0CF9BF85-A8EC-4919-99AD-1AB10D4982DC}" destId="{4B30D6AD-C5E0-4531-BF1F-18BA50189DB1}" srcOrd="1" destOrd="0" presId="urn:microsoft.com/office/officeart/2005/8/layout/orgChart1"/>
    <dgm:cxn modelId="{08AE2865-9283-4236-9A03-76817202D0C4}" type="presParOf" srcId="{4B30D6AD-C5E0-4531-BF1F-18BA50189DB1}" destId="{25FA9B30-74C0-47E2-B2FA-D5A1CD3E04B2}" srcOrd="0" destOrd="0" presId="urn:microsoft.com/office/officeart/2005/8/layout/orgChart1"/>
    <dgm:cxn modelId="{5478230B-2005-468D-AEB2-94141ABA1B44}" type="presParOf" srcId="{25FA9B30-74C0-47E2-B2FA-D5A1CD3E04B2}" destId="{934520AE-77E7-44F4-AF4B-13E4714CD5C1}" srcOrd="0" destOrd="0" presId="urn:microsoft.com/office/officeart/2005/8/layout/orgChart1"/>
    <dgm:cxn modelId="{604BCC1F-C218-45C9-AE9F-A21CAFE20A2C}" type="presParOf" srcId="{25FA9B30-74C0-47E2-B2FA-D5A1CD3E04B2}" destId="{AA8C3897-59F5-49FC-BF9C-2972A6B84D39}" srcOrd="1" destOrd="0" presId="urn:microsoft.com/office/officeart/2005/8/layout/orgChart1"/>
    <dgm:cxn modelId="{427F1C4A-9E45-4B50-AE63-06798B69EC35}" type="presParOf" srcId="{4B30D6AD-C5E0-4531-BF1F-18BA50189DB1}" destId="{FAF2533A-4830-4DB5-B8FD-8305965831FF}" srcOrd="1" destOrd="0" presId="urn:microsoft.com/office/officeart/2005/8/layout/orgChart1"/>
    <dgm:cxn modelId="{10C6A923-4A66-4C93-9C14-438E23117BDB}" type="presParOf" srcId="{4B30D6AD-C5E0-4531-BF1F-18BA50189DB1}" destId="{398A0479-42B9-4CBD-8926-54A2260A3F92}" srcOrd="2" destOrd="0" presId="urn:microsoft.com/office/officeart/2005/8/layout/orgChart1"/>
    <dgm:cxn modelId="{295C99E3-15B8-4598-9BA1-8131F2A426FE}" type="presParOf" srcId="{B83FA5E0-15EE-4BD2-B299-E28901B72F00}" destId="{D05590AD-A87D-42EB-92F8-921FA9C3E19B}" srcOrd="2" destOrd="0" presId="urn:microsoft.com/office/officeart/2005/8/layout/orgChart1"/>
    <dgm:cxn modelId="{4B5F7553-77DC-4FBD-BA01-82AAB0182C7A}" type="presParOf" srcId="{EC2AD447-576A-4132-9E5A-822F121FBDD8}" destId="{811C35BD-F100-4B10-9BFB-F851E3D0CFF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EFD5FCC-701C-4057-A31A-420C1ACDCE01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62C1530B-B041-4BBB-9FEB-2FB46CFB6433}">
      <dgm:prSet phldrT="[Text]"/>
      <dgm:spPr/>
      <dgm:t>
        <a:bodyPr/>
        <a:lstStyle/>
        <a:p>
          <a:r>
            <a:rPr lang="de-DE" err="1"/>
            <a:t>glassAndCeramics</a:t>
          </a:r>
          <a:endParaRPr lang="de-DE"/>
        </a:p>
      </dgm:t>
    </dgm:pt>
    <dgm:pt modelId="{BE025AD6-A2BC-474D-B13F-2053B024A1FA}" type="parTrans" cxnId="{F1F9F7E5-2DCA-4437-8485-D0D76F1FCC41}">
      <dgm:prSet/>
      <dgm:spPr/>
      <dgm:t>
        <a:bodyPr/>
        <a:lstStyle/>
        <a:p>
          <a:endParaRPr lang="de-DE"/>
        </a:p>
      </dgm:t>
    </dgm:pt>
    <dgm:pt modelId="{D216943B-C550-4B69-BB2C-0BFAE6087941}" type="sibTrans" cxnId="{F1F9F7E5-2DCA-4437-8485-D0D76F1FCC41}">
      <dgm:prSet/>
      <dgm:spPr/>
      <dgm:t>
        <a:bodyPr/>
        <a:lstStyle/>
        <a:p>
          <a:endParaRPr lang="de-DE"/>
        </a:p>
      </dgm:t>
    </dgm:pt>
    <dgm:pt modelId="{F773EBD5-6DCF-4783-81D8-448B4F3FDE1D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dirty="0" err="1"/>
            <a:t>clayCeramics</a:t>
          </a:r>
          <a:endParaRPr lang="de-DE" dirty="0"/>
        </a:p>
      </dgm:t>
    </dgm:pt>
    <dgm:pt modelId="{AB4A2CD5-1598-42CB-9B64-60026EE843A1}" type="parTrans" cxnId="{E8F8CE04-41E2-41CB-9961-15FC0C9F691B}">
      <dgm:prSet/>
      <dgm:spPr/>
      <dgm:t>
        <a:bodyPr/>
        <a:lstStyle/>
        <a:p>
          <a:endParaRPr lang="de-DE"/>
        </a:p>
      </dgm:t>
    </dgm:pt>
    <dgm:pt modelId="{E4EDD6DC-ED50-4B4D-B4DB-6B91DFCFC0B8}" type="sibTrans" cxnId="{E8F8CE04-41E2-41CB-9961-15FC0C9F691B}">
      <dgm:prSet/>
      <dgm:spPr/>
      <dgm:t>
        <a:bodyPr/>
        <a:lstStyle/>
        <a:p>
          <a:endParaRPr lang="de-DE"/>
        </a:p>
      </dgm:t>
    </dgm:pt>
    <dgm:pt modelId="{5AB01FF5-BE1A-4A7D-892B-A17BC66F835B}">
      <dgm:prSet phldrT="[Text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dirty="0" err="1"/>
            <a:t>earthenware</a:t>
          </a:r>
          <a:endParaRPr lang="de-DE" dirty="0"/>
        </a:p>
      </dgm:t>
    </dgm:pt>
    <dgm:pt modelId="{EF51A349-F71D-4471-B984-58197B25B5C8}" type="parTrans" cxnId="{2E83196F-BDBF-4F4E-856F-965462FD8BD9}">
      <dgm:prSet/>
      <dgm:spPr/>
      <dgm:t>
        <a:bodyPr/>
        <a:lstStyle/>
        <a:p>
          <a:endParaRPr lang="de-DE"/>
        </a:p>
      </dgm:t>
    </dgm:pt>
    <dgm:pt modelId="{6C37DD39-404B-4DEC-9114-1205C76555FC}" type="sibTrans" cxnId="{2E83196F-BDBF-4F4E-856F-965462FD8BD9}">
      <dgm:prSet/>
      <dgm:spPr/>
      <dgm:t>
        <a:bodyPr/>
        <a:lstStyle/>
        <a:p>
          <a:endParaRPr lang="de-DE"/>
        </a:p>
      </dgm:t>
    </dgm:pt>
    <dgm:pt modelId="{ABF421D2-11F3-4FD3-9309-5E7A69C90FAB}">
      <dgm:prSet phldrT="[Text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dirty="0" err="1"/>
            <a:t>stoneware</a:t>
          </a:r>
          <a:endParaRPr lang="de-DE" dirty="0"/>
        </a:p>
      </dgm:t>
    </dgm:pt>
    <dgm:pt modelId="{C2D5AEA2-6A9B-4E13-A72D-3482535FE9A9}" type="parTrans" cxnId="{D00A7FFF-F5B3-4C1B-8016-989311AA1EF4}">
      <dgm:prSet/>
      <dgm:spPr/>
      <dgm:t>
        <a:bodyPr/>
        <a:lstStyle/>
        <a:p>
          <a:endParaRPr lang="de-DE"/>
        </a:p>
      </dgm:t>
    </dgm:pt>
    <dgm:pt modelId="{F850EB4D-3FF8-48FF-9833-BFC88F9689E3}" type="sibTrans" cxnId="{D00A7FFF-F5B3-4C1B-8016-989311AA1EF4}">
      <dgm:prSet/>
      <dgm:spPr/>
      <dgm:t>
        <a:bodyPr/>
        <a:lstStyle/>
        <a:p>
          <a:endParaRPr lang="de-DE"/>
        </a:p>
      </dgm:t>
    </dgm:pt>
    <dgm:pt modelId="{0CFD5280-9662-440A-9CFD-457D57685D35}">
      <dgm:prSet phldrT="[Text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dirty="0" err="1"/>
            <a:t>porcelain</a:t>
          </a:r>
          <a:endParaRPr lang="de-DE" dirty="0"/>
        </a:p>
      </dgm:t>
    </dgm:pt>
    <dgm:pt modelId="{56C8291D-4908-4ECA-9CAD-2F927253675D}" type="parTrans" cxnId="{CE06F1A2-0784-4ABF-8229-7310055D8F74}">
      <dgm:prSet/>
      <dgm:spPr/>
      <dgm:t>
        <a:bodyPr/>
        <a:lstStyle/>
        <a:p>
          <a:endParaRPr lang="de-DE"/>
        </a:p>
      </dgm:t>
    </dgm:pt>
    <dgm:pt modelId="{47D22840-A382-4102-BB0C-05A412C27D91}" type="sibTrans" cxnId="{CE06F1A2-0784-4ABF-8229-7310055D8F74}">
      <dgm:prSet/>
      <dgm:spPr/>
      <dgm:t>
        <a:bodyPr/>
        <a:lstStyle/>
        <a:p>
          <a:endParaRPr lang="de-DE"/>
        </a:p>
      </dgm:t>
    </dgm:pt>
    <dgm:pt modelId="{314B939C-CF23-4733-90AD-FF37AEFAD9C2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err="1"/>
            <a:t>glass</a:t>
          </a:r>
          <a:endParaRPr lang="de-DE"/>
        </a:p>
      </dgm:t>
    </dgm:pt>
    <dgm:pt modelId="{8C09D23E-546D-47C0-B2F5-A3363A9A2DA7}" type="parTrans" cxnId="{2CB94A8B-C0EA-4950-B461-C42062BE08EA}">
      <dgm:prSet/>
      <dgm:spPr/>
      <dgm:t>
        <a:bodyPr/>
        <a:lstStyle/>
        <a:p>
          <a:endParaRPr lang="de-DE"/>
        </a:p>
      </dgm:t>
    </dgm:pt>
    <dgm:pt modelId="{D7812593-FF65-45B3-BED8-83D2F672194C}" type="sibTrans" cxnId="{2CB94A8B-C0EA-4950-B461-C42062BE08EA}">
      <dgm:prSet/>
      <dgm:spPr/>
      <dgm:t>
        <a:bodyPr/>
        <a:lstStyle/>
        <a:p>
          <a:endParaRPr lang="de-DE"/>
        </a:p>
      </dgm:t>
    </dgm:pt>
    <dgm:pt modelId="{065BD91E-3A5F-4510-B62A-138FB37B7DBF}">
      <dgm:prSet phldrT="[Text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err="1"/>
            <a:t>aluminosilicateGlass</a:t>
          </a:r>
          <a:endParaRPr lang="de-DE"/>
        </a:p>
      </dgm:t>
    </dgm:pt>
    <dgm:pt modelId="{B782125C-20AF-4452-8712-A53012336705}" type="parTrans" cxnId="{9FA80F4B-0004-4A5A-9D5F-C24987D847F6}">
      <dgm:prSet/>
      <dgm:spPr/>
      <dgm:t>
        <a:bodyPr/>
        <a:lstStyle/>
        <a:p>
          <a:endParaRPr lang="de-DE"/>
        </a:p>
      </dgm:t>
    </dgm:pt>
    <dgm:pt modelId="{590BBB99-2413-4D87-ADBE-D55E19F0E8F2}" type="sibTrans" cxnId="{9FA80F4B-0004-4A5A-9D5F-C24987D847F6}">
      <dgm:prSet/>
      <dgm:spPr/>
      <dgm:t>
        <a:bodyPr/>
        <a:lstStyle/>
        <a:p>
          <a:endParaRPr lang="de-DE"/>
        </a:p>
      </dgm:t>
    </dgm:pt>
    <dgm:pt modelId="{3A660579-A6AE-4264-A8FD-F5210481151C}">
      <dgm:prSet phldrT="[Text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err="1"/>
            <a:t>borosilicateGlass</a:t>
          </a:r>
          <a:endParaRPr lang="de-DE"/>
        </a:p>
      </dgm:t>
    </dgm:pt>
    <dgm:pt modelId="{F49C06E2-1357-4973-B237-7C5F5AA3E843}" type="parTrans" cxnId="{2BDC6742-13E9-4689-836F-8C09CB672600}">
      <dgm:prSet/>
      <dgm:spPr/>
      <dgm:t>
        <a:bodyPr/>
        <a:lstStyle/>
        <a:p>
          <a:endParaRPr lang="de-DE"/>
        </a:p>
      </dgm:t>
    </dgm:pt>
    <dgm:pt modelId="{02C00C07-E4E3-40A4-85F7-8CB0D73A70F5}" type="sibTrans" cxnId="{2BDC6742-13E9-4689-836F-8C09CB672600}">
      <dgm:prSet/>
      <dgm:spPr/>
      <dgm:t>
        <a:bodyPr/>
        <a:lstStyle/>
        <a:p>
          <a:endParaRPr lang="de-DE"/>
        </a:p>
      </dgm:t>
    </dgm:pt>
    <dgm:pt modelId="{10436848-CD3F-4857-8C33-A73E8B763C27}">
      <dgm:prSet phldrT="[Text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err="1"/>
            <a:t>leadGlass</a:t>
          </a:r>
          <a:endParaRPr lang="de-DE"/>
        </a:p>
      </dgm:t>
    </dgm:pt>
    <dgm:pt modelId="{9715F6B4-0BBA-4A7A-8932-BE9C69120EFF}" type="parTrans" cxnId="{2378158C-23CB-44C3-B87E-F7C9E105F7C1}">
      <dgm:prSet/>
      <dgm:spPr/>
      <dgm:t>
        <a:bodyPr/>
        <a:lstStyle/>
        <a:p>
          <a:endParaRPr lang="de-DE"/>
        </a:p>
      </dgm:t>
    </dgm:pt>
    <dgm:pt modelId="{134E8994-979E-4CB4-A900-254EF9A61D13}" type="sibTrans" cxnId="{2378158C-23CB-44C3-B87E-F7C9E105F7C1}">
      <dgm:prSet/>
      <dgm:spPr/>
      <dgm:t>
        <a:bodyPr/>
        <a:lstStyle/>
        <a:p>
          <a:endParaRPr lang="de-DE"/>
        </a:p>
      </dgm:t>
    </dgm:pt>
    <dgm:pt modelId="{44346927-3452-4770-84C1-C0C841BF84B3}">
      <dgm:prSet phldrT="[Text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err="1"/>
            <a:t>quarztGlass</a:t>
          </a:r>
          <a:endParaRPr lang="de-DE"/>
        </a:p>
      </dgm:t>
    </dgm:pt>
    <dgm:pt modelId="{F2C6143F-8EFC-4B97-B255-A1C74FC5603D}" type="parTrans" cxnId="{05ADD912-B41B-4098-B96B-AE4F740DEA18}">
      <dgm:prSet/>
      <dgm:spPr/>
      <dgm:t>
        <a:bodyPr/>
        <a:lstStyle/>
        <a:p>
          <a:endParaRPr lang="de-DE"/>
        </a:p>
      </dgm:t>
    </dgm:pt>
    <dgm:pt modelId="{1595031D-C60B-4A72-951D-4E082F4804D2}" type="sibTrans" cxnId="{05ADD912-B41B-4098-B96B-AE4F740DEA18}">
      <dgm:prSet/>
      <dgm:spPr/>
      <dgm:t>
        <a:bodyPr/>
        <a:lstStyle/>
        <a:p>
          <a:endParaRPr lang="de-DE"/>
        </a:p>
      </dgm:t>
    </dgm:pt>
    <dgm:pt modelId="{D3D13CE6-6734-421D-9AD3-94D07EAE28CE}">
      <dgm:prSet phldrT="[Text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dirty="0" err="1"/>
            <a:t>sodaLimeGlass</a:t>
          </a:r>
          <a:endParaRPr lang="de-DE" dirty="0"/>
        </a:p>
      </dgm:t>
    </dgm:pt>
    <dgm:pt modelId="{2CC76D9F-2D72-4774-B3D4-B2954978395B}" type="parTrans" cxnId="{194AE5D6-E37F-4DDC-881A-B92D622FDEBD}">
      <dgm:prSet/>
      <dgm:spPr/>
      <dgm:t>
        <a:bodyPr/>
        <a:lstStyle/>
        <a:p>
          <a:endParaRPr lang="de-DE"/>
        </a:p>
      </dgm:t>
    </dgm:pt>
    <dgm:pt modelId="{F1A95AEB-70E2-4DCB-AD17-275DE2EF6AB3}" type="sibTrans" cxnId="{194AE5D6-E37F-4DDC-881A-B92D622FDEBD}">
      <dgm:prSet/>
      <dgm:spPr/>
      <dgm:t>
        <a:bodyPr/>
        <a:lstStyle/>
        <a:p>
          <a:endParaRPr lang="de-DE"/>
        </a:p>
      </dgm:t>
    </dgm:pt>
    <dgm:pt modelId="{5EF938E5-ABF5-48F5-98CA-CEAA078E7824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900" dirty="0" err="1">
              <a:solidFill>
                <a:srgbClr val="FF0000"/>
              </a:solidFill>
            </a:rPr>
            <a:t>otherOrUndefined</a:t>
          </a:r>
          <a:br>
            <a:rPr lang="de-DE" sz="900" dirty="0">
              <a:solidFill>
                <a:srgbClr val="FF0000"/>
              </a:solidFill>
            </a:rPr>
          </a:br>
          <a:r>
            <a:rPr lang="de-DE" sz="900" dirty="0">
              <a:solidFill>
                <a:srgbClr val="FF0000"/>
              </a:solidFill>
            </a:rPr>
            <a:t>Ceramics2</a:t>
          </a:r>
          <a:endParaRPr lang="de-DE" sz="800" dirty="0">
            <a:solidFill>
              <a:srgbClr val="FF0000"/>
            </a:solidFill>
          </a:endParaRPr>
        </a:p>
      </dgm:t>
    </dgm:pt>
    <dgm:pt modelId="{9A3EA69D-9BCE-46B1-961F-B82909B4A26A}" type="parTrans" cxnId="{38F2E03D-175B-452B-984E-A90FC89408E0}">
      <dgm:prSet/>
      <dgm:spPr/>
      <dgm:t>
        <a:bodyPr/>
        <a:lstStyle/>
        <a:p>
          <a:endParaRPr lang="de-DE"/>
        </a:p>
      </dgm:t>
    </dgm:pt>
    <dgm:pt modelId="{8AA516F5-2EB5-47E8-B176-CB169A524CA0}" type="sibTrans" cxnId="{38F2E03D-175B-452B-984E-A90FC89408E0}">
      <dgm:prSet/>
      <dgm:spPr/>
      <dgm:t>
        <a:bodyPr/>
        <a:lstStyle/>
        <a:p>
          <a:endParaRPr lang="de-DE"/>
        </a:p>
      </dgm:t>
    </dgm:pt>
    <dgm:pt modelId="{1B9F4B24-98A1-4714-A42F-DE6641DC4566}">
      <dgm:prSet phldrT="[Text]" custT="1"/>
      <dgm:spPr>
        <a:solidFill>
          <a:srgbClr val="000066">
            <a:lumMod val="75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5715" tIns="5715" rIns="5715" bIns="5715" numCol="1" spcCol="1270" anchor="ctr" anchorCtr="0"/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glassCeramics2</a:t>
          </a:r>
        </a:p>
      </dgm:t>
    </dgm:pt>
    <dgm:pt modelId="{E5815610-7544-4862-87EE-930C3DABE2F4}" type="parTrans" cxnId="{1F5A1273-B359-4B2E-BE4B-CD487FA481C6}">
      <dgm:prSet/>
      <dgm:spPr/>
      <dgm:t>
        <a:bodyPr/>
        <a:lstStyle/>
        <a:p>
          <a:endParaRPr lang="de-DE"/>
        </a:p>
      </dgm:t>
    </dgm:pt>
    <dgm:pt modelId="{421720AD-03B0-47E9-98F2-038E1DB312A8}" type="sibTrans" cxnId="{1F5A1273-B359-4B2E-BE4B-CD487FA481C6}">
      <dgm:prSet/>
      <dgm:spPr/>
      <dgm:t>
        <a:bodyPr/>
        <a:lstStyle/>
        <a:p>
          <a:endParaRPr lang="de-DE"/>
        </a:p>
      </dgm:t>
    </dgm:pt>
    <dgm:pt modelId="{296D6AC0-C865-424F-AE4C-636630868C4F}">
      <dgm:prSet phldrT="[Text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dirty="0" err="1"/>
            <a:t>glassFiberUndefined</a:t>
          </a:r>
          <a:endParaRPr lang="de-DE" dirty="0"/>
        </a:p>
      </dgm:t>
    </dgm:pt>
    <dgm:pt modelId="{F523CBC9-8253-4F6E-BA2C-6B79873E5CF1}" type="parTrans" cxnId="{4C3AA09E-C569-4F29-9018-DC0FC4544BD7}">
      <dgm:prSet/>
      <dgm:spPr/>
      <dgm:t>
        <a:bodyPr/>
        <a:lstStyle/>
        <a:p>
          <a:endParaRPr lang="de-DE"/>
        </a:p>
      </dgm:t>
    </dgm:pt>
    <dgm:pt modelId="{A900BEF5-602A-4543-8305-F4D29291A7AB}" type="sibTrans" cxnId="{4C3AA09E-C569-4F29-9018-DC0FC4544BD7}">
      <dgm:prSet/>
      <dgm:spPr/>
      <dgm:t>
        <a:bodyPr/>
        <a:lstStyle/>
        <a:p>
          <a:endParaRPr lang="de-DE"/>
        </a:p>
      </dgm:t>
    </dgm:pt>
    <dgm:pt modelId="{A8A9AA8B-D5DE-41C2-A4DA-052691D91F49}">
      <dgm:prSet phldrT="[Text]" custT="1"/>
      <dgm:spPr>
        <a:solidFill>
          <a:srgbClr val="000066">
            <a:lumMod val="60000"/>
            <a:lumOff val="40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6985" tIns="6985" rIns="6985" bIns="6985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glassCeramics3</a:t>
          </a:r>
          <a:endParaRPr lang="de-DE" sz="800" kern="1200" dirty="0">
            <a:solidFill>
              <a:srgbClr val="FF0000"/>
            </a:solidFill>
            <a:latin typeface="Calibri" panose="020F0502020204030204"/>
            <a:ea typeface="+mn-ea"/>
            <a:cs typeface="+mn-cs"/>
          </a:endParaRPr>
        </a:p>
      </dgm:t>
    </dgm:pt>
    <dgm:pt modelId="{F24BE23B-C5B6-413F-A86E-9142632390EA}" type="parTrans" cxnId="{0B38650F-5D52-4220-B947-1AB359B46D05}">
      <dgm:prSet/>
      <dgm:spPr/>
      <dgm:t>
        <a:bodyPr/>
        <a:lstStyle/>
        <a:p>
          <a:endParaRPr lang="de-DE"/>
        </a:p>
      </dgm:t>
    </dgm:pt>
    <dgm:pt modelId="{48563C2E-E709-4CEE-ABE7-B94F5F88D1FE}" type="sibTrans" cxnId="{0B38650F-5D52-4220-B947-1AB359B46D05}">
      <dgm:prSet/>
      <dgm:spPr/>
      <dgm:t>
        <a:bodyPr/>
        <a:lstStyle/>
        <a:p>
          <a:endParaRPr lang="de-DE"/>
        </a:p>
      </dgm:t>
    </dgm:pt>
    <dgm:pt modelId="{29D3D423-8C34-4C0C-83C2-E7E4C9BF6B21}">
      <dgm:prSet phldrT="[Text]" custT="1"/>
      <dgm:spPr>
        <a:solidFill>
          <a:srgbClr val="000066">
            <a:lumMod val="60000"/>
            <a:lumOff val="40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6985" tIns="6985" rIns="6985" bIns="6985" numCol="1" spcCol="1270" anchor="ctr" anchorCtr="0"/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dirty="0" err="1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otherOrUndefined</a:t>
          </a:r>
          <a:br>
            <a:rPr lang="de-DE" sz="9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</a:br>
          <a:r>
            <a:rPr lang="de-DE" sz="9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Ceramics3</a:t>
          </a:r>
          <a:endParaRPr lang="de-DE" sz="1000" kern="1200" dirty="0">
            <a:solidFill>
              <a:srgbClr val="FF0000"/>
            </a:solidFill>
            <a:latin typeface="Calibri" panose="020F0502020204030204"/>
            <a:ea typeface="+mn-ea"/>
            <a:cs typeface="+mn-cs"/>
          </a:endParaRPr>
        </a:p>
      </dgm:t>
    </dgm:pt>
    <dgm:pt modelId="{AC3F6035-4ED7-4D65-8204-7422B51848A6}" type="parTrans" cxnId="{D51A90B6-8CBC-4F64-9D0E-2DC8DB453ED5}">
      <dgm:prSet/>
      <dgm:spPr/>
      <dgm:t>
        <a:bodyPr/>
        <a:lstStyle/>
        <a:p>
          <a:endParaRPr lang="de-DE"/>
        </a:p>
      </dgm:t>
    </dgm:pt>
    <dgm:pt modelId="{C2065F39-45AF-4FE9-96BE-E382E4CC0A40}" type="sibTrans" cxnId="{D51A90B6-8CBC-4F64-9D0E-2DC8DB453ED5}">
      <dgm:prSet/>
      <dgm:spPr/>
      <dgm:t>
        <a:bodyPr/>
        <a:lstStyle/>
        <a:p>
          <a:endParaRPr lang="de-DE"/>
        </a:p>
      </dgm:t>
    </dgm:pt>
    <dgm:pt modelId="{B1AA23B8-60DA-4EA2-877E-7BCEC9BF3807}" type="pres">
      <dgm:prSet presAssocID="{DEFD5FCC-701C-4057-A31A-420C1ACDCE0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8810139-B7CE-4579-B789-EB6EFB568155}" type="pres">
      <dgm:prSet presAssocID="{62C1530B-B041-4BBB-9FEB-2FB46CFB6433}" presName="hierRoot1" presStyleCnt="0">
        <dgm:presLayoutVars>
          <dgm:hierBranch val="init"/>
        </dgm:presLayoutVars>
      </dgm:prSet>
      <dgm:spPr/>
    </dgm:pt>
    <dgm:pt modelId="{BB4864A4-3374-438B-A406-C63C8084CC9B}" type="pres">
      <dgm:prSet presAssocID="{62C1530B-B041-4BBB-9FEB-2FB46CFB6433}" presName="rootComposite1" presStyleCnt="0"/>
      <dgm:spPr/>
    </dgm:pt>
    <dgm:pt modelId="{D9CBD038-E8FB-4200-9094-188DF88F0FB5}" type="pres">
      <dgm:prSet presAssocID="{62C1530B-B041-4BBB-9FEB-2FB46CFB6433}" presName="rootText1" presStyleLbl="node0" presStyleIdx="0" presStyleCnt="1" custLinFactNeighborY="0">
        <dgm:presLayoutVars>
          <dgm:chPref val="3"/>
        </dgm:presLayoutVars>
      </dgm:prSet>
      <dgm:spPr/>
    </dgm:pt>
    <dgm:pt modelId="{D03E068A-7388-472C-AB8E-306236FA3F44}" type="pres">
      <dgm:prSet presAssocID="{62C1530B-B041-4BBB-9FEB-2FB46CFB6433}" presName="rootConnector1" presStyleLbl="node1" presStyleIdx="0" presStyleCnt="0"/>
      <dgm:spPr/>
    </dgm:pt>
    <dgm:pt modelId="{6CBCFE4B-9561-4672-920E-BC123C4C7A2F}" type="pres">
      <dgm:prSet presAssocID="{62C1530B-B041-4BBB-9FEB-2FB46CFB6433}" presName="hierChild2" presStyleCnt="0"/>
      <dgm:spPr/>
    </dgm:pt>
    <dgm:pt modelId="{B7E72AE1-A84C-416D-8C60-3EC11BB52D66}" type="pres">
      <dgm:prSet presAssocID="{8C09D23E-546D-47C0-B2F5-A3363A9A2DA7}" presName="Name37" presStyleLbl="parChTrans1D2" presStyleIdx="0" presStyleCnt="4"/>
      <dgm:spPr/>
    </dgm:pt>
    <dgm:pt modelId="{7D254BF4-EB98-45F7-9ECC-E151B9D45012}" type="pres">
      <dgm:prSet presAssocID="{314B939C-CF23-4733-90AD-FF37AEFAD9C2}" presName="hierRoot2" presStyleCnt="0">
        <dgm:presLayoutVars>
          <dgm:hierBranch val="init"/>
        </dgm:presLayoutVars>
      </dgm:prSet>
      <dgm:spPr/>
    </dgm:pt>
    <dgm:pt modelId="{AA15D4FA-B609-4BD9-9D77-B41F9D828CAD}" type="pres">
      <dgm:prSet presAssocID="{314B939C-CF23-4733-90AD-FF37AEFAD9C2}" presName="rootComposite" presStyleCnt="0"/>
      <dgm:spPr/>
    </dgm:pt>
    <dgm:pt modelId="{5F16BA0C-FF30-493D-A76C-A24675B690AE}" type="pres">
      <dgm:prSet presAssocID="{314B939C-CF23-4733-90AD-FF37AEFAD9C2}" presName="rootText" presStyleLbl="node2" presStyleIdx="0" presStyleCnt="4">
        <dgm:presLayoutVars>
          <dgm:chPref val="3"/>
        </dgm:presLayoutVars>
      </dgm:prSet>
      <dgm:spPr/>
    </dgm:pt>
    <dgm:pt modelId="{E7BE964C-6781-48A1-8A45-71B3BB88CE34}" type="pres">
      <dgm:prSet presAssocID="{314B939C-CF23-4733-90AD-FF37AEFAD9C2}" presName="rootConnector" presStyleLbl="node2" presStyleIdx="0" presStyleCnt="4"/>
      <dgm:spPr/>
    </dgm:pt>
    <dgm:pt modelId="{E2F069ED-6B6C-4ECF-ADBB-4F6DF7AA562D}" type="pres">
      <dgm:prSet presAssocID="{314B939C-CF23-4733-90AD-FF37AEFAD9C2}" presName="hierChild4" presStyleCnt="0"/>
      <dgm:spPr/>
    </dgm:pt>
    <dgm:pt modelId="{6DBC5513-71E4-46B9-916C-3A4B7126D106}" type="pres">
      <dgm:prSet presAssocID="{B782125C-20AF-4452-8712-A53012336705}" presName="Name37" presStyleLbl="parChTrans1D3" presStyleIdx="0" presStyleCnt="11"/>
      <dgm:spPr/>
    </dgm:pt>
    <dgm:pt modelId="{F9AB0DA4-E3A7-482A-8A40-CAD9397AF5FC}" type="pres">
      <dgm:prSet presAssocID="{065BD91E-3A5F-4510-B62A-138FB37B7DBF}" presName="hierRoot2" presStyleCnt="0">
        <dgm:presLayoutVars>
          <dgm:hierBranch val="init"/>
        </dgm:presLayoutVars>
      </dgm:prSet>
      <dgm:spPr/>
    </dgm:pt>
    <dgm:pt modelId="{7630D189-C194-4257-BEEB-2A9522A7D990}" type="pres">
      <dgm:prSet presAssocID="{065BD91E-3A5F-4510-B62A-138FB37B7DBF}" presName="rootComposite" presStyleCnt="0"/>
      <dgm:spPr/>
    </dgm:pt>
    <dgm:pt modelId="{144DAE82-60E1-48DE-9FE5-883F92823325}" type="pres">
      <dgm:prSet presAssocID="{065BD91E-3A5F-4510-B62A-138FB37B7DBF}" presName="rootText" presStyleLbl="node3" presStyleIdx="0" presStyleCnt="11">
        <dgm:presLayoutVars>
          <dgm:chPref val="3"/>
        </dgm:presLayoutVars>
      </dgm:prSet>
      <dgm:spPr/>
    </dgm:pt>
    <dgm:pt modelId="{B372778D-02B8-4BC8-8618-3844867AC45D}" type="pres">
      <dgm:prSet presAssocID="{065BD91E-3A5F-4510-B62A-138FB37B7DBF}" presName="rootConnector" presStyleLbl="node3" presStyleIdx="0" presStyleCnt="11"/>
      <dgm:spPr/>
    </dgm:pt>
    <dgm:pt modelId="{DF6327EB-4BC8-4568-B0B4-3BC7A251F7E1}" type="pres">
      <dgm:prSet presAssocID="{065BD91E-3A5F-4510-B62A-138FB37B7DBF}" presName="hierChild4" presStyleCnt="0"/>
      <dgm:spPr/>
    </dgm:pt>
    <dgm:pt modelId="{0E820EE5-9ED7-4458-B8C4-C34EB503593A}" type="pres">
      <dgm:prSet presAssocID="{065BD91E-3A5F-4510-B62A-138FB37B7DBF}" presName="hierChild5" presStyleCnt="0"/>
      <dgm:spPr/>
    </dgm:pt>
    <dgm:pt modelId="{39A3A4E9-914A-40A4-B28C-238893AC9375}" type="pres">
      <dgm:prSet presAssocID="{F49C06E2-1357-4973-B237-7C5F5AA3E843}" presName="Name37" presStyleLbl="parChTrans1D3" presStyleIdx="1" presStyleCnt="11"/>
      <dgm:spPr/>
    </dgm:pt>
    <dgm:pt modelId="{24931CDF-D178-4BD4-97AD-4357BBA7B034}" type="pres">
      <dgm:prSet presAssocID="{3A660579-A6AE-4264-A8FD-F5210481151C}" presName="hierRoot2" presStyleCnt="0">
        <dgm:presLayoutVars>
          <dgm:hierBranch val="init"/>
        </dgm:presLayoutVars>
      </dgm:prSet>
      <dgm:spPr/>
    </dgm:pt>
    <dgm:pt modelId="{27A36138-C24E-433C-B57E-CBB9E8E1CA38}" type="pres">
      <dgm:prSet presAssocID="{3A660579-A6AE-4264-A8FD-F5210481151C}" presName="rootComposite" presStyleCnt="0"/>
      <dgm:spPr/>
    </dgm:pt>
    <dgm:pt modelId="{0507F9F6-8D8A-40AF-A26D-BF805CE42D41}" type="pres">
      <dgm:prSet presAssocID="{3A660579-A6AE-4264-A8FD-F5210481151C}" presName="rootText" presStyleLbl="node3" presStyleIdx="1" presStyleCnt="11">
        <dgm:presLayoutVars>
          <dgm:chPref val="3"/>
        </dgm:presLayoutVars>
      </dgm:prSet>
      <dgm:spPr/>
    </dgm:pt>
    <dgm:pt modelId="{2E4DDBD4-9C6C-4C69-8506-68732EA65674}" type="pres">
      <dgm:prSet presAssocID="{3A660579-A6AE-4264-A8FD-F5210481151C}" presName="rootConnector" presStyleLbl="node3" presStyleIdx="1" presStyleCnt="11"/>
      <dgm:spPr/>
    </dgm:pt>
    <dgm:pt modelId="{37258136-8147-43F3-B96B-FA83425B3E73}" type="pres">
      <dgm:prSet presAssocID="{3A660579-A6AE-4264-A8FD-F5210481151C}" presName="hierChild4" presStyleCnt="0"/>
      <dgm:spPr/>
    </dgm:pt>
    <dgm:pt modelId="{1A2C3627-1890-4070-8B24-AC5D1D7E5D73}" type="pres">
      <dgm:prSet presAssocID="{3A660579-A6AE-4264-A8FD-F5210481151C}" presName="hierChild5" presStyleCnt="0"/>
      <dgm:spPr/>
    </dgm:pt>
    <dgm:pt modelId="{C141148D-FC93-4A6B-9210-07A74E6132E6}" type="pres">
      <dgm:prSet presAssocID="{9715F6B4-0BBA-4A7A-8932-BE9C69120EFF}" presName="Name37" presStyleLbl="parChTrans1D3" presStyleIdx="2" presStyleCnt="11"/>
      <dgm:spPr/>
    </dgm:pt>
    <dgm:pt modelId="{11184DBF-9B6E-47F8-A6BB-984C1683C1E0}" type="pres">
      <dgm:prSet presAssocID="{10436848-CD3F-4857-8C33-A73E8B763C27}" presName="hierRoot2" presStyleCnt="0">
        <dgm:presLayoutVars>
          <dgm:hierBranch val="init"/>
        </dgm:presLayoutVars>
      </dgm:prSet>
      <dgm:spPr/>
    </dgm:pt>
    <dgm:pt modelId="{32C2E619-A272-4DF4-A5C7-D6E4B5F3BB39}" type="pres">
      <dgm:prSet presAssocID="{10436848-CD3F-4857-8C33-A73E8B763C27}" presName="rootComposite" presStyleCnt="0"/>
      <dgm:spPr/>
    </dgm:pt>
    <dgm:pt modelId="{B3F285CD-6C46-4893-AAC2-195D4AACCB5E}" type="pres">
      <dgm:prSet presAssocID="{10436848-CD3F-4857-8C33-A73E8B763C27}" presName="rootText" presStyleLbl="node3" presStyleIdx="2" presStyleCnt="11">
        <dgm:presLayoutVars>
          <dgm:chPref val="3"/>
        </dgm:presLayoutVars>
      </dgm:prSet>
      <dgm:spPr/>
    </dgm:pt>
    <dgm:pt modelId="{2D9D0986-8C25-4B27-96EA-76B501F3A816}" type="pres">
      <dgm:prSet presAssocID="{10436848-CD3F-4857-8C33-A73E8B763C27}" presName="rootConnector" presStyleLbl="node3" presStyleIdx="2" presStyleCnt="11"/>
      <dgm:spPr/>
    </dgm:pt>
    <dgm:pt modelId="{44D477E9-82CB-400C-842E-BBE0185F5BEE}" type="pres">
      <dgm:prSet presAssocID="{10436848-CD3F-4857-8C33-A73E8B763C27}" presName="hierChild4" presStyleCnt="0"/>
      <dgm:spPr/>
    </dgm:pt>
    <dgm:pt modelId="{6BE73D30-5176-425F-AE1F-5CA67536D3DA}" type="pres">
      <dgm:prSet presAssocID="{10436848-CD3F-4857-8C33-A73E8B763C27}" presName="hierChild5" presStyleCnt="0"/>
      <dgm:spPr/>
    </dgm:pt>
    <dgm:pt modelId="{94D05D81-0A85-4C01-A80C-6CD6F90108B2}" type="pres">
      <dgm:prSet presAssocID="{F2C6143F-8EFC-4B97-B255-A1C74FC5603D}" presName="Name37" presStyleLbl="parChTrans1D3" presStyleIdx="3" presStyleCnt="11"/>
      <dgm:spPr/>
    </dgm:pt>
    <dgm:pt modelId="{1E76370E-BEC0-41F0-BC7A-A62C0478CD47}" type="pres">
      <dgm:prSet presAssocID="{44346927-3452-4770-84C1-C0C841BF84B3}" presName="hierRoot2" presStyleCnt="0">
        <dgm:presLayoutVars>
          <dgm:hierBranch val="init"/>
        </dgm:presLayoutVars>
      </dgm:prSet>
      <dgm:spPr/>
    </dgm:pt>
    <dgm:pt modelId="{2785771B-9007-4A4E-A3A6-A723EB09D896}" type="pres">
      <dgm:prSet presAssocID="{44346927-3452-4770-84C1-C0C841BF84B3}" presName="rootComposite" presStyleCnt="0"/>
      <dgm:spPr/>
    </dgm:pt>
    <dgm:pt modelId="{CCCFCEDE-92F0-4C37-A1DC-1C1DACB66761}" type="pres">
      <dgm:prSet presAssocID="{44346927-3452-4770-84C1-C0C841BF84B3}" presName="rootText" presStyleLbl="node3" presStyleIdx="3" presStyleCnt="11">
        <dgm:presLayoutVars>
          <dgm:chPref val="3"/>
        </dgm:presLayoutVars>
      </dgm:prSet>
      <dgm:spPr/>
    </dgm:pt>
    <dgm:pt modelId="{74C66C61-A303-4776-BE4C-F71B269DD595}" type="pres">
      <dgm:prSet presAssocID="{44346927-3452-4770-84C1-C0C841BF84B3}" presName="rootConnector" presStyleLbl="node3" presStyleIdx="3" presStyleCnt="11"/>
      <dgm:spPr/>
    </dgm:pt>
    <dgm:pt modelId="{3F977D82-E039-45B6-9194-D593C209CDEF}" type="pres">
      <dgm:prSet presAssocID="{44346927-3452-4770-84C1-C0C841BF84B3}" presName="hierChild4" presStyleCnt="0"/>
      <dgm:spPr/>
    </dgm:pt>
    <dgm:pt modelId="{C2C1B720-1893-4FB2-BFBB-75185FBB8F50}" type="pres">
      <dgm:prSet presAssocID="{44346927-3452-4770-84C1-C0C841BF84B3}" presName="hierChild5" presStyleCnt="0"/>
      <dgm:spPr/>
    </dgm:pt>
    <dgm:pt modelId="{B610B5ED-E94B-4A5A-983A-AC127992DDAC}" type="pres">
      <dgm:prSet presAssocID="{2CC76D9F-2D72-4774-B3D4-B2954978395B}" presName="Name37" presStyleLbl="parChTrans1D3" presStyleIdx="4" presStyleCnt="11"/>
      <dgm:spPr/>
    </dgm:pt>
    <dgm:pt modelId="{9B7663F4-A06B-45F6-904F-759748CD92B5}" type="pres">
      <dgm:prSet presAssocID="{D3D13CE6-6734-421D-9AD3-94D07EAE28CE}" presName="hierRoot2" presStyleCnt="0">
        <dgm:presLayoutVars>
          <dgm:hierBranch val="init"/>
        </dgm:presLayoutVars>
      </dgm:prSet>
      <dgm:spPr/>
    </dgm:pt>
    <dgm:pt modelId="{B950B7DD-38A5-447A-B4D5-1CAAB5F1EC72}" type="pres">
      <dgm:prSet presAssocID="{D3D13CE6-6734-421D-9AD3-94D07EAE28CE}" presName="rootComposite" presStyleCnt="0"/>
      <dgm:spPr/>
    </dgm:pt>
    <dgm:pt modelId="{194CA64C-E711-4591-8085-4B9BE62F507D}" type="pres">
      <dgm:prSet presAssocID="{D3D13CE6-6734-421D-9AD3-94D07EAE28CE}" presName="rootText" presStyleLbl="node3" presStyleIdx="4" presStyleCnt="11">
        <dgm:presLayoutVars>
          <dgm:chPref val="3"/>
        </dgm:presLayoutVars>
      </dgm:prSet>
      <dgm:spPr/>
    </dgm:pt>
    <dgm:pt modelId="{DADB9FA2-9637-4A8F-B2B7-09505AB8FC74}" type="pres">
      <dgm:prSet presAssocID="{D3D13CE6-6734-421D-9AD3-94D07EAE28CE}" presName="rootConnector" presStyleLbl="node3" presStyleIdx="4" presStyleCnt="11"/>
      <dgm:spPr/>
    </dgm:pt>
    <dgm:pt modelId="{B341588A-4F9D-4BD6-B300-D7F4D36D0932}" type="pres">
      <dgm:prSet presAssocID="{D3D13CE6-6734-421D-9AD3-94D07EAE28CE}" presName="hierChild4" presStyleCnt="0"/>
      <dgm:spPr/>
    </dgm:pt>
    <dgm:pt modelId="{8BCAB833-3DE8-4919-8658-81B93F9DDC71}" type="pres">
      <dgm:prSet presAssocID="{D3D13CE6-6734-421D-9AD3-94D07EAE28CE}" presName="hierChild5" presStyleCnt="0"/>
      <dgm:spPr/>
    </dgm:pt>
    <dgm:pt modelId="{2A9F0FC1-4CCF-4538-8792-BE34B431A39F}" type="pres">
      <dgm:prSet presAssocID="{F523CBC9-8253-4F6E-BA2C-6B79873E5CF1}" presName="Name37" presStyleLbl="parChTrans1D3" presStyleIdx="5" presStyleCnt="11"/>
      <dgm:spPr/>
    </dgm:pt>
    <dgm:pt modelId="{71965D2C-03D7-44F7-BA13-EA1AE9A65AB4}" type="pres">
      <dgm:prSet presAssocID="{296D6AC0-C865-424F-AE4C-636630868C4F}" presName="hierRoot2" presStyleCnt="0">
        <dgm:presLayoutVars>
          <dgm:hierBranch val="init"/>
        </dgm:presLayoutVars>
      </dgm:prSet>
      <dgm:spPr/>
    </dgm:pt>
    <dgm:pt modelId="{5DBFCA6E-4A93-42E4-B111-25A98597BB39}" type="pres">
      <dgm:prSet presAssocID="{296D6AC0-C865-424F-AE4C-636630868C4F}" presName="rootComposite" presStyleCnt="0"/>
      <dgm:spPr/>
    </dgm:pt>
    <dgm:pt modelId="{155CD677-E849-4314-9BB0-59CFE6277C19}" type="pres">
      <dgm:prSet presAssocID="{296D6AC0-C865-424F-AE4C-636630868C4F}" presName="rootText" presStyleLbl="node3" presStyleIdx="5" presStyleCnt="11">
        <dgm:presLayoutVars>
          <dgm:chPref val="3"/>
        </dgm:presLayoutVars>
      </dgm:prSet>
      <dgm:spPr/>
    </dgm:pt>
    <dgm:pt modelId="{931D735D-4E82-4EFD-BBCF-529B1150E796}" type="pres">
      <dgm:prSet presAssocID="{296D6AC0-C865-424F-AE4C-636630868C4F}" presName="rootConnector" presStyleLbl="node3" presStyleIdx="5" presStyleCnt="11"/>
      <dgm:spPr/>
    </dgm:pt>
    <dgm:pt modelId="{38B2B09D-F7F5-4D99-8ACE-7A4C268A673A}" type="pres">
      <dgm:prSet presAssocID="{296D6AC0-C865-424F-AE4C-636630868C4F}" presName="hierChild4" presStyleCnt="0"/>
      <dgm:spPr/>
    </dgm:pt>
    <dgm:pt modelId="{EF877890-80AF-4E3C-A3CA-1A50A96F1710}" type="pres">
      <dgm:prSet presAssocID="{296D6AC0-C865-424F-AE4C-636630868C4F}" presName="hierChild5" presStyleCnt="0"/>
      <dgm:spPr/>
    </dgm:pt>
    <dgm:pt modelId="{52745743-7973-487C-98AB-EA940ACB00C5}" type="pres">
      <dgm:prSet presAssocID="{314B939C-CF23-4733-90AD-FF37AEFAD9C2}" presName="hierChild5" presStyleCnt="0"/>
      <dgm:spPr/>
    </dgm:pt>
    <dgm:pt modelId="{DF7CC240-C7E9-42E6-9AD2-21144CDE4210}" type="pres">
      <dgm:prSet presAssocID="{AB4A2CD5-1598-42CB-9B64-60026EE843A1}" presName="Name37" presStyleLbl="parChTrans1D2" presStyleIdx="1" presStyleCnt="4"/>
      <dgm:spPr/>
    </dgm:pt>
    <dgm:pt modelId="{A3275318-76D9-4DF6-9B38-B4B9BAFD9B3A}" type="pres">
      <dgm:prSet presAssocID="{F773EBD5-6DCF-4783-81D8-448B4F3FDE1D}" presName="hierRoot2" presStyleCnt="0">
        <dgm:presLayoutVars>
          <dgm:hierBranch val="r"/>
        </dgm:presLayoutVars>
      </dgm:prSet>
      <dgm:spPr/>
    </dgm:pt>
    <dgm:pt modelId="{1A68901D-A270-41AF-B2EC-CDF0299D0525}" type="pres">
      <dgm:prSet presAssocID="{F773EBD5-6DCF-4783-81D8-448B4F3FDE1D}" presName="rootComposite" presStyleCnt="0"/>
      <dgm:spPr/>
    </dgm:pt>
    <dgm:pt modelId="{C53B7A73-3461-41F4-8CD7-7013D62F3A7C}" type="pres">
      <dgm:prSet presAssocID="{F773EBD5-6DCF-4783-81D8-448B4F3FDE1D}" presName="rootText" presStyleLbl="node2" presStyleIdx="1" presStyleCnt="4">
        <dgm:presLayoutVars>
          <dgm:chPref val="3"/>
        </dgm:presLayoutVars>
      </dgm:prSet>
      <dgm:spPr/>
    </dgm:pt>
    <dgm:pt modelId="{6F00EFBA-6DB9-4548-9277-A0AE5CA86463}" type="pres">
      <dgm:prSet presAssocID="{F773EBD5-6DCF-4783-81D8-448B4F3FDE1D}" presName="rootConnector" presStyleLbl="node2" presStyleIdx="1" presStyleCnt="4"/>
      <dgm:spPr/>
    </dgm:pt>
    <dgm:pt modelId="{A615ACBE-FDBC-48FC-BA80-3A6B763D53B9}" type="pres">
      <dgm:prSet presAssocID="{F773EBD5-6DCF-4783-81D8-448B4F3FDE1D}" presName="hierChild4" presStyleCnt="0"/>
      <dgm:spPr/>
    </dgm:pt>
    <dgm:pt modelId="{FC30E892-ED4F-482B-B101-56E27082F86F}" type="pres">
      <dgm:prSet presAssocID="{EF51A349-F71D-4471-B984-58197B25B5C8}" presName="Name50" presStyleLbl="parChTrans1D3" presStyleIdx="6" presStyleCnt="11"/>
      <dgm:spPr/>
    </dgm:pt>
    <dgm:pt modelId="{634A4202-F79E-4B68-A8AF-CAD398E75658}" type="pres">
      <dgm:prSet presAssocID="{5AB01FF5-BE1A-4A7D-892B-A17BC66F835B}" presName="hierRoot2" presStyleCnt="0">
        <dgm:presLayoutVars>
          <dgm:hierBranch val="r"/>
        </dgm:presLayoutVars>
      </dgm:prSet>
      <dgm:spPr/>
    </dgm:pt>
    <dgm:pt modelId="{90703FBF-0AEB-4ED4-A0F2-9FB8ADEAEE5D}" type="pres">
      <dgm:prSet presAssocID="{5AB01FF5-BE1A-4A7D-892B-A17BC66F835B}" presName="rootComposite" presStyleCnt="0"/>
      <dgm:spPr/>
    </dgm:pt>
    <dgm:pt modelId="{6F8A0C77-A812-4C42-AA3B-83ADD4CCB9D0}" type="pres">
      <dgm:prSet presAssocID="{5AB01FF5-BE1A-4A7D-892B-A17BC66F835B}" presName="rootText" presStyleLbl="node3" presStyleIdx="6" presStyleCnt="11">
        <dgm:presLayoutVars>
          <dgm:chPref val="3"/>
        </dgm:presLayoutVars>
      </dgm:prSet>
      <dgm:spPr/>
    </dgm:pt>
    <dgm:pt modelId="{07AA20C7-8BB1-45EA-8CD9-F59CCA09B38D}" type="pres">
      <dgm:prSet presAssocID="{5AB01FF5-BE1A-4A7D-892B-A17BC66F835B}" presName="rootConnector" presStyleLbl="node3" presStyleIdx="6" presStyleCnt="11"/>
      <dgm:spPr/>
    </dgm:pt>
    <dgm:pt modelId="{E87D485A-9DA2-439A-A263-E5AF12F4B615}" type="pres">
      <dgm:prSet presAssocID="{5AB01FF5-BE1A-4A7D-892B-A17BC66F835B}" presName="hierChild4" presStyleCnt="0"/>
      <dgm:spPr/>
    </dgm:pt>
    <dgm:pt modelId="{CA94101E-F78D-4B9B-B5DB-59F982437873}" type="pres">
      <dgm:prSet presAssocID="{5AB01FF5-BE1A-4A7D-892B-A17BC66F835B}" presName="hierChild5" presStyleCnt="0"/>
      <dgm:spPr/>
    </dgm:pt>
    <dgm:pt modelId="{48B308E3-C680-45A5-9543-8E7172885826}" type="pres">
      <dgm:prSet presAssocID="{C2D5AEA2-6A9B-4E13-A72D-3482535FE9A9}" presName="Name50" presStyleLbl="parChTrans1D3" presStyleIdx="7" presStyleCnt="11"/>
      <dgm:spPr/>
    </dgm:pt>
    <dgm:pt modelId="{C3DE1C72-99C8-4EC8-BB1F-BE82EA3F197E}" type="pres">
      <dgm:prSet presAssocID="{ABF421D2-11F3-4FD3-9309-5E7A69C90FAB}" presName="hierRoot2" presStyleCnt="0">
        <dgm:presLayoutVars>
          <dgm:hierBranch val="r"/>
        </dgm:presLayoutVars>
      </dgm:prSet>
      <dgm:spPr/>
    </dgm:pt>
    <dgm:pt modelId="{57793956-36DD-4BFE-A6D9-C5F07AA3E26F}" type="pres">
      <dgm:prSet presAssocID="{ABF421D2-11F3-4FD3-9309-5E7A69C90FAB}" presName="rootComposite" presStyleCnt="0"/>
      <dgm:spPr/>
    </dgm:pt>
    <dgm:pt modelId="{B4A818EC-194E-4885-B10D-0468FC19B0A1}" type="pres">
      <dgm:prSet presAssocID="{ABF421D2-11F3-4FD3-9309-5E7A69C90FAB}" presName="rootText" presStyleLbl="node3" presStyleIdx="7" presStyleCnt="11">
        <dgm:presLayoutVars>
          <dgm:chPref val="3"/>
        </dgm:presLayoutVars>
      </dgm:prSet>
      <dgm:spPr/>
    </dgm:pt>
    <dgm:pt modelId="{755B3513-64A8-4A91-9D81-DE51AF601098}" type="pres">
      <dgm:prSet presAssocID="{ABF421D2-11F3-4FD3-9309-5E7A69C90FAB}" presName="rootConnector" presStyleLbl="node3" presStyleIdx="7" presStyleCnt="11"/>
      <dgm:spPr/>
    </dgm:pt>
    <dgm:pt modelId="{50732FB6-925D-43C2-9FC2-6FBF1B8C40B6}" type="pres">
      <dgm:prSet presAssocID="{ABF421D2-11F3-4FD3-9309-5E7A69C90FAB}" presName="hierChild4" presStyleCnt="0"/>
      <dgm:spPr/>
    </dgm:pt>
    <dgm:pt modelId="{794327D5-4737-434B-B196-B13B0D380417}" type="pres">
      <dgm:prSet presAssocID="{ABF421D2-11F3-4FD3-9309-5E7A69C90FAB}" presName="hierChild5" presStyleCnt="0"/>
      <dgm:spPr/>
    </dgm:pt>
    <dgm:pt modelId="{37A76B63-9457-4148-B012-F87DC6595C3D}" type="pres">
      <dgm:prSet presAssocID="{56C8291D-4908-4ECA-9CAD-2F927253675D}" presName="Name50" presStyleLbl="parChTrans1D3" presStyleIdx="8" presStyleCnt="11"/>
      <dgm:spPr/>
    </dgm:pt>
    <dgm:pt modelId="{3689AD8C-08A2-47C0-B197-E0022C7EAE40}" type="pres">
      <dgm:prSet presAssocID="{0CFD5280-9662-440A-9CFD-457D57685D35}" presName="hierRoot2" presStyleCnt="0">
        <dgm:presLayoutVars>
          <dgm:hierBranch val="r"/>
        </dgm:presLayoutVars>
      </dgm:prSet>
      <dgm:spPr/>
    </dgm:pt>
    <dgm:pt modelId="{EEFC0B78-E697-4043-8F8D-2B5639C88B61}" type="pres">
      <dgm:prSet presAssocID="{0CFD5280-9662-440A-9CFD-457D57685D35}" presName="rootComposite" presStyleCnt="0"/>
      <dgm:spPr/>
    </dgm:pt>
    <dgm:pt modelId="{FC17C170-7348-4B7E-9A74-DE797DEDBF9E}" type="pres">
      <dgm:prSet presAssocID="{0CFD5280-9662-440A-9CFD-457D57685D35}" presName="rootText" presStyleLbl="node3" presStyleIdx="8" presStyleCnt="11">
        <dgm:presLayoutVars>
          <dgm:chPref val="3"/>
        </dgm:presLayoutVars>
      </dgm:prSet>
      <dgm:spPr/>
    </dgm:pt>
    <dgm:pt modelId="{BA52251C-3343-4C99-8D70-F00460F3F422}" type="pres">
      <dgm:prSet presAssocID="{0CFD5280-9662-440A-9CFD-457D57685D35}" presName="rootConnector" presStyleLbl="node3" presStyleIdx="8" presStyleCnt="11"/>
      <dgm:spPr/>
    </dgm:pt>
    <dgm:pt modelId="{916BB311-7E5E-4310-AF61-1066E144F22D}" type="pres">
      <dgm:prSet presAssocID="{0CFD5280-9662-440A-9CFD-457D57685D35}" presName="hierChild4" presStyleCnt="0"/>
      <dgm:spPr/>
    </dgm:pt>
    <dgm:pt modelId="{86B347AC-EA3F-4B55-AD81-C8B9634B3401}" type="pres">
      <dgm:prSet presAssocID="{0CFD5280-9662-440A-9CFD-457D57685D35}" presName="hierChild5" presStyleCnt="0"/>
      <dgm:spPr/>
    </dgm:pt>
    <dgm:pt modelId="{F7675701-1B42-4F0F-B33F-353AD496F231}" type="pres">
      <dgm:prSet presAssocID="{F773EBD5-6DCF-4783-81D8-448B4F3FDE1D}" presName="hierChild5" presStyleCnt="0"/>
      <dgm:spPr/>
    </dgm:pt>
    <dgm:pt modelId="{4183CBC2-DEF0-4CDD-8C5E-D2A6C723B041}" type="pres">
      <dgm:prSet presAssocID="{E5815610-7544-4862-87EE-930C3DABE2F4}" presName="Name37" presStyleLbl="parChTrans1D2" presStyleIdx="2" presStyleCnt="4"/>
      <dgm:spPr/>
    </dgm:pt>
    <dgm:pt modelId="{56E36E93-F694-47B6-AA2E-5C1F851F44D3}" type="pres">
      <dgm:prSet presAssocID="{1B9F4B24-98A1-4714-A42F-DE6641DC4566}" presName="hierRoot2" presStyleCnt="0">
        <dgm:presLayoutVars>
          <dgm:hierBranch val="r"/>
        </dgm:presLayoutVars>
      </dgm:prSet>
      <dgm:spPr/>
    </dgm:pt>
    <dgm:pt modelId="{C0521D0E-788D-46E1-ADCE-0B404FBA5329}" type="pres">
      <dgm:prSet presAssocID="{1B9F4B24-98A1-4714-A42F-DE6641DC4566}" presName="rootComposite" presStyleCnt="0"/>
      <dgm:spPr/>
    </dgm:pt>
    <dgm:pt modelId="{CD0D4050-6FA0-4EA5-B991-0BF966AD2E00}" type="pres">
      <dgm:prSet presAssocID="{1B9F4B24-98A1-4714-A42F-DE6641DC4566}" presName="rootText" presStyleLbl="node2" presStyleIdx="2" presStyleCnt="4">
        <dgm:presLayoutVars>
          <dgm:chPref val="3"/>
        </dgm:presLayoutVars>
      </dgm:prSet>
      <dgm:spPr>
        <a:xfrm>
          <a:off x="4167919" y="705176"/>
          <a:ext cx="989707" cy="494853"/>
        </a:xfrm>
        <a:prstGeom prst="rect">
          <a:avLst/>
        </a:prstGeom>
      </dgm:spPr>
    </dgm:pt>
    <dgm:pt modelId="{7C4E01D0-9D68-4E4C-AE50-89F75FB27486}" type="pres">
      <dgm:prSet presAssocID="{1B9F4B24-98A1-4714-A42F-DE6641DC4566}" presName="rootConnector" presStyleLbl="node2" presStyleIdx="2" presStyleCnt="4"/>
      <dgm:spPr/>
    </dgm:pt>
    <dgm:pt modelId="{A0FC62E2-4DEE-4145-B32B-D7159A01A568}" type="pres">
      <dgm:prSet presAssocID="{1B9F4B24-98A1-4714-A42F-DE6641DC4566}" presName="hierChild4" presStyleCnt="0"/>
      <dgm:spPr/>
    </dgm:pt>
    <dgm:pt modelId="{47307C3F-09EA-407B-9E53-07D91DEFB28A}" type="pres">
      <dgm:prSet presAssocID="{F24BE23B-C5B6-413F-A86E-9142632390EA}" presName="Name50" presStyleLbl="parChTrans1D3" presStyleIdx="9" presStyleCnt="11"/>
      <dgm:spPr/>
    </dgm:pt>
    <dgm:pt modelId="{5A3B7DB9-EC0F-4C80-9032-2826D67A57CD}" type="pres">
      <dgm:prSet presAssocID="{A8A9AA8B-D5DE-41C2-A4DA-052691D91F49}" presName="hierRoot2" presStyleCnt="0">
        <dgm:presLayoutVars>
          <dgm:hierBranch val="init"/>
        </dgm:presLayoutVars>
      </dgm:prSet>
      <dgm:spPr/>
    </dgm:pt>
    <dgm:pt modelId="{E48D3472-7407-41E6-9464-61ADD18CA11A}" type="pres">
      <dgm:prSet presAssocID="{A8A9AA8B-D5DE-41C2-A4DA-052691D91F49}" presName="rootComposite" presStyleCnt="0"/>
      <dgm:spPr/>
    </dgm:pt>
    <dgm:pt modelId="{ABD333A7-7417-49EF-8239-F594D1AD6D19}" type="pres">
      <dgm:prSet presAssocID="{A8A9AA8B-D5DE-41C2-A4DA-052691D91F49}" presName="rootText" presStyleLbl="node3" presStyleIdx="9" presStyleCnt="11">
        <dgm:presLayoutVars>
          <dgm:chPref val="3"/>
        </dgm:presLayoutVars>
      </dgm:prSet>
      <dgm:spPr>
        <a:xfrm>
          <a:off x="4291632" y="1407868"/>
          <a:ext cx="989707" cy="494853"/>
        </a:xfrm>
        <a:prstGeom prst="rect">
          <a:avLst/>
        </a:prstGeom>
      </dgm:spPr>
    </dgm:pt>
    <dgm:pt modelId="{9148E400-F108-4A61-B4AB-F3D23E0097E6}" type="pres">
      <dgm:prSet presAssocID="{A8A9AA8B-D5DE-41C2-A4DA-052691D91F49}" presName="rootConnector" presStyleLbl="node3" presStyleIdx="9" presStyleCnt="11"/>
      <dgm:spPr/>
    </dgm:pt>
    <dgm:pt modelId="{227BCB7E-C2C5-4B03-856B-FC85EF2AC34D}" type="pres">
      <dgm:prSet presAssocID="{A8A9AA8B-D5DE-41C2-A4DA-052691D91F49}" presName="hierChild4" presStyleCnt="0"/>
      <dgm:spPr/>
    </dgm:pt>
    <dgm:pt modelId="{FFC67810-C150-4CEB-AF4B-E2CA2B01CC05}" type="pres">
      <dgm:prSet presAssocID="{A8A9AA8B-D5DE-41C2-A4DA-052691D91F49}" presName="hierChild5" presStyleCnt="0"/>
      <dgm:spPr/>
    </dgm:pt>
    <dgm:pt modelId="{F02EE060-3477-4FA1-A40C-289C36287BAE}" type="pres">
      <dgm:prSet presAssocID="{1B9F4B24-98A1-4714-A42F-DE6641DC4566}" presName="hierChild5" presStyleCnt="0"/>
      <dgm:spPr/>
    </dgm:pt>
    <dgm:pt modelId="{2B535E20-623E-4987-BD70-6E449102EDE9}" type="pres">
      <dgm:prSet presAssocID="{9A3EA69D-9BCE-46B1-961F-B82909B4A26A}" presName="Name37" presStyleLbl="parChTrans1D2" presStyleIdx="3" presStyleCnt="4"/>
      <dgm:spPr/>
    </dgm:pt>
    <dgm:pt modelId="{61814341-3CCC-4D47-8E82-456363C69F5B}" type="pres">
      <dgm:prSet presAssocID="{5EF938E5-ABF5-48F5-98CA-CEAA078E7824}" presName="hierRoot2" presStyleCnt="0">
        <dgm:presLayoutVars>
          <dgm:hierBranch val="r"/>
        </dgm:presLayoutVars>
      </dgm:prSet>
      <dgm:spPr/>
    </dgm:pt>
    <dgm:pt modelId="{8175CE50-3F82-4E00-8A15-2777670637F5}" type="pres">
      <dgm:prSet presAssocID="{5EF938E5-ABF5-48F5-98CA-CEAA078E7824}" presName="rootComposite" presStyleCnt="0"/>
      <dgm:spPr/>
    </dgm:pt>
    <dgm:pt modelId="{AEDF5B87-CC6B-4FFA-BF1B-5FFD4EA33E2A}" type="pres">
      <dgm:prSet presAssocID="{5EF938E5-ABF5-48F5-98CA-CEAA078E7824}" presName="rootText" presStyleLbl="node2" presStyleIdx="3" presStyleCnt="4">
        <dgm:presLayoutVars>
          <dgm:chPref val="3"/>
        </dgm:presLayoutVars>
      </dgm:prSet>
      <dgm:spPr/>
    </dgm:pt>
    <dgm:pt modelId="{88E947EB-AF6E-4452-8970-A9820E24B041}" type="pres">
      <dgm:prSet presAssocID="{5EF938E5-ABF5-48F5-98CA-CEAA078E7824}" presName="rootConnector" presStyleLbl="node2" presStyleIdx="3" presStyleCnt="4"/>
      <dgm:spPr/>
    </dgm:pt>
    <dgm:pt modelId="{1F581087-8A62-4BBF-A891-21A832FBA29D}" type="pres">
      <dgm:prSet presAssocID="{5EF938E5-ABF5-48F5-98CA-CEAA078E7824}" presName="hierChild4" presStyleCnt="0"/>
      <dgm:spPr/>
    </dgm:pt>
    <dgm:pt modelId="{6F2680DF-02C8-450F-BB2E-12DF6A3B030E}" type="pres">
      <dgm:prSet presAssocID="{AC3F6035-4ED7-4D65-8204-7422B51848A6}" presName="Name50" presStyleLbl="parChTrans1D3" presStyleIdx="10" presStyleCnt="11"/>
      <dgm:spPr/>
    </dgm:pt>
    <dgm:pt modelId="{1A382A2C-2714-43E3-81DB-B1E16C938B91}" type="pres">
      <dgm:prSet presAssocID="{29D3D423-8C34-4C0C-83C2-E7E4C9BF6B21}" presName="hierRoot2" presStyleCnt="0">
        <dgm:presLayoutVars>
          <dgm:hierBranch val="init"/>
        </dgm:presLayoutVars>
      </dgm:prSet>
      <dgm:spPr/>
    </dgm:pt>
    <dgm:pt modelId="{7779E676-D223-4730-AE73-BA5068A4F212}" type="pres">
      <dgm:prSet presAssocID="{29D3D423-8C34-4C0C-83C2-E7E4C9BF6B21}" presName="rootComposite" presStyleCnt="0"/>
      <dgm:spPr/>
    </dgm:pt>
    <dgm:pt modelId="{E13CF7ED-E878-4457-AA7E-C1C217D27D17}" type="pres">
      <dgm:prSet presAssocID="{29D3D423-8C34-4C0C-83C2-E7E4C9BF6B21}" presName="rootText" presStyleLbl="node3" presStyleIdx="10" presStyleCnt="11">
        <dgm:presLayoutVars>
          <dgm:chPref val="3"/>
        </dgm:presLayoutVars>
      </dgm:prSet>
      <dgm:spPr>
        <a:xfrm>
          <a:off x="5489178" y="1407868"/>
          <a:ext cx="989707" cy="494853"/>
        </a:xfrm>
        <a:prstGeom prst="rect">
          <a:avLst/>
        </a:prstGeom>
      </dgm:spPr>
    </dgm:pt>
    <dgm:pt modelId="{2EDD52F9-B18E-445B-95C2-96A7AC899219}" type="pres">
      <dgm:prSet presAssocID="{29D3D423-8C34-4C0C-83C2-E7E4C9BF6B21}" presName="rootConnector" presStyleLbl="node3" presStyleIdx="10" presStyleCnt="11"/>
      <dgm:spPr/>
    </dgm:pt>
    <dgm:pt modelId="{BFCA40C9-CF7F-4620-8E00-5CDD86B5667A}" type="pres">
      <dgm:prSet presAssocID="{29D3D423-8C34-4C0C-83C2-E7E4C9BF6B21}" presName="hierChild4" presStyleCnt="0"/>
      <dgm:spPr/>
    </dgm:pt>
    <dgm:pt modelId="{956B4747-896E-4F43-A197-693876B2F0AB}" type="pres">
      <dgm:prSet presAssocID="{29D3D423-8C34-4C0C-83C2-E7E4C9BF6B21}" presName="hierChild5" presStyleCnt="0"/>
      <dgm:spPr/>
    </dgm:pt>
    <dgm:pt modelId="{815F2B2C-3318-4470-A18A-8F940FA879A4}" type="pres">
      <dgm:prSet presAssocID="{5EF938E5-ABF5-48F5-98CA-CEAA078E7824}" presName="hierChild5" presStyleCnt="0"/>
      <dgm:spPr/>
    </dgm:pt>
    <dgm:pt modelId="{6D0055A8-4940-427D-A9C2-0D3498F024DF}" type="pres">
      <dgm:prSet presAssocID="{62C1530B-B041-4BBB-9FEB-2FB46CFB6433}" presName="hierChild3" presStyleCnt="0"/>
      <dgm:spPr/>
    </dgm:pt>
  </dgm:ptLst>
  <dgm:cxnLst>
    <dgm:cxn modelId="{02A23600-AC65-44A0-B707-FFB7FDF2F7BA}" type="presOf" srcId="{29D3D423-8C34-4C0C-83C2-E7E4C9BF6B21}" destId="{2EDD52F9-B18E-445B-95C2-96A7AC899219}" srcOrd="1" destOrd="0" presId="urn:microsoft.com/office/officeart/2005/8/layout/orgChart1"/>
    <dgm:cxn modelId="{E8F8CE04-41E2-41CB-9961-15FC0C9F691B}" srcId="{62C1530B-B041-4BBB-9FEB-2FB46CFB6433}" destId="{F773EBD5-6DCF-4783-81D8-448B4F3FDE1D}" srcOrd="1" destOrd="0" parTransId="{AB4A2CD5-1598-42CB-9B64-60026EE843A1}" sibTransId="{E4EDD6DC-ED50-4B4D-B4DB-6B91DFCFC0B8}"/>
    <dgm:cxn modelId="{0B38650F-5D52-4220-B947-1AB359B46D05}" srcId="{1B9F4B24-98A1-4714-A42F-DE6641DC4566}" destId="{A8A9AA8B-D5DE-41C2-A4DA-052691D91F49}" srcOrd="0" destOrd="0" parTransId="{F24BE23B-C5B6-413F-A86E-9142632390EA}" sibTransId="{48563C2E-E709-4CEE-ABE7-B94F5F88D1FE}"/>
    <dgm:cxn modelId="{2AAC3110-C8D6-4AEF-9611-4230CBFEB2F9}" type="presOf" srcId="{44346927-3452-4770-84C1-C0C841BF84B3}" destId="{CCCFCEDE-92F0-4C37-A1DC-1C1DACB66761}" srcOrd="0" destOrd="0" presId="urn:microsoft.com/office/officeart/2005/8/layout/orgChart1"/>
    <dgm:cxn modelId="{6E960411-6941-4756-A666-92885A160829}" type="presOf" srcId="{ABF421D2-11F3-4FD3-9309-5E7A69C90FAB}" destId="{B4A818EC-194E-4885-B10D-0468FC19B0A1}" srcOrd="0" destOrd="0" presId="urn:microsoft.com/office/officeart/2005/8/layout/orgChart1"/>
    <dgm:cxn modelId="{05ADD912-B41B-4098-B96B-AE4F740DEA18}" srcId="{314B939C-CF23-4733-90AD-FF37AEFAD9C2}" destId="{44346927-3452-4770-84C1-C0C841BF84B3}" srcOrd="3" destOrd="0" parTransId="{F2C6143F-8EFC-4B97-B255-A1C74FC5603D}" sibTransId="{1595031D-C60B-4A72-951D-4E082F4804D2}"/>
    <dgm:cxn modelId="{AB829321-91A9-4D5B-B447-2ACDCB8426E5}" type="presOf" srcId="{F24BE23B-C5B6-413F-A86E-9142632390EA}" destId="{47307C3F-09EA-407B-9E53-07D91DEFB28A}" srcOrd="0" destOrd="0" presId="urn:microsoft.com/office/officeart/2005/8/layout/orgChart1"/>
    <dgm:cxn modelId="{25168C2D-2D73-49E1-A1D2-055ABDF8CCFA}" type="presOf" srcId="{A8A9AA8B-D5DE-41C2-A4DA-052691D91F49}" destId="{ABD333A7-7417-49EF-8239-F594D1AD6D19}" srcOrd="0" destOrd="0" presId="urn:microsoft.com/office/officeart/2005/8/layout/orgChart1"/>
    <dgm:cxn modelId="{8EA1B73D-F2F4-4484-A608-4EB08839C149}" type="presOf" srcId="{29D3D423-8C34-4C0C-83C2-E7E4C9BF6B21}" destId="{E13CF7ED-E878-4457-AA7E-C1C217D27D17}" srcOrd="0" destOrd="0" presId="urn:microsoft.com/office/officeart/2005/8/layout/orgChart1"/>
    <dgm:cxn modelId="{38F2E03D-175B-452B-984E-A90FC89408E0}" srcId="{62C1530B-B041-4BBB-9FEB-2FB46CFB6433}" destId="{5EF938E5-ABF5-48F5-98CA-CEAA078E7824}" srcOrd="3" destOrd="0" parTransId="{9A3EA69D-9BCE-46B1-961F-B82909B4A26A}" sibTransId="{8AA516F5-2EB5-47E8-B176-CB169A524CA0}"/>
    <dgm:cxn modelId="{F773213F-E48E-4F1F-96E9-FB6790BF197A}" type="presOf" srcId="{5AB01FF5-BE1A-4A7D-892B-A17BC66F835B}" destId="{6F8A0C77-A812-4C42-AA3B-83ADD4CCB9D0}" srcOrd="0" destOrd="0" presId="urn:microsoft.com/office/officeart/2005/8/layout/orgChart1"/>
    <dgm:cxn modelId="{3E0FBF61-55D4-41B6-BF8D-C07A8D078C3B}" type="presOf" srcId="{1B9F4B24-98A1-4714-A42F-DE6641DC4566}" destId="{CD0D4050-6FA0-4EA5-B991-0BF966AD2E00}" srcOrd="0" destOrd="0" presId="urn:microsoft.com/office/officeart/2005/8/layout/orgChart1"/>
    <dgm:cxn modelId="{2BDC6742-13E9-4689-836F-8C09CB672600}" srcId="{314B939C-CF23-4733-90AD-FF37AEFAD9C2}" destId="{3A660579-A6AE-4264-A8FD-F5210481151C}" srcOrd="1" destOrd="0" parTransId="{F49C06E2-1357-4973-B237-7C5F5AA3E843}" sibTransId="{02C00C07-E4E3-40A4-85F7-8CB0D73A70F5}"/>
    <dgm:cxn modelId="{A2027943-6D89-4002-BAAF-9F0602FE8CE2}" type="presOf" srcId="{5EF938E5-ABF5-48F5-98CA-CEAA078E7824}" destId="{AEDF5B87-CC6B-4FFA-BF1B-5FFD4EA33E2A}" srcOrd="0" destOrd="0" presId="urn:microsoft.com/office/officeart/2005/8/layout/orgChart1"/>
    <dgm:cxn modelId="{7697A644-4B55-43FF-AD25-D73C7134F472}" type="presOf" srcId="{296D6AC0-C865-424F-AE4C-636630868C4F}" destId="{155CD677-E849-4314-9BB0-59CFE6277C19}" srcOrd="0" destOrd="0" presId="urn:microsoft.com/office/officeart/2005/8/layout/orgChart1"/>
    <dgm:cxn modelId="{50485367-BF35-4C4C-A9C9-291EC003522F}" type="presOf" srcId="{3A660579-A6AE-4264-A8FD-F5210481151C}" destId="{2E4DDBD4-9C6C-4C69-8506-68732EA65674}" srcOrd="1" destOrd="0" presId="urn:microsoft.com/office/officeart/2005/8/layout/orgChart1"/>
    <dgm:cxn modelId="{E2778548-8780-4AF7-A5C8-175D808CEC78}" type="presOf" srcId="{314B939C-CF23-4733-90AD-FF37AEFAD9C2}" destId="{5F16BA0C-FF30-493D-A76C-A24675B690AE}" srcOrd="0" destOrd="0" presId="urn:microsoft.com/office/officeart/2005/8/layout/orgChart1"/>
    <dgm:cxn modelId="{DEEC036A-9988-4A8B-BFD4-D3CE50DAE0A8}" type="presOf" srcId="{9715F6B4-0BBA-4A7A-8932-BE9C69120EFF}" destId="{C141148D-FC93-4A6B-9210-07A74E6132E6}" srcOrd="0" destOrd="0" presId="urn:microsoft.com/office/officeart/2005/8/layout/orgChart1"/>
    <dgm:cxn modelId="{9FA80F4B-0004-4A5A-9D5F-C24987D847F6}" srcId="{314B939C-CF23-4733-90AD-FF37AEFAD9C2}" destId="{065BD91E-3A5F-4510-B62A-138FB37B7DBF}" srcOrd="0" destOrd="0" parTransId="{B782125C-20AF-4452-8712-A53012336705}" sibTransId="{590BBB99-2413-4D87-ADBE-D55E19F0E8F2}"/>
    <dgm:cxn modelId="{25B8B86C-06BB-4261-877B-3FCC47C342D1}" type="presOf" srcId="{296D6AC0-C865-424F-AE4C-636630868C4F}" destId="{931D735D-4E82-4EFD-BBCF-529B1150E796}" srcOrd="1" destOrd="0" presId="urn:microsoft.com/office/officeart/2005/8/layout/orgChart1"/>
    <dgm:cxn modelId="{2E83196F-BDBF-4F4E-856F-965462FD8BD9}" srcId="{F773EBD5-6DCF-4783-81D8-448B4F3FDE1D}" destId="{5AB01FF5-BE1A-4A7D-892B-A17BC66F835B}" srcOrd="0" destOrd="0" parTransId="{EF51A349-F71D-4471-B984-58197B25B5C8}" sibTransId="{6C37DD39-404B-4DEC-9114-1205C76555FC}"/>
    <dgm:cxn modelId="{E59D8070-EF18-4DA6-B3DE-334375DE1A2B}" type="presOf" srcId="{5EF938E5-ABF5-48F5-98CA-CEAA078E7824}" destId="{88E947EB-AF6E-4452-8970-A9820E24B041}" srcOrd="1" destOrd="0" presId="urn:microsoft.com/office/officeart/2005/8/layout/orgChart1"/>
    <dgm:cxn modelId="{1F5A1273-B359-4B2E-BE4B-CD487FA481C6}" srcId="{62C1530B-B041-4BBB-9FEB-2FB46CFB6433}" destId="{1B9F4B24-98A1-4714-A42F-DE6641DC4566}" srcOrd="2" destOrd="0" parTransId="{E5815610-7544-4862-87EE-930C3DABE2F4}" sibTransId="{421720AD-03B0-47E9-98F2-038E1DB312A8}"/>
    <dgm:cxn modelId="{92340656-B0D1-4C92-9FCE-79A6A01F9ABB}" type="presOf" srcId="{A8A9AA8B-D5DE-41C2-A4DA-052691D91F49}" destId="{9148E400-F108-4A61-B4AB-F3D23E0097E6}" srcOrd="1" destOrd="0" presId="urn:microsoft.com/office/officeart/2005/8/layout/orgChart1"/>
    <dgm:cxn modelId="{D93E6658-7DCD-4DA2-99FE-5E9758E555B7}" type="presOf" srcId="{E5815610-7544-4862-87EE-930C3DABE2F4}" destId="{4183CBC2-DEF0-4CDD-8C5E-D2A6C723B041}" srcOrd="0" destOrd="0" presId="urn:microsoft.com/office/officeart/2005/8/layout/orgChart1"/>
    <dgm:cxn modelId="{ABE80C5A-AB49-4C2D-9428-97021D657BC3}" type="presOf" srcId="{F49C06E2-1357-4973-B237-7C5F5AA3E843}" destId="{39A3A4E9-914A-40A4-B28C-238893AC9375}" srcOrd="0" destOrd="0" presId="urn:microsoft.com/office/officeart/2005/8/layout/orgChart1"/>
    <dgm:cxn modelId="{2CB94A8B-C0EA-4950-B461-C42062BE08EA}" srcId="{62C1530B-B041-4BBB-9FEB-2FB46CFB6433}" destId="{314B939C-CF23-4733-90AD-FF37AEFAD9C2}" srcOrd="0" destOrd="0" parTransId="{8C09D23E-546D-47C0-B2F5-A3363A9A2DA7}" sibTransId="{D7812593-FF65-45B3-BED8-83D2F672194C}"/>
    <dgm:cxn modelId="{2378158C-23CB-44C3-B87E-F7C9E105F7C1}" srcId="{314B939C-CF23-4733-90AD-FF37AEFAD9C2}" destId="{10436848-CD3F-4857-8C33-A73E8B763C27}" srcOrd="2" destOrd="0" parTransId="{9715F6B4-0BBA-4A7A-8932-BE9C69120EFF}" sibTransId="{134E8994-979E-4CB4-A900-254EF9A61D13}"/>
    <dgm:cxn modelId="{0BC0CD8E-A0D7-4F6F-AE55-028F477B2BEC}" type="presOf" srcId="{EF51A349-F71D-4471-B984-58197B25B5C8}" destId="{FC30E892-ED4F-482B-B101-56E27082F86F}" srcOrd="0" destOrd="0" presId="urn:microsoft.com/office/officeart/2005/8/layout/orgChart1"/>
    <dgm:cxn modelId="{5CB2C296-B2D7-4B48-838D-86A45048468B}" type="presOf" srcId="{D3D13CE6-6734-421D-9AD3-94D07EAE28CE}" destId="{DADB9FA2-9637-4A8F-B2B7-09505AB8FC74}" srcOrd="1" destOrd="0" presId="urn:microsoft.com/office/officeart/2005/8/layout/orgChart1"/>
    <dgm:cxn modelId="{5C6D079B-48DF-41BE-8416-1665684C7517}" type="presOf" srcId="{44346927-3452-4770-84C1-C0C841BF84B3}" destId="{74C66C61-A303-4776-BE4C-F71B269DD595}" srcOrd="1" destOrd="0" presId="urn:microsoft.com/office/officeart/2005/8/layout/orgChart1"/>
    <dgm:cxn modelId="{4C3AA09E-C569-4F29-9018-DC0FC4544BD7}" srcId="{314B939C-CF23-4733-90AD-FF37AEFAD9C2}" destId="{296D6AC0-C865-424F-AE4C-636630868C4F}" srcOrd="5" destOrd="0" parTransId="{F523CBC9-8253-4F6E-BA2C-6B79873E5CF1}" sibTransId="{A900BEF5-602A-4543-8305-F4D29291A7AB}"/>
    <dgm:cxn modelId="{CE06F1A2-0784-4ABF-8229-7310055D8F74}" srcId="{F773EBD5-6DCF-4783-81D8-448B4F3FDE1D}" destId="{0CFD5280-9662-440A-9CFD-457D57685D35}" srcOrd="2" destOrd="0" parTransId="{56C8291D-4908-4ECA-9CAD-2F927253675D}" sibTransId="{47D22840-A382-4102-BB0C-05A412C27D91}"/>
    <dgm:cxn modelId="{AFE779A9-8583-464F-881A-DF8DA03B12E0}" type="presOf" srcId="{AC3F6035-4ED7-4D65-8204-7422B51848A6}" destId="{6F2680DF-02C8-450F-BB2E-12DF6A3B030E}" srcOrd="0" destOrd="0" presId="urn:microsoft.com/office/officeart/2005/8/layout/orgChart1"/>
    <dgm:cxn modelId="{6FA78FA9-2DE5-4B65-8DC8-6B36B94303FE}" type="presOf" srcId="{ABF421D2-11F3-4FD3-9309-5E7A69C90FAB}" destId="{755B3513-64A8-4A91-9D81-DE51AF601098}" srcOrd="1" destOrd="0" presId="urn:microsoft.com/office/officeart/2005/8/layout/orgChart1"/>
    <dgm:cxn modelId="{6A00CCAA-215A-4F22-8D0F-5376650E1305}" type="presOf" srcId="{3A660579-A6AE-4264-A8FD-F5210481151C}" destId="{0507F9F6-8D8A-40AF-A26D-BF805CE42D41}" srcOrd="0" destOrd="0" presId="urn:microsoft.com/office/officeart/2005/8/layout/orgChart1"/>
    <dgm:cxn modelId="{E5DCEBB5-2580-4785-B256-DFF66F21C520}" type="presOf" srcId="{62C1530B-B041-4BBB-9FEB-2FB46CFB6433}" destId="{D9CBD038-E8FB-4200-9094-188DF88F0FB5}" srcOrd="0" destOrd="0" presId="urn:microsoft.com/office/officeart/2005/8/layout/orgChart1"/>
    <dgm:cxn modelId="{D51A90B6-8CBC-4F64-9D0E-2DC8DB453ED5}" srcId="{5EF938E5-ABF5-48F5-98CA-CEAA078E7824}" destId="{29D3D423-8C34-4C0C-83C2-E7E4C9BF6B21}" srcOrd="0" destOrd="0" parTransId="{AC3F6035-4ED7-4D65-8204-7422B51848A6}" sibTransId="{C2065F39-45AF-4FE9-96BE-E382E4CC0A40}"/>
    <dgm:cxn modelId="{EEE133B7-C452-4E7F-8391-1531FECDA259}" type="presOf" srcId="{F2C6143F-8EFC-4B97-B255-A1C74FC5603D}" destId="{94D05D81-0A85-4C01-A80C-6CD6F90108B2}" srcOrd="0" destOrd="0" presId="urn:microsoft.com/office/officeart/2005/8/layout/orgChart1"/>
    <dgm:cxn modelId="{3E3549B8-45B9-4DA5-AAAC-5C136A63A2C2}" type="presOf" srcId="{F773EBD5-6DCF-4783-81D8-448B4F3FDE1D}" destId="{C53B7A73-3461-41F4-8CD7-7013D62F3A7C}" srcOrd="0" destOrd="0" presId="urn:microsoft.com/office/officeart/2005/8/layout/orgChart1"/>
    <dgm:cxn modelId="{AFBBBEB9-CCE1-4D92-B46B-01466955DEB8}" type="presOf" srcId="{DEFD5FCC-701C-4057-A31A-420C1ACDCE01}" destId="{B1AA23B8-60DA-4EA2-877E-7BCEC9BF3807}" srcOrd="0" destOrd="0" presId="urn:microsoft.com/office/officeart/2005/8/layout/orgChart1"/>
    <dgm:cxn modelId="{BF1D39BF-1157-4A66-A335-91D7447DE4F8}" type="presOf" srcId="{56C8291D-4908-4ECA-9CAD-2F927253675D}" destId="{37A76B63-9457-4148-B012-F87DC6595C3D}" srcOrd="0" destOrd="0" presId="urn:microsoft.com/office/officeart/2005/8/layout/orgChart1"/>
    <dgm:cxn modelId="{DF1931C3-1B65-442F-8295-B0CCB334768E}" type="presOf" srcId="{D3D13CE6-6734-421D-9AD3-94D07EAE28CE}" destId="{194CA64C-E711-4591-8085-4B9BE62F507D}" srcOrd="0" destOrd="0" presId="urn:microsoft.com/office/officeart/2005/8/layout/orgChart1"/>
    <dgm:cxn modelId="{8646B7C3-B0F8-4B04-B41A-1BA3D471069E}" type="presOf" srcId="{10436848-CD3F-4857-8C33-A73E8B763C27}" destId="{B3F285CD-6C46-4893-AAC2-195D4AACCB5E}" srcOrd="0" destOrd="0" presId="urn:microsoft.com/office/officeart/2005/8/layout/orgChart1"/>
    <dgm:cxn modelId="{1D72C1C4-0BD9-4673-92D9-BDDCA145ED40}" type="presOf" srcId="{9A3EA69D-9BCE-46B1-961F-B82909B4A26A}" destId="{2B535E20-623E-4987-BD70-6E449102EDE9}" srcOrd="0" destOrd="0" presId="urn:microsoft.com/office/officeart/2005/8/layout/orgChart1"/>
    <dgm:cxn modelId="{882542CA-B472-4285-A527-66BE09DFB895}" type="presOf" srcId="{F773EBD5-6DCF-4783-81D8-448B4F3FDE1D}" destId="{6F00EFBA-6DB9-4548-9277-A0AE5CA86463}" srcOrd="1" destOrd="0" presId="urn:microsoft.com/office/officeart/2005/8/layout/orgChart1"/>
    <dgm:cxn modelId="{49522FCD-3A47-4CB3-81A9-96AE9371995B}" type="presOf" srcId="{065BD91E-3A5F-4510-B62A-138FB37B7DBF}" destId="{B372778D-02B8-4BC8-8618-3844867AC45D}" srcOrd="1" destOrd="0" presId="urn:microsoft.com/office/officeart/2005/8/layout/orgChart1"/>
    <dgm:cxn modelId="{C4F17FD0-7D5D-439B-925E-BD73E958E4F8}" type="presOf" srcId="{F523CBC9-8253-4F6E-BA2C-6B79873E5CF1}" destId="{2A9F0FC1-4CCF-4538-8792-BE34B431A39F}" srcOrd="0" destOrd="0" presId="urn:microsoft.com/office/officeart/2005/8/layout/orgChart1"/>
    <dgm:cxn modelId="{3E6908D2-C196-4BDD-AA23-AECEC2B1F4ED}" type="presOf" srcId="{0CFD5280-9662-440A-9CFD-457D57685D35}" destId="{BA52251C-3343-4C99-8D70-F00460F3F422}" srcOrd="1" destOrd="0" presId="urn:microsoft.com/office/officeart/2005/8/layout/orgChart1"/>
    <dgm:cxn modelId="{293F9CD2-4007-4F70-A967-78621C3963CE}" type="presOf" srcId="{B782125C-20AF-4452-8712-A53012336705}" destId="{6DBC5513-71E4-46B9-916C-3A4B7126D106}" srcOrd="0" destOrd="0" presId="urn:microsoft.com/office/officeart/2005/8/layout/orgChart1"/>
    <dgm:cxn modelId="{194AE5D6-E37F-4DDC-881A-B92D622FDEBD}" srcId="{314B939C-CF23-4733-90AD-FF37AEFAD9C2}" destId="{D3D13CE6-6734-421D-9AD3-94D07EAE28CE}" srcOrd="4" destOrd="0" parTransId="{2CC76D9F-2D72-4774-B3D4-B2954978395B}" sibTransId="{F1A95AEB-70E2-4DCB-AD17-275DE2EF6AB3}"/>
    <dgm:cxn modelId="{44C32BD8-2AE3-4DB5-9E6D-CCB21E96B9DA}" type="presOf" srcId="{0CFD5280-9662-440A-9CFD-457D57685D35}" destId="{FC17C170-7348-4B7E-9A74-DE797DEDBF9E}" srcOrd="0" destOrd="0" presId="urn:microsoft.com/office/officeart/2005/8/layout/orgChart1"/>
    <dgm:cxn modelId="{B2F4F9DC-5970-4ACF-8629-B8FB427D52BC}" type="presOf" srcId="{AB4A2CD5-1598-42CB-9B64-60026EE843A1}" destId="{DF7CC240-C7E9-42E6-9AD2-21144CDE4210}" srcOrd="0" destOrd="0" presId="urn:microsoft.com/office/officeart/2005/8/layout/orgChart1"/>
    <dgm:cxn modelId="{F1F9F7E5-2DCA-4437-8485-D0D76F1FCC41}" srcId="{DEFD5FCC-701C-4057-A31A-420C1ACDCE01}" destId="{62C1530B-B041-4BBB-9FEB-2FB46CFB6433}" srcOrd="0" destOrd="0" parTransId="{BE025AD6-A2BC-474D-B13F-2053B024A1FA}" sibTransId="{D216943B-C550-4B69-BB2C-0BFAE6087941}"/>
    <dgm:cxn modelId="{4F5427E8-546B-4FD2-9CD6-1DCECF501F6F}" type="presOf" srcId="{065BD91E-3A5F-4510-B62A-138FB37B7DBF}" destId="{144DAE82-60E1-48DE-9FE5-883F92823325}" srcOrd="0" destOrd="0" presId="urn:microsoft.com/office/officeart/2005/8/layout/orgChart1"/>
    <dgm:cxn modelId="{BE0A95EF-DF9A-4F99-80CF-DA931BA10541}" type="presOf" srcId="{62C1530B-B041-4BBB-9FEB-2FB46CFB6433}" destId="{D03E068A-7388-472C-AB8E-306236FA3F44}" srcOrd="1" destOrd="0" presId="urn:microsoft.com/office/officeart/2005/8/layout/orgChart1"/>
    <dgm:cxn modelId="{FE7C73F0-46A0-4B7C-A4EA-5B9E3894BDCB}" type="presOf" srcId="{C2D5AEA2-6A9B-4E13-A72D-3482535FE9A9}" destId="{48B308E3-C680-45A5-9543-8E7172885826}" srcOrd="0" destOrd="0" presId="urn:microsoft.com/office/officeart/2005/8/layout/orgChart1"/>
    <dgm:cxn modelId="{08A772F1-F700-45EE-BFA3-40FDC31EA985}" type="presOf" srcId="{314B939C-CF23-4733-90AD-FF37AEFAD9C2}" destId="{E7BE964C-6781-48A1-8A45-71B3BB88CE34}" srcOrd="1" destOrd="0" presId="urn:microsoft.com/office/officeart/2005/8/layout/orgChart1"/>
    <dgm:cxn modelId="{8E7C45F2-5854-4091-9FA8-1099126D67E6}" type="presOf" srcId="{2CC76D9F-2D72-4774-B3D4-B2954978395B}" destId="{B610B5ED-E94B-4A5A-983A-AC127992DDAC}" srcOrd="0" destOrd="0" presId="urn:microsoft.com/office/officeart/2005/8/layout/orgChart1"/>
    <dgm:cxn modelId="{690120F5-7AA6-425D-B878-F135AD31DEA9}" type="presOf" srcId="{1B9F4B24-98A1-4714-A42F-DE6641DC4566}" destId="{7C4E01D0-9D68-4E4C-AE50-89F75FB27486}" srcOrd="1" destOrd="0" presId="urn:microsoft.com/office/officeart/2005/8/layout/orgChart1"/>
    <dgm:cxn modelId="{C3A99BF8-0CB8-4E1C-9FF3-68366FB4F46E}" type="presOf" srcId="{8C09D23E-546D-47C0-B2F5-A3363A9A2DA7}" destId="{B7E72AE1-A84C-416D-8C60-3EC11BB52D66}" srcOrd="0" destOrd="0" presId="urn:microsoft.com/office/officeart/2005/8/layout/orgChart1"/>
    <dgm:cxn modelId="{E3B796FB-C84D-4BA7-9475-61A288329C4A}" type="presOf" srcId="{10436848-CD3F-4857-8C33-A73E8B763C27}" destId="{2D9D0986-8C25-4B27-96EA-76B501F3A816}" srcOrd="1" destOrd="0" presId="urn:microsoft.com/office/officeart/2005/8/layout/orgChart1"/>
    <dgm:cxn modelId="{D6B17EFE-AFA3-4DDD-B69F-1BF18C22F967}" type="presOf" srcId="{5AB01FF5-BE1A-4A7D-892B-A17BC66F835B}" destId="{07AA20C7-8BB1-45EA-8CD9-F59CCA09B38D}" srcOrd="1" destOrd="0" presId="urn:microsoft.com/office/officeart/2005/8/layout/orgChart1"/>
    <dgm:cxn modelId="{D00A7FFF-F5B3-4C1B-8016-989311AA1EF4}" srcId="{F773EBD5-6DCF-4783-81D8-448B4F3FDE1D}" destId="{ABF421D2-11F3-4FD3-9309-5E7A69C90FAB}" srcOrd="1" destOrd="0" parTransId="{C2D5AEA2-6A9B-4E13-A72D-3482535FE9A9}" sibTransId="{F850EB4D-3FF8-48FF-9833-BFC88F9689E3}"/>
    <dgm:cxn modelId="{84652CCD-E342-4842-AA06-211A4D29ED4A}" type="presParOf" srcId="{B1AA23B8-60DA-4EA2-877E-7BCEC9BF3807}" destId="{48810139-B7CE-4579-B789-EB6EFB568155}" srcOrd="0" destOrd="0" presId="urn:microsoft.com/office/officeart/2005/8/layout/orgChart1"/>
    <dgm:cxn modelId="{BE5D9300-77A8-4A91-B0BC-B649E7916C17}" type="presParOf" srcId="{48810139-B7CE-4579-B789-EB6EFB568155}" destId="{BB4864A4-3374-438B-A406-C63C8084CC9B}" srcOrd="0" destOrd="0" presId="urn:microsoft.com/office/officeart/2005/8/layout/orgChart1"/>
    <dgm:cxn modelId="{B55E34AC-7183-41CE-8E60-C57F0A09F8C9}" type="presParOf" srcId="{BB4864A4-3374-438B-A406-C63C8084CC9B}" destId="{D9CBD038-E8FB-4200-9094-188DF88F0FB5}" srcOrd="0" destOrd="0" presId="urn:microsoft.com/office/officeart/2005/8/layout/orgChart1"/>
    <dgm:cxn modelId="{6C9DCB42-EB79-44EB-A95E-1ED95B8DD36D}" type="presParOf" srcId="{BB4864A4-3374-438B-A406-C63C8084CC9B}" destId="{D03E068A-7388-472C-AB8E-306236FA3F44}" srcOrd="1" destOrd="0" presId="urn:microsoft.com/office/officeart/2005/8/layout/orgChart1"/>
    <dgm:cxn modelId="{111DF906-A036-42A9-B204-364FBE953096}" type="presParOf" srcId="{48810139-B7CE-4579-B789-EB6EFB568155}" destId="{6CBCFE4B-9561-4672-920E-BC123C4C7A2F}" srcOrd="1" destOrd="0" presId="urn:microsoft.com/office/officeart/2005/8/layout/orgChart1"/>
    <dgm:cxn modelId="{639AAD6B-A3EC-4FDD-AB70-71244BD43A88}" type="presParOf" srcId="{6CBCFE4B-9561-4672-920E-BC123C4C7A2F}" destId="{B7E72AE1-A84C-416D-8C60-3EC11BB52D66}" srcOrd="0" destOrd="0" presId="urn:microsoft.com/office/officeart/2005/8/layout/orgChart1"/>
    <dgm:cxn modelId="{743D6721-ECF7-461F-96A2-9B9541541B81}" type="presParOf" srcId="{6CBCFE4B-9561-4672-920E-BC123C4C7A2F}" destId="{7D254BF4-EB98-45F7-9ECC-E151B9D45012}" srcOrd="1" destOrd="0" presId="urn:microsoft.com/office/officeart/2005/8/layout/orgChart1"/>
    <dgm:cxn modelId="{2D6E0C5E-9D75-4ECA-85B0-4890AB6ABE9C}" type="presParOf" srcId="{7D254BF4-EB98-45F7-9ECC-E151B9D45012}" destId="{AA15D4FA-B609-4BD9-9D77-B41F9D828CAD}" srcOrd="0" destOrd="0" presId="urn:microsoft.com/office/officeart/2005/8/layout/orgChart1"/>
    <dgm:cxn modelId="{AED8E696-1C96-48F1-8626-6063D029D439}" type="presParOf" srcId="{AA15D4FA-B609-4BD9-9D77-B41F9D828CAD}" destId="{5F16BA0C-FF30-493D-A76C-A24675B690AE}" srcOrd="0" destOrd="0" presId="urn:microsoft.com/office/officeart/2005/8/layout/orgChart1"/>
    <dgm:cxn modelId="{D01567A4-3336-47F9-AD3F-EDD2C7DB2C35}" type="presParOf" srcId="{AA15D4FA-B609-4BD9-9D77-B41F9D828CAD}" destId="{E7BE964C-6781-48A1-8A45-71B3BB88CE34}" srcOrd="1" destOrd="0" presId="urn:microsoft.com/office/officeart/2005/8/layout/orgChart1"/>
    <dgm:cxn modelId="{5A252D0C-F548-4E64-9512-5D4D2EA8CFC0}" type="presParOf" srcId="{7D254BF4-EB98-45F7-9ECC-E151B9D45012}" destId="{E2F069ED-6B6C-4ECF-ADBB-4F6DF7AA562D}" srcOrd="1" destOrd="0" presId="urn:microsoft.com/office/officeart/2005/8/layout/orgChart1"/>
    <dgm:cxn modelId="{8663FA04-8034-4D25-B522-7B95A2B566B9}" type="presParOf" srcId="{E2F069ED-6B6C-4ECF-ADBB-4F6DF7AA562D}" destId="{6DBC5513-71E4-46B9-916C-3A4B7126D106}" srcOrd="0" destOrd="0" presId="urn:microsoft.com/office/officeart/2005/8/layout/orgChart1"/>
    <dgm:cxn modelId="{54A5D154-65EF-45F8-A3EF-5A04CDB77738}" type="presParOf" srcId="{E2F069ED-6B6C-4ECF-ADBB-4F6DF7AA562D}" destId="{F9AB0DA4-E3A7-482A-8A40-CAD9397AF5FC}" srcOrd="1" destOrd="0" presId="urn:microsoft.com/office/officeart/2005/8/layout/orgChart1"/>
    <dgm:cxn modelId="{3BAAFF9D-CB3C-447F-A4FB-95D9648F2904}" type="presParOf" srcId="{F9AB0DA4-E3A7-482A-8A40-CAD9397AF5FC}" destId="{7630D189-C194-4257-BEEB-2A9522A7D990}" srcOrd="0" destOrd="0" presId="urn:microsoft.com/office/officeart/2005/8/layout/orgChart1"/>
    <dgm:cxn modelId="{BEF60CBA-939C-4BD0-843F-76699B8BE587}" type="presParOf" srcId="{7630D189-C194-4257-BEEB-2A9522A7D990}" destId="{144DAE82-60E1-48DE-9FE5-883F92823325}" srcOrd="0" destOrd="0" presId="urn:microsoft.com/office/officeart/2005/8/layout/orgChart1"/>
    <dgm:cxn modelId="{0776D291-BEE2-4A37-9A05-E9AB1D591825}" type="presParOf" srcId="{7630D189-C194-4257-BEEB-2A9522A7D990}" destId="{B372778D-02B8-4BC8-8618-3844867AC45D}" srcOrd="1" destOrd="0" presId="urn:microsoft.com/office/officeart/2005/8/layout/orgChart1"/>
    <dgm:cxn modelId="{C402AE39-3905-43EA-873D-425AEA8DB5FE}" type="presParOf" srcId="{F9AB0DA4-E3A7-482A-8A40-CAD9397AF5FC}" destId="{DF6327EB-4BC8-4568-B0B4-3BC7A251F7E1}" srcOrd="1" destOrd="0" presId="urn:microsoft.com/office/officeart/2005/8/layout/orgChart1"/>
    <dgm:cxn modelId="{C445F249-1D7F-41C9-BA25-31F7127A27D4}" type="presParOf" srcId="{F9AB0DA4-E3A7-482A-8A40-CAD9397AF5FC}" destId="{0E820EE5-9ED7-4458-B8C4-C34EB503593A}" srcOrd="2" destOrd="0" presId="urn:microsoft.com/office/officeart/2005/8/layout/orgChart1"/>
    <dgm:cxn modelId="{90F692BC-2937-405E-A081-38695091D7D1}" type="presParOf" srcId="{E2F069ED-6B6C-4ECF-ADBB-4F6DF7AA562D}" destId="{39A3A4E9-914A-40A4-B28C-238893AC9375}" srcOrd="2" destOrd="0" presId="urn:microsoft.com/office/officeart/2005/8/layout/orgChart1"/>
    <dgm:cxn modelId="{159F239C-0BF0-4CF4-9F5C-F66404AC6DD8}" type="presParOf" srcId="{E2F069ED-6B6C-4ECF-ADBB-4F6DF7AA562D}" destId="{24931CDF-D178-4BD4-97AD-4357BBA7B034}" srcOrd="3" destOrd="0" presId="urn:microsoft.com/office/officeart/2005/8/layout/orgChart1"/>
    <dgm:cxn modelId="{E33956F9-ED63-44F4-B5F6-2487438F4743}" type="presParOf" srcId="{24931CDF-D178-4BD4-97AD-4357BBA7B034}" destId="{27A36138-C24E-433C-B57E-CBB9E8E1CA38}" srcOrd="0" destOrd="0" presId="urn:microsoft.com/office/officeart/2005/8/layout/orgChart1"/>
    <dgm:cxn modelId="{35718B6A-C3D8-41A9-A7D1-C6663BEBFE74}" type="presParOf" srcId="{27A36138-C24E-433C-B57E-CBB9E8E1CA38}" destId="{0507F9F6-8D8A-40AF-A26D-BF805CE42D41}" srcOrd="0" destOrd="0" presId="urn:microsoft.com/office/officeart/2005/8/layout/orgChart1"/>
    <dgm:cxn modelId="{97698DDF-7814-42CD-8B73-4208313445AC}" type="presParOf" srcId="{27A36138-C24E-433C-B57E-CBB9E8E1CA38}" destId="{2E4DDBD4-9C6C-4C69-8506-68732EA65674}" srcOrd="1" destOrd="0" presId="urn:microsoft.com/office/officeart/2005/8/layout/orgChart1"/>
    <dgm:cxn modelId="{36DDB584-684D-4078-9DD8-2AA7C03E7C01}" type="presParOf" srcId="{24931CDF-D178-4BD4-97AD-4357BBA7B034}" destId="{37258136-8147-43F3-B96B-FA83425B3E73}" srcOrd="1" destOrd="0" presId="urn:microsoft.com/office/officeart/2005/8/layout/orgChart1"/>
    <dgm:cxn modelId="{FADDB5C2-EEB6-412B-89E0-1AB2549054CE}" type="presParOf" srcId="{24931CDF-D178-4BD4-97AD-4357BBA7B034}" destId="{1A2C3627-1890-4070-8B24-AC5D1D7E5D73}" srcOrd="2" destOrd="0" presId="urn:microsoft.com/office/officeart/2005/8/layout/orgChart1"/>
    <dgm:cxn modelId="{D8C13E54-9EEC-4684-8F7A-DF498DF49CBE}" type="presParOf" srcId="{E2F069ED-6B6C-4ECF-ADBB-4F6DF7AA562D}" destId="{C141148D-FC93-4A6B-9210-07A74E6132E6}" srcOrd="4" destOrd="0" presId="urn:microsoft.com/office/officeart/2005/8/layout/orgChart1"/>
    <dgm:cxn modelId="{DD2F461B-0FA8-48C2-82F8-D59891C3A28B}" type="presParOf" srcId="{E2F069ED-6B6C-4ECF-ADBB-4F6DF7AA562D}" destId="{11184DBF-9B6E-47F8-A6BB-984C1683C1E0}" srcOrd="5" destOrd="0" presId="urn:microsoft.com/office/officeart/2005/8/layout/orgChart1"/>
    <dgm:cxn modelId="{BEAC8678-E4AD-4D4F-B988-EC471AEF2F2E}" type="presParOf" srcId="{11184DBF-9B6E-47F8-A6BB-984C1683C1E0}" destId="{32C2E619-A272-4DF4-A5C7-D6E4B5F3BB39}" srcOrd="0" destOrd="0" presId="urn:microsoft.com/office/officeart/2005/8/layout/orgChart1"/>
    <dgm:cxn modelId="{285AA506-FBFD-40B7-99C8-547462B8D0FC}" type="presParOf" srcId="{32C2E619-A272-4DF4-A5C7-D6E4B5F3BB39}" destId="{B3F285CD-6C46-4893-AAC2-195D4AACCB5E}" srcOrd="0" destOrd="0" presId="urn:microsoft.com/office/officeart/2005/8/layout/orgChart1"/>
    <dgm:cxn modelId="{371627C6-0794-4907-99D9-176B419B3553}" type="presParOf" srcId="{32C2E619-A272-4DF4-A5C7-D6E4B5F3BB39}" destId="{2D9D0986-8C25-4B27-96EA-76B501F3A816}" srcOrd="1" destOrd="0" presId="urn:microsoft.com/office/officeart/2005/8/layout/orgChart1"/>
    <dgm:cxn modelId="{65DCF571-34C4-4784-9C93-31FD0D450899}" type="presParOf" srcId="{11184DBF-9B6E-47F8-A6BB-984C1683C1E0}" destId="{44D477E9-82CB-400C-842E-BBE0185F5BEE}" srcOrd="1" destOrd="0" presId="urn:microsoft.com/office/officeart/2005/8/layout/orgChart1"/>
    <dgm:cxn modelId="{8AF1B73B-8660-46ED-8B7D-616255DE33F6}" type="presParOf" srcId="{11184DBF-9B6E-47F8-A6BB-984C1683C1E0}" destId="{6BE73D30-5176-425F-AE1F-5CA67536D3DA}" srcOrd="2" destOrd="0" presId="urn:microsoft.com/office/officeart/2005/8/layout/orgChart1"/>
    <dgm:cxn modelId="{CEB8103A-9033-4217-9F60-F0967610F61C}" type="presParOf" srcId="{E2F069ED-6B6C-4ECF-ADBB-4F6DF7AA562D}" destId="{94D05D81-0A85-4C01-A80C-6CD6F90108B2}" srcOrd="6" destOrd="0" presId="urn:microsoft.com/office/officeart/2005/8/layout/orgChart1"/>
    <dgm:cxn modelId="{22A39D80-ACDD-486D-9B9B-E2B083EC339A}" type="presParOf" srcId="{E2F069ED-6B6C-4ECF-ADBB-4F6DF7AA562D}" destId="{1E76370E-BEC0-41F0-BC7A-A62C0478CD47}" srcOrd="7" destOrd="0" presId="urn:microsoft.com/office/officeart/2005/8/layout/orgChart1"/>
    <dgm:cxn modelId="{8C5E55EE-2DD8-440D-AEF6-EC45AB849E88}" type="presParOf" srcId="{1E76370E-BEC0-41F0-BC7A-A62C0478CD47}" destId="{2785771B-9007-4A4E-A3A6-A723EB09D896}" srcOrd="0" destOrd="0" presId="urn:microsoft.com/office/officeart/2005/8/layout/orgChart1"/>
    <dgm:cxn modelId="{3D8116A1-6627-4A2E-A9CE-34256337E33A}" type="presParOf" srcId="{2785771B-9007-4A4E-A3A6-A723EB09D896}" destId="{CCCFCEDE-92F0-4C37-A1DC-1C1DACB66761}" srcOrd="0" destOrd="0" presId="urn:microsoft.com/office/officeart/2005/8/layout/orgChart1"/>
    <dgm:cxn modelId="{912A8F44-E20F-4CC8-A87F-5394272F52DB}" type="presParOf" srcId="{2785771B-9007-4A4E-A3A6-A723EB09D896}" destId="{74C66C61-A303-4776-BE4C-F71B269DD595}" srcOrd="1" destOrd="0" presId="urn:microsoft.com/office/officeart/2005/8/layout/orgChart1"/>
    <dgm:cxn modelId="{F39BA2DE-5D55-40D2-93E0-BE0937DF8B88}" type="presParOf" srcId="{1E76370E-BEC0-41F0-BC7A-A62C0478CD47}" destId="{3F977D82-E039-45B6-9194-D593C209CDEF}" srcOrd="1" destOrd="0" presId="urn:microsoft.com/office/officeart/2005/8/layout/orgChart1"/>
    <dgm:cxn modelId="{5A11E66B-268B-49F5-88A4-21B588F5F922}" type="presParOf" srcId="{1E76370E-BEC0-41F0-BC7A-A62C0478CD47}" destId="{C2C1B720-1893-4FB2-BFBB-75185FBB8F50}" srcOrd="2" destOrd="0" presId="urn:microsoft.com/office/officeart/2005/8/layout/orgChart1"/>
    <dgm:cxn modelId="{4623B6A3-5659-49CF-AE25-81D05B89C565}" type="presParOf" srcId="{E2F069ED-6B6C-4ECF-ADBB-4F6DF7AA562D}" destId="{B610B5ED-E94B-4A5A-983A-AC127992DDAC}" srcOrd="8" destOrd="0" presId="urn:microsoft.com/office/officeart/2005/8/layout/orgChart1"/>
    <dgm:cxn modelId="{DFAE9F66-A037-4807-95CC-532C37247A7C}" type="presParOf" srcId="{E2F069ED-6B6C-4ECF-ADBB-4F6DF7AA562D}" destId="{9B7663F4-A06B-45F6-904F-759748CD92B5}" srcOrd="9" destOrd="0" presId="urn:microsoft.com/office/officeart/2005/8/layout/orgChart1"/>
    <dgm:cxn modelId="{C02E2A8B-A11F-4F09-A2FD-1C5AD9EC26D8}" type="presParOf" srcId="{9B7663F4-A06B-45F6-904F-759748CD92B5}" destId="{B950B7DD-38A5-447A-B4D5-1CAAB5F1EC72}" srcOrd="0" destOrd="0" presId="urn:microsoft.com/office/officeart/2005/8/layout/orgChart1"/>
    <dgm:cxn modelId="{04B1C60B-18C4-4E9F-8E9B-B80DB28BA215}" type="presParOf" srcId="{B950B7DD-38A5-447A-B4D5-1CAAB5F1EC72}" destId="{194CA64C-E711-4591-8085-4B9BE62F507D}" srcOrd="0" destOrd="0" presId="urn:microsoft.com/office/officeart/2005/8/layout/orgChart1"/>
    <dgm:cxn modelId="{D18631FA-862F-4D74-B1E8-BBF9F91DDDFE}" type="presParOf" srcId="{B950B7DD-38A5-447A-B4D5-1CAAB5F1EC72}" destId="{DADB9FA2-9637-4A8F-B2B7-09505AB8FC74}" srcOrd="1" destOrd="0" presId="urn:microsoft.com/office/officeart/2005/8/layout/orgChart1"/>
    <dgm:cxn modelId="{F718F587-9C85-44C1-89E9-D692F127DDD4}" type="presParOf" srcId="{9B7663F4-A06B-45F6-904F-759748CD92B5}" destId="{B341588A-4F9D-4BD6-B300-D7F4D36D0932}" srcOrd="1" destOrd="0" presId="urn:microsoft.com/office/officeart/2005/8/layout/orgChart1"/>
    <dgm:cxn modelId="{F2E3464C-9EA8-4DDB-8649-E8EA3C6CE82F}" type="presParOf" srcId="{9B7663F4-A06B-45F6-904F-759748CD92B5}" destId="{8BCAB833-3DE8-4919-8658-81B93F9DDC71}" srcOrd="2" destOrd="0" presId="urn:microsoft.com/office/officeart/2005/8/layout/orgChart1"/>
    <dgm:cxn modelId="{484C75B4-94E8-4B53-B956-1F8017C7BC35}" type="presParOf" srcId="{E2F069ED-6B6C-4ECF-ADBB-4F6DF7AA562D}" destId="{2A9F0FC1-4CCF-4538-8792-BE34B431A39F}" srcOrd="10" destOrd="0" presId="urn:microsoft.com/office/officeart/2005/8/layout/orgChart1"/>
    <dgm:cxn modelId="{72904B78-58EB-436D-AFD7-93A55069C1B6}" type="presParOf" srcId="{E2F069ED-6B6C-4ECF-ADBB-4F6DF7AA562D}" destId="{71965D2C-03D7-44F7-BA13-EA1AE9A65AB4}" srcOrd="11" destOrd="0" presId="urn:microsoft.com/office/officeart/2005/8/layout/orgChart1"/>
    <dgm:cxn modelId="{5262A0C0-1246-4036-BD44-7845AEA8ABD1}" type="presParOf" srcId="{71965D2C-03D7-44F7-BA13-EA1AE9A65AB4}" destId="{5DBFCA6E-4A93-42E4-B111-25A98597BB39}" srcOrd="0" destOrd="0" presId="urn:microsoft.com/office/officeart/2005/8/layout/orgChart1"/>
    <dgm:cxn modelId="{AC345F84-361F-42DE-9998-21919B9E6FA3}" type="presParOf" srcId="{5DBFCA6E-4A93-42E4-B111-25A98597BB39}" destId="{155CD677-E849-4314-9BB0-59CFE6277C19}" srcOrd="0" destOrd="0" presId="urn:microsoft.com/office/officeart/2005/8/layout/orgChart1"/>
    <dgm:cxn modelId="{48542D7B-57A2-4BDE-B655-1FF540F789D3}" type="presParOf" srcId="{5DBFCA6E-4A93-42E4-B111-25A98597BB39}" destId="{931D735D-4E82-4EFD-BBCF-529B1150E796}" srcOrd="1" destOrd="0" presId="urn:microsoft.com/office/officeart/2005/8/layout/orgChart1"/>
    <dgm:cxn modelId="{998B8D0B-6A51-4116-98C7-2B64F1D01094}" type="presParOf" srcId="{71965D2C-03D7-44F7-BA13-EA1AE9A65AB4}" destId="{38B2B09D-F7F5-4D99-8ACE-7A4C268A673A}" srcOrd="1" destOrd="0" presId="urn:microsoft.com/office/officeart/2005/8/layout/orgChart1"/>
    <dgm:cxn modelId="{D8217651-3725-43B4-A60E-CD431E5C93AA}" type="presParOf" srcId="{71965D2C-03D7-44F7-BA13-EA1AE9A65AB4}" destId="{EF877890-80AF-4E3C-A3CA-1A50A96F1710}" srcOrd="2" destOrd="0" presId="urn:microsoft.com/office/officeart/2005/8/layout/orgChart1"/>
    <dgm:cxn modelId="{5F7E36A6-C203-4AF6-B01F-A9C158C3F946}" type="presParOf" srcId="{7D254BF4-EB98-45F7-9ECC-E151B9D45012}" destId="{52745743-7973-487C-98AB-EA940ACB00C5}" srcOrd="2" destOrd="0" presId="urn:microsoft.com/office/officeart/2005/8/layout/orgChart1"/>
    <dgm:cxn modelId="{82C9B5F8-1750-40D5-9450-6E489604DB0C}" type="presParOf" srcId="{6CBCFE4B-9561-4672-920E-BC123C4C7A2F}" destId="{DF7CC240-C7E9-42E6-9AD2-21144CDE4210}" srcOrd="2" destOrd="0" presId="urn:microsoft.com/office/officeart/2005/8/layout/orgChart1"/>
    <dgm:cxn modelId="{A50B9258-45B0-45A8-8EA8-08C7E5A93981}" type="presParOf" srcId="{6CBCFE4B-9561-4672-920E-BC123C4C7A2F}" destId="{A3275318-76D9-4DF6-9B38-B4B9BAFD9B3A}" srcOrd="3" destOrd="0" presId="urn:microsoft.com/office/officeart/2005/8/layout/orgChart1"/>
    <dgm:cxn modelId="{CAAA73D2-DFC2-4E3C-AC1C-0ED2DE3719C2}" type="presParOf" srcId="{A3275318-76D9-4DF6-9B38-B4B9BAFD9B3A}" destId="{1A68901D-A270-41AF-B2EC-CDF0299D0525}" srcOrd="0" destOrd="0" presId="urn:microsoft.com/office/officeart/2005/8/layout/orgChart1"/>
    <dgm:cxn modelId="{1D08C575-6D26-4690-B0BC-3A88F9C9F684}" type="presParOf" srcId="{1A68901D-A270-41AF-B2EC-CDF0299D0525}" destId="{C53B7A73-3461-41F4-8CD7-7013D62F3A7C}" srcOrd="0" destOrd="0" presId="urn:microsoft.com/office/officeart/2005/8/layout/orgChart1"/>
    <dgm:cxn modelId="{178AFF0A-C192-4EF5-A553-222D1C7F4CCD}" type="presParOf" srcId="{1A68901D-A270-41AF-B2EC-CDF0299D0525}" destId="{6F00EFBA-6DB9-4548-9277-A0AE5CA86463}" srcOrd="1" destOrd="0" presId="urn:microsoft.com/office/officeart/2005/8/layout/orgChart1"/>
    <dgm:cxn modelId="{1C5F029C-1E3F-4F77-86B4-06BDC5E02B8B}" type="presParOf" srcId="{A3275318-76D9-4DF6-9B38-B4B9BAFD9B3A}" destId="{A615ACBE-FDBC-48FC-BA80-3A6B763D53B9}" srcOrd="1" destOrd="0" presId="urn:microsoft.com/office/officeart/2005/8/layout/orgChart1"/>
    <dgm:cxn modelId="{78CE4E58-3C6E-46B0-A070-19BB55A304CE}" type="presParOf" srcId="{A615ACBE-FDBC-48FC-BA80-3A6B763D53B9}" destId="{FC30E892-ED4F-482B-B101-56E27082F86F}" srcOrd="0" destOrd="0" presId="urn:microsoft.com/office/officeart/2005/8/layout/orgChart1"/>
    <dgm:cxn modelId="{5A8DF96D-050F-43F8-ABA9-9085439F59BA}" type="presParOf" srcId="{A615ACBE-FDBC-48FC-BA80-3A6B763D53B9}" destId="{634A4202-F79E-4B68-A8AF-CAD398E75658}" srcOrd="1" destOrd="0" presId="urn:microsoft.com/office/officeart/2005/8/layout/orgChart1"/>
    <dgm:cxn modelId="{BF2C4688-D2CE-43E0-803E-303C9B3B54EF}" type="presParOf" srcId="{634A4202-F79E-4B68-A8AF-CAD398E75658}" destId="{90703FBF-0AEB-4ED4-A0F2-9FB8ADEAEE5D}" srcOrd="0" destOrd="0" presId="urn:microsoft.com/office/officeart/2005/8/layout/orgChart1"/>
    <dgm:cxn modelId="{5BF5C694-5B06-49A6-A62D-02D2628548E5}" type="presParOf" srcId="{90703FBF-0AEB-4ED4-A0F2-9FB8ADEAEE5D}" destId="{6F8A0C77-A812-4C42-AA3B-83ADD4CCB9D0}" srcOrd="0" destOrd="0" presId="urn:microsoft.com/office/officeart/2005/8/layout/orgChart1"/>
    <dgm:cxn modelId="{34AEFBB8-DC61-4459-B399-CEC4AB19401E}" type="presParOf" srcId="{90703FBF-0AEB-4ED4-A0F2-9FB8ADEAEE5D}" destId="{07AA20C7-8BB1-45EA-8CD9-F59CCA09B38D}" srcOrd="1" destOrd="0" presId="urn:microsoft.com/office/officeart/2005/8/layout/orgChart1"/>
    <dgm:cxn modelId="{526669B7-3861-45FD-8E14-A7AD95C2B57D}" type="presParOf" srcId="{634A4202-F79E-4B68-A8AF-CAD398E75658}" destId="{E87D485A-9DA2-439A-A263-E5AF12F4B615}" srcOrd="1" destOrd="0" presId="urn:microsoft.com/office/officeart/2005/8/layout/orgChart1"/>
    <dgm:cxn modelId="{89ABA62A-EFE5-41C8-8652-E6C24F8C3D46}" type="presParOf" srcId="{634A4202-F79E-4B68-A8AF-CAD398E75658}" destId="{CA94101E-F78D-4B9B-B5DB-59F982437873}" srcOrd="2" destOrd="0" presId="urn:microsoft.com/office/officeart/2005/8/layout/orgChart1"/>
    <dgm:cxn modelId="{323E7281-6D59-4438-A7E0-14DD6A6AC2CD}" type="presParOf" srcId="{A615ACBE-FDBC-48FC-BA80-3A6B763D53B9}" destId="{48B308E3-C680-45A5-9543-8E7172885826}" srcOrd="2" destOrd="0" presId="urn:microsoft.com/office/officeart/2005/8/layout/orgChart1"/>
    <dgm:cxn modelId="{02E01A2D-5E2F-4975-88E2-F5FC48110D12}" type="presParOf" srcId="{A615ACBE-FDBC-48FC-BA80-3A6B763D53B9}" destId="{C3DE1C72-99C8-4EC8-BB1F-BE82EA3F197E}" srcOrd="3" destOrd="0" presId="urn:microsoft.com/office/officeart/2005/8/layout/orgChart1"/>
    <dgm:cxn modelId="{2D7AF040-CE10-479D-BB50-FDFE8C98936D}" type="presParOf" srcId="{C3DE1C72-99C8-4EC8-BB1F-BE82EA3F197E}" destId="{57793956-36DD-4BFE-A6D9-C5F07AA3E26F}" srcOrd="0" destOrd="0" presId="urn:microsoft.com/office/officeart/2005/8/layout/orgChart1"/>
    <dgm:cxn modelId="{F9099A48-B0ED-4246-BEAC-29DEFCE98260}" type="presParOf" srcId="{57793956-36DD-4BFE-A6D9-C5F07AA3E26F}" destId="{B4A818EC-194E-4885-B10D-0468FC19B0A1}" srcOrd="0" destOrd="0" presId="urn:microsoft.com/office/officeart/2005/8/layout/orgChart1"/>
    <dgm:cxn modelId="{A8C7AFA4-EACB-4CF8-B706-5074D7F9790C}" type="presParOf" srcId="{57793956-36DD-4BFE-A6D9-C5F07AA3E26F}" destId="{755B3513-64A8-4A91-9D81-DE51AF601098}" srcOrd="1" destOrd="0" presId="urn:microsoft.com/office/officeart/2005/8/layout/orgChart1"/>
    <dgm:cxn modelId="{61BF99AE-35DF-4D04-B1B4-D09F7DEB1AE4}" type="presParOf" srcId="{C3DE1C72-99C8-4EC8-BB1F-BE82EA3F197E}" destId="{50732FB6-925D-43C2-9FC2-6FBF1B8C40B6}" srcOrd="1" destOrd="0" presId="urn:microsoft.com/office/officeart/2005/8/layout/orgChart1"/>
    <dgm:cxn modelId="{BA4CA9A5-6A70-4BA6-BC72-A230AE44ED5B}" type="presParOf" srcId="{C3DE1C72-99C8-4EC8-BB1F-BE82EA3F197E}" destId="{794327D5-4737-434B-B196-B13B0D380417}" srcOrd="2" destOrd="0" presId="urn:microsoft.com/office/officeart/2005/8/layout/orgChart1"/>
    <dgm:cxn modelId="{E3277456-379E-448C-BC41-D172BB55445B}" type="presParOf" srcId="{A615ACBE-FDBC-48FC-BA80-3A6B763D53B9}" destId="{37A76B63-9457-4148-B012-F87DC6595C3D}" srcOrd="4" destOrd="0" presId="urn:microsoft.com/office/officeart/2005/8/layout/orgChart1"/>
    <dgm:cxn modelId="{1DC1FA2B-81FB-4336-BA9A-D0F6BD2D1245}" type="presParOf" srcId="{A615ACBE-FDBC-48FC-BA80-3A6B763D53B9}" destId="{3689AD8C-08A2-47C0-B197-E0022C7EAE40}" srcOrd="5" destOrd="0" presId="urn:microsoft.com/office/officeart/2005/8/layout/orgChart1"/>
    <dgm:cxn modelId="{0616FE75-617E-45D4-86EF-9E9C0B451E3B}" type="presParOf" srcId="{3689AD8C-08A2-47C0-B197-E0022C7EAE40}" destId="{EEFC0B78-E697-4043-8F8D-2B5639C88B61}" srcOrd="0" destOrd="0" presId="urn:microsoft.com/office/officeart/2005/8/layout/orgChart1"/>
    <dgm:cxn modelId="{C3D1741B-5C96-4E04-B348-25D2650CDFA5}" type="presParOf" srcId="{EEFC0B78-E697-4043-8F8D-2B5639C88B61}" destId="{FC17C170-7348-4B7E-9A74-DE797DEDBF9E}" srcOrd="0" destOrd="0" presId="urn:microsoft.com/office/officeart/2005/8/layout/orgChart1"/>
    <dgm:cxn modelId="{C144E575-79F9-4905-B1BB-D3308FFDBA2D}" type="presParOf" srcId="{EEFC0B78-E697-4043-8F8D-2B5639C88B61}" destId="{BA52251C-3343-4C99-8D70-F00460F3F422}" srcOrd="1" destOrd="0" presId="urn:microsoft.com/office/officeart/2005/8/layout/orgChart1"/>
    <dgm:cxn modelId="{91C74E32-5955-4474-B196-F21C5B20CE99}" type="presParOf" srcId="{3689AD8C-08A2-47C0-B197-E0022C7EAE40}" destId="{916BB311-7E5E-4310-AF61-1066E144F22D}" srcOrd="1" destOrd="0" presId="urn:microsoft.com/office/officeart/2005/8/layout/orgChart1"/>
    <dgm:cxn modelId="{06E5C23B-658D-44A8-8B31-E418B99ED34F}" type="presParOf" srcId="{3689AD8C-08A2-47C0-B197-E0022C7EAE40}" destId="{86B347AC-EA3F-4B55-AD81-C8B9634B3401}" srcOrd="2" destOrd="0" presId="urn:microsoft.com/office/officeart/2005/8/layout/orgChart1"/>
    <dgm:cxn modelId="{FFD6229D-8917-44B9-93C5-1D42976848ED}" type="presParOf" srcId="{A3275318-76D9-4DF6-9B38-B4B9BAFD9B3A}" destId="{F7675701-1B42-4F0F-B33F-353AD496F231}" srcOrd="2" destOrd="0" presId="urn:microsoft.com/office/officeart/2005/8/layout/orgChart1"/>
    <dgm:cxn modelId="{32758E30-8062-4898-B655-A7DC618CDED3}" type="presParOf" srcId="{6CBCFE4B-9561-4672-920E-BC123C4C7A2F}" destId="{4183CBC2-DEF0-4CDD-8C5E-D2A6C723B041}" srcOrd="4" destOrd="0" presId="urn:microsoft.com/office/officeart/2005/8/layout/orgChart1"/>
    <dgm:cxn modelId="{AEF27119-313C-4BD8-A207-091B40F681F3}" type="presParOf" srcId="{6CBCFE4B-9561-4672-920E-BC123C4C7A2F}" destId="{56E36E93-F694-47B6-AA2E-5C1F851F44D3}" srcOrd="5" destOrd="0" presId="urn:microsoft.com/office/officeart/2005/8/layout/orgChart1"/>
    <dgm:cxn modelId="{3064ACF6-B4A5-4FD5-B080-C186DDF2B88C}" type="presParOf" srcId="{56E36E93-F694-47B6-AA2E-5C1F851F44D3}" destId="{C0521D0E-788D-46E1-ADCE-0B404FBA5329}" srcOrd="0" destOrd="0" presId="urn:microsoft.com/office/officeart/2005/8/layout/orgChart1"/>
    <dgm:cxn modelId="{753BCAD6-5530-4B0C-AE41-F5F9942EBCC3}" type="presParOf" srcId="{C0521D0E-788D-46E1-ADCE-0B404FBA5329}" destId="{CD0D4050-6FA0-4EA5-B991-0BF966AD2E00}" srcOrd="0" destOrd="0" presId="urn:microsoft.com/office/officeart/2005/8/layout/orgChart1"/>
    <dgm:cxn modelId="{08190333-1032-477D-8CBB-6CBAB20DE306}" type="presParOf" srcId="{C0521D0E-788D-46E1-ADCE-0B404FBA5329}" destId="{7C4E01D0-9D68-4E4C-AE50-89F75FB27486}" srcOrd="1" destOrd="0" presId="urn:microsoft.com/office/officeart/2005/8/layout/orgChart1"/>
    <dgm:cxn modelId="{CA98D422-D83C-4774-8F7D-FEFA82850750}" type="presParOf" srcId="{56E36E93-F694-47B6-AA2E-5C1F851F44D3}" destId="{A0FC62E2-4DEE-4145-B32B-D7159A01A568}" srcOrd="1" destOrd="0" presId="urn:microsoft.com/office/officeart/2005/8/layout/orgChart1"/>
    <dgm:cxn modelId="{DAC8204E-E51A-4BBE-8160-D14B307AE0E2}" type="presParOf" srcId="{A0FC62E2-4DEE-4145-B32B-D7159A01A568}" destId="{47307C3F-09EA-407B-9E53-07D91DEFB28A}" srcOrd="0" destOrd="0" presId="urn:microsoft.com/office/officeart/2005/8/layout/orgChart1"/>
    <dgm:cxn modelId="{FE8D8735-B00F-423B-9634-3BF5D1E86791}" type="presParOf" srcId="{A0FC62E2-4DEE-4145-B32B-D7159A01A568}" destId="{5A3B7DB9-EC0F-4C80-9032-2826D67A57CD}" srcOrd="1" destOrd="0" presId="urn:microsoft.com/office/officeart/2005/8/layout/orgChart1"/>
    <dgm:cxn modelId="{65E41653-047D-464E-A2D1-FA2F21B9D792}" type="presParOf" srcId="{5A3B7DB9-EC0F-4C80-9032-2826D67A57CD}" destId="{E48D3472-7407-41E6-9464-61ADD18CA11A}" srcOrd="0" destOrd="0" presId="urn:microsoft.com/office/officeart/2005/8/layout/orgChart1"/>
    <dgm:cxn modelId="{291EA4ED-B3D7-49E5-B391-F512FA96221F}" type="presParOf" srcId="{E48D3472-7407-41E6-9464-61ADD18CA11A}" destId="{ABD333A7-7417-49EF-8239-F594D1AD6D19}" srcOrd="0" destOrd="0" presId="urn:microsoft.com/office/officeart/2005/8/layout/orgChart1"/>
    <dgm:cxn modelId="{0E124E44-6104-4C8D-BC5A-0B53496B7958}" type="presParOf" srcId="{E48D3472-7407-41E6-9464-61ADD18CA11A}" destId="{9148E400-F108-4A61-B4AB-F3D23E0097E6}" srcOrd="1" destOrd="0" presId="urn:microsoft.com/office/officeart/2005/8/layout/orgChart1"/>
    <dgm:cxn modelId="{95AEFA6A-8E34-4BF9-856E-221D2D26ED26}" type="presParOf" srcId="{5A3B7DB9-EC0F-4C80-9032-2826D67A57CD}" destId="{227BCB7E-C2C5-4B03-856B-FC85EF2AC34D}" srcOrd="1" destOrd="0" presId="urn:microsoft.com/office/officeart/2005/8/layout/orgChart1"/>
    <dgm:cxn modelId="{2638EA35-5359-4C71-A741-195F9AD5986C}" type="presParOf" srcId="{5A3B7DB9-EC0F-4C80-9032-2826D67A57CD}" destId="{FFC67810-C150-4CEB-AF4B-E2CA2B01CC05}" srcOrd="2" destOrd="0" presId="urn:microsoft.com/office/officeart/2005/8/layout/orgChart1"/>
    <dgm:cxn modelId="{FE60B9AA-4F54-470F-993D-416EC8C69BA9}" type="presParOf" srcId="{56E36E93-F694-47B6-AA2E-5C1F851F44D3}" destId="{F02EE060-3477-4FA1-A40C-289C36287BAE}" srcOrd="2" destOrd="0" presId="urn:microsoft.com/office/officeart/2005/8/layout/orgChart1"/>
    <dgm:cxn modelId="{FE94A73D-6FC5-43E3-B01B-B92D6316392D}" type="presParOf" srcId="{6CBCFE4B-9561-4672-920E-BC123C4C7A2F}" destId="{2B535E20-623E-4987-BD70-6E449102EDE9}" srcOrd="6" destOrd="0" presId="urn:microsoft.com/office/officeart/2005/8/layout/orgChart1"/>
    <dgm:cxn modelId="{3F74DA34-2F13-4105-BE43-76CB97C9B1E6}" type="presParOf" srcId="{6CBCFE4B-9561-4672-920E-BC123C4C7A2F}" destId="{61814341-3CCC-4D47-8E82-456363C69F5B}" srcOrd="7" destOrd="0" presId="urn:microsoft.com/office/officeart/2005/8/layout/orgChart1"/>
    <dgm:cxn modelId="{5B131FAD-87CB-4D49-A806-7C86187FFB67}" type="presParOf" srcId="{61814341-3CCC-4D47-8E82-456363C69F5B}" destId="{8175CE50-3F82-4E00-8A15-2777670637F5}" srcOrd="0" destOrd="0" presId="urn:microsoft.com/office/officeart/2005/8/layout/orgChart1"/>
    <dgm:cxn modelId="{6AAF9EC2-4CED-41E0-908F-8669412A0107}" type="presParOf" srcId="{8175CE50-3F82-4E00-8A15-2777670637F5}" destId="{AEDF5B87-CC6B-4FFA-BF1B-5FFD4EA33E2A}" srcOrd="0" destOrd="0" presId="urn:microsoft.com/office/officeart/2005/8/layout/orgChart1"/>
    <dgm:cxn modelId="{994976D8-2A1E-4254-BB6C-285634DAB462}" type="presParOf" srcId="{8175CE50-3F82-4E00-8A15-2777670637F5}" destId="{88E947EB-AF6E-4452-8970-A9820E24B041}" srcOrd="1" destOrd="0" presId="urn:microsoft.com/office/officeart/2005/8/layout/orgChart1"/>
    <dgm:cxn modelId="{20FE3EAD-245C-475C-A0E0-E9DEE2C35D62}" type="presParOf" srcId="{61814341-3CCC-4D47-8E82-456363C69F5B}" destId="{1F581087-8A62-4BBF-A891-21A832FBA29D}" srcOrd="1" destOrd="0" presId="urn:microsoft.com/office/officeart/2005/8/layout/orgChart1"/>
    <dgm:cxn modelId="{C90515BF-ACF7-4972-BFEB-12FA4061BEDA}" type="presParOf" srcId="{1F581087-8A62-4BBF-A891-21A832FBA29D}" destId="{6F2680DF-02C8-450F-BB2E-12DF6A3B030E}" srcOrd="0" destOrd="0" presId="urn:microsoft.com/office/officeart/2005/8/layout/orgChart1"/>
    <dgm:cxn modelId="{549929C9-5478-434E-96FE-7373230B5C4D}" type="presParOf" srcId="{1F581087-8A62-4BBF-A891-21A832FBA29D}" destId="{1A382A2C-2714-43E3-81DB-B1E16C938B91}" srcOrd="1" destOrd="0" presId="urn:microsoft.com/office/officeart/2005/8/layout/orgChart1"/>
    <dgm:cxn modelId="{A4E49B6A-EE3E-4CF8-9184-8849C3E9D994}" type="presParOf" srcId="{1A382A2C-2714-43E3-81DB-B1E16C938B91}" destId="{7779E676-D223-4730-AE73-BA5068A4F212}" srcOrd="0" destOrd="0" presId="urn:microsoft.com/office/officeart/2005/8/layout/orgChart1"/>
    <dgm:cxn modelId="{8B27AA55-9D4D-42E7-8B90-8939C3FCC689}" type="presParOf" srcId="{7779E676-D223-4730-AE73-BA5068A4F212}" destId="{E13CF7ED-E878-4457-AA7E-C1C217D27D17}" srcOrd="0" destOrd="0" presId="urn:microsoft.com/office/officeart/2005/8/layout/orgChart1"/>
    <dgm:cxn modelId="{355546F2-CD50-40CF-A1D0-6C8973668840}" type="presParOf" srcId="{7779E676-D223-4730-AE73-BA5068A4F212}" destId="{2EDD52F9-B18E-445B-95C2-96A7AC899219}" srcOrd="1" destOrd="0" presId="urn:microsoft.com/office/officeart/2005/8/layout/orgChart1"/>
    <dgm:cxn modelId="{2749D38B-0DDD-432F-A90B-9CEBEEC504E1}" type="presParOf" srcId="{1A382A2C-2714-43E3-81DB-B1E16C938B91}" destId="{BFCA40C9-CF7F-4620-8E00-5CDD86B5667A}" srcOrd="1" destOrd="0" presId="urn:microsoft.com/office/officeart/2005/8/layout/orgChart1"/>
    <dgm:cxn modelId="{A8D11031-93FD-498C-93AF-DAFEA06DB781}" type="presParOf" srcId="{1A382A2C-2714-43E3-81DB-B1E16C938B91}" destId="{956B4747-896E-4F43-A197-693876B2F0AB}" srcOrd="2" destOrd="0" presId="urn:microsoft.com/office/officeart/2005/8/layout/orgChart1"/>
    <dgm:cxn modelId="{91E54C8D-2369-4521-B104-391756DEFB53}" type="presParOf" srcId="{61814341-3CCC-4D47-8E82-456363C69F5B}" destId="{815F2B2C-3318-4470-A18A-8F940FA879A4}" srcOrd="2" destOrd="0" presId="urn:microsoft.com/office/officeart/2005/8/layout/orgChart1"/>
    <dgm:cxn modelId="{ED4533F5-74DF-48F8-B7CE-6028B8FF8D1F}" type="presParOf" srcId="{48810139-B7CE-4579-B789-EB6EFB568155}" destId="{6D0055A8-4940-427D-A9C2-0D3498F024D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EFD5FCC-701C-4057-A31A-420C1ACDCE01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62C1530B-B041-4BBB-9FEB-2FB46CFB6433}">
      <dgm:prSet phldrT="[Text]" custT="1"/>
      <dgm:spPr/>
      <dgm:t>
        <a:bodyPr/>
        <a:lstStyle/>
        <a:p>
          <a:r>
            <a:rPr lang="de-DE" sz="1100" dirty="0" err="1">
              <a:solidFill>
                <a:srgbClr val="FF0000"/>
              </a:solidFill>
            </a:rPr>
            <a:t>other</a:t>
          </a:r>
          <a:br>
            <a:rPr lang="de-DE" sz="1100" dirty="0">
              <a:solidFill>
                <a:srgbClr val="FF0000"/>
              </a:solidFill>
            </a:rPr>
          </a:br>
          <a:r>
            <a:rPr lang="de-DE" sz="1100" dirty="0">
              <a:solidFill>
                <a:srgbClr val="FF0000"/>
              </a:solidFill>
            </a:rPr>
            <a:t>Minerals1</a:t>
          </a:r>
        </a:p>
      </dgm:t>
    </dgm:pt>
    <dgm:pt modelId="{BE025AD6-A2BC-474D-B13F-2053B024A1FA}" type="parTrans" cxnId="{F1F9F7E5-2DCA-4437-8485-D0D76F1FCC41}">
      <dgm:prSet/>
      <dgm:spPr/>
      <dgm:t>
        <a:bodyPr/>
        <a:lstStyle/>
        <a:p>
          <a:endParaRPr lang="de-DE"/>
        </a:p>
      </dgm:t>
    </dgm:pt>
    <dgm:pt modelId="{D216943B-C550-4B69-BB2C-0BFAE6087941}" type="sibTrans" cxnId="{F1F9F7E5-2DCA-4437-8485-D0D76F1FCC41}">
      <dgm:prSet/>
      <dgm:spPr/>
      <dgm:t>
        <a:bodyPr/>
        <a:lstStyle/>
        <a:p>
          <a:endParaRPr lang="de-DE"/>
        </a:p>
      </dgm:t>
    </dgm:pt>
    <dgm:pt modelId="{39B3A33E-5779-4386-8C30-0B0ADADC15C1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err="1"/>
            <a:t>cement</a:t>
          </a:r>
          <a:endParaRPr lang="de-DE" sz="1100"/>
        </a:p>
      </dgm:t>
    </dgm:pt>
    <dgm:pt modelId="{B1F73AAE-4B6E-430A-8FEF-EF5B3A91C376}" type="parTrans" cxnId="{EF82CFD3-8B31-4635-83A1-F0FE731C35E8}">
      <dgm:prSet/>
      <dgm:spPr/>
      <dgm:t>
        <a:bodyPr/>
        <a:lstStyle/>
        <a:p>
          <a:endParaRPr lang="de-DE" sz="1100"/>
        </a:p>
      </dgm:t>
    </dgm:pt>
    <dgm:pt modelId="{CAC08208-8D2E-4C72-A2FE-78C7CBB0651B}" type="sibTrans" cxnId="{EF82CFD3-8B31-4635-83A1-F0FE731C35E8}">
      <dgm:prSet/>
      <dgm:spPr/>
      <dgm:t>
        <a:bodyPr/>
        <a:lstStyle/>
        <a:p>
          <a:endParaRPr lang="de-DE"/>
        </a:p>
      </dgm:t>
    </dgm:pt>
    <dgm:pt modelId="{FF82E20E-88FC-4673-ACE1-0862952AE29C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err="1"/>
            <a:t>gypsum</a:t>
          </a:r>
          <a:endParaRPr lang="de-DE" sz="1100"/>
        </a:p>
      </dgm:t>
    </dgm:pt>
    <dgm:pt modelId="{F2815446-2054-48FD-8398-8E4F2495E650}" type="parTrans" cxnId="{DC55A915-E8E6-4EBC-9948-51701596C0A7}">
      <dgm:prSet/>
      <dgm:spPr/>
      <dgm:t>
        <a:bodyPr/>
        <a:lstStyle/>
        <a:p>
          <a:endParaRPr lang="de-DE" sz="1100"/>
        </a:p>
      </dgm:t>
    </dgm:pt>
    <dgm:pt modelId="{F2AFCC99-A1F5-4F7C-82ED-48D1256A5E03}" type="sibTrans" cxnId="{DC55A915-E8E6-4EBC-9948-51701596C0A7}">
      <dgm:prSet/>
      <dgm:spPr/>
      <dgm:t>
        <a:bodyPr/>
        <a:lstStyle/>
        <a:p>
          <a:endParaRPr lang="de-DE"/>
        </a:p>
      </dgm:t>
    </dgm:pt>
    <dgm:pt modelId="{04BF0879-3829-4DD1-AD05-AA6AF15E81DD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dirty="0">
              <a:solidFill>
                <a:srgbClr val="FF0000"/>
              </a:solidFill>
            </a:rPr>
            <a:t>naturalStone2</a:t>
          </a:r>
        </a:p>
      </dgm:t>
    </dgm:pt>
    <dgm:pt modelId="{98504801-FC3E-4431-8770-B607E77A5EF8}" type="parTrans" cxnId="{2557CAF2-7B6C-4A58-9784-D7EDF8E96DCF}">
      <dgm:prSet/>
      <dgm:spPr/>
      <dgm:t>
        <a:bodyPr/>
        <a:lstStyle/>
        <a:p>
          <a:endParaRPr lang="de-DE" sz="1100"/>
        </a:p>
      </dgm:t>
    </dgm:pt>
    <dgm:pt modelId="{0D6F145E-E6B9-456D-A159-948ACB55FA0A}" type="sibTrans" cxnId="{2557CAF2-7B6C-4A58-9784-D7EDF8E96DCF}">
      <dgm:prSet/>
      <dgm:spPr/>
      <dgm:t>
        <a:bodyPr/>
        <a:lstStyle/>
        <a:p>
          <a:endParaRPr lang="de-DE"/>
        </a:p>
      </dgm:t>
    </dgm:pt>
    <dgm:pt modelId="{841397B0-AC8D-4662-A5D0-F90AC00BF83D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dirty="0">
              <a:solidFill>
                <a:srgbClr val="FF0000"/>
              </a:solidFill>
            </a:rPr>
            <a:t>sand2</a:t>
          </a:r>
        </a:p>
      </dgm:t>
    </dgm:pt>
    <dgm:pt modelId="{FE1B5F53-7ACB-4943-A5CF-A5C9BDAD9307}" type="parTrans" cxnId="{28065FF1-C02E-4399-96F4-5E85B239A84F}">
      <dgm:prSet/>
      <dgm:spPr/>
      <dgm:t>
        <a:bodyPr/>
        <a:lstStyle/>
        <a:p>
          <a:endParaRPr lang="de-DE" sz="1100"/>
        </a:p>
      </dgm:t>
    </dgm:pt>
    <dgm:pt modelId="{3100B5E0-4EF3-42DE-BABA-91E890F403B4}" type="sibTrans" cxnId="{28065FF1-C02E-4399-96F4-5E85B239A84F}">
      <dgm:prSet/>
      <dgm:spPr/>
      <dgm:t>
        <a:bodyPr/>
        <a:lstStyle/>
        <a:p>
          <a:endParaRPr lang="de-DE"/>
        </a:p>
      </dgm:t>
    </dgm:pt>
    <dgm:pt modelId="{89C215F1-5A2E-43E4-9F84-DB04605168FD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dirty="0">
              <a:solidFill>
                <a:srgbClr val="FF0000"/>
              </a:solidFill>
            </a:rPr>
            <a:t>clay2</a:t>
          </a:r>
        </a:p>
      </dgm:t>
    </dgm:pt>
    <dgm:pt modelId="{AC3B001E-444E-4537-9259-4370AC1B2D96}" type="parTrans" cxnId="{1C1A6A8F-AAC0-45C2-A50A-9DFB6DA9AD4A}">
      <dgm:prSet/>
      <dgm:spPr/>
      <dgm:t>
        <a:bodyPr/>
        <a:lstStyle/>
        <a:p>
          <a:endParaRPr lang="de-DE" sz="1100"/>
        </a:p>
      </dgm:t>
    </dgm:pt>
    <dgm:pt modelId="{9E7FEE12-0347-4911-AD4D-12A826AAE636}" type="sibTrans" cxnId="{1C1A6A8F-AAC0-45C2-A50A-9DFB6DA9AD4A}">
      <dgm:prSet/>
      <dgm:spPr/>
      <dgm:t>
        <a:bodyPr/>
        <a:lstStyle/>
        <a:p>
          <a:endParaRPr lang="de-DE"/>
        </a:p>
      </dgm:t>
    </dgm:pt>
    <dgm:pt modelId="{6F078FEC-01B0-4851-8EEE-10F365996000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err="1"/>
            <a:t>aggregates</a:t>
          </a:r>
          <a:endParaRPr lang="de-DE" sz="1100"/>
        </a:p>
      </dgm:t>
    </dgm:pt>
    <dgm:pt modelId="{5DC787C6-D1DA-4D3B-A8FB-095761F74FAA}" type="parTrans" cxnId="{BAC5671D-5C84-43D6-B5BF-58CC57E22C59}">
      <dgm:prSet/>
      <dgm:spPr/>
      <dgm:t>
        <a:bodyPr/>
        <a:lstStyle/>
        <a:p>
          <a:endParaRPr lang="de-DE" sz="1100"/>
        </a:p>
      </dgm:t>
    </dgm:pt>
    <dgm:pt modelId="{CF37FF71-FBC2-4A18-B961-0DD074F97563}" type="sibTrans" cxnId="{BAC5671D-5C84-43D6-B5BF-58CC57E22C59}">
      <dgm:prSet/>
      <dgm:spPr/>
      <dgm:t>
        <a:bodyPr/>
        <a:lstStyle/>
        <a:p>
          <a:endParaRPr lang="de-DE"/>
        </a:p>
      </dgm:t>
    </dgm:pt>
    <dgm:pt modelId="{6CBEDDAE-375A-4828-AD78-DBD4E45FA582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err="1"/>
            <a:t>bricks</a:t>
          </a:r>
          <a:br>
            <a:rPr lang="de-DE" sz="1100"/>
          </a:br>
          <a:r>
            <a:rPr lang="de-DE" sz="1100" err="1"/>
            <a:t>Undefined</a:t>
          </a:r>
          <a:endParaRPr lang="de-DE" sz="1100"/>
        </a:p>
      </dgm:t>
    </dgm:pt>
    <dgm:pt modelId="{6A57AC04-B1D3-44AD-8C69-EBD5F7AE9528}" type="parTrans" cxnId="{C5835609-C0EE-4DBF-9F19-9CE1DCA1FF83}">
      <dgm:prSet/>
      <dgm:spPr/>
      <dgm:t>
        <a:bodyPr/>
        <a:lstStyle/>
        <a:p>
          <a:endParaRPr lang="de-DE" sz="1100"/>
        </a:p>
      </dgm:t>
    </dgm:pt>
    <dgm:pt modelId="{F3B83FAD-94B0-46D1-924C-C79767FBDAE6}" type="sibTrans" cxnId="{C5835609-C0EE-4DBF-9F19-9CE1DCA1FF83}">
      <dgm:prSet/>
      <dgm:spPr/>
      <dgm:t>
        <a:bodyPr/>
        <a:lstStyle/>
        <a:p>
          <a:endParaRPr lang="de-DE"/>
        </a:p>
      </dgm:t>
    </dgm:pt>
    <dgm:pt modelId="{EB71EDF8-6281-432D-9479-64389246D001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err="1"/>
            <a:t>portland</a:t>
          </a:r>
          <a:br>
            <a:rPr lang="de-DE" sz="1100"/>
          </a:br>
          <a:r>
            <a:rPr lang="de-DE" sz="1100" err="1"/>
            <a:t>Cement</a:t>
          </a:r>
          <a:endParaRPr lang="de-DE" sz="1100"/>
        </a:p>
      </dgm:t>
    </dgm:pt>
    <dgm:pt modelId="{975773B6-467B-4910-867B-A6184E48FFC0}" type="parTrans" cxnId="{988F4453-D0C1-46DA-B9D8-2CB02831199A}">
      <dgm:prSet/>
      <dgm:spPr/>
      <dgm:t>
        <a:bodyPr/>
        <a:lstStyle/>
        <a:p>
          <a:endParaRPr lang="de-DE" sz="1100"/>
        </a:p>
      </dgm:t>
    </dgm:pt>
    <dgm:pt modelId="{4F6FDA06-9E68-4242-B047-70C9921CA950}" type="sibTrans" cxnId="{988F4453-D0C1-46DA-B9D8-2CB02831199A}">
      <dgm:prSet/>
      <dgm:spPr/>
      <dgm:t>
        <a:bodyPr/>
        <a:lstStyle/>
        <a:p>
          <a:endParaRPr lang="de-DE"/>
        </a:p>
      </dgm:t>
    </dgm:pt>
    <dgm:pt modelId="{9991F8D0-422D-4792-8881-8E8BE5394BA5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/>
            <a:t>portland-composite</a:t>
          </a:r>
          <a:br>
            <a:rPr lang="de-DE" sz="1100"/>
          </a:br>
          <a:r>
            <a:rPr lang="de-DE" sz="1100" err="1"/>
            <a:t>Cement</a:t>
          </a:r>
          <a:endParaRPr lang="de-DE" sz="1100"/>
        </a:p>
      </dgm:t>
    </dgm:pt>
    <dgm:pt modelId="{44B6F13C-C70B-4EC6-B5B0-A36E46FFE619}" type="parTrans" cxnId="{9A728AAE-8A78-4771-85DC-C905CDA02456}">
      <dgm:prSet/>
      <dgm:spPr/>
      <dgm:t>
        <a:bodyPr/>
        <a:lstStyle/>
        <a:p>
          <a:endParaRPr lang="de-DE" sz="1100"/>
        </a:p>
      </dgm:t>
    </dgm:pt>
    <dgm:pt modelId="{4F62C20C-4132-4CE1-959D-2E54A461783A}" type="sibTrans" cxnId="{9A728AAE-8A78-4771-85DC-C905CDA02456}">
      <dgm:prSet/>
      <dgm:spPr/>
      <dgm:t>
        <a:bodyPr/>
        <a:lstStyle/>
        <a:p>
          <a:endParaRPr lang="de-DE"/>
        </a:p>
      </dgm:t>
    </dgm:pt>
    <dgm:pt modelId="{D79555C7-463D-4B68-A664-645BC302E101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err="1"/>
            <a:t>blastfurnace</a:t>
          </a:r>
          <a:br>
            <a:rPr lang="de-DE" sz="1100"/>
          </a:br>
          <a:r>
            <a:rPr lang="de-DE" sz="1100" err="1"/>
            <a:t>Cement</a:t>
          </a:r>
          <a:endParaRPr lang="de-DE" sz="1100"/>
        </a:p>
      </dgm:t>
    </dgm:pt>
    <dgm:pt modelId="{20E2F162-544B-4CE9-B4E8-BA60A0F4255D}" type="parTrans" cxnId="{56BE2217-C10F-4A54-8B39-EAF96AB9995F}">
      <dgm:prSet/>
      <dgm:spPr/>
      <dgm:t>
        <a:bodyPr/>
        <a:lstStyle/>
        <a:p>
          <a:endParaRPr lang="de-DE" sz="1100"/>
        </a:p>
      </dgm:t>
    </dgm:pt>
    <dgm:pt modelId="{A51966B1-54E7-46B0-9E5C-259682BFDFCF}" type="sibTrans" cxnId="{56BE2217-C10F-4A54-8B39-EAF96AB9995F}">
      <dgm:prSet/>
      <dgm:spPr/>
      <dgm:t>
        <a:bodyPr/>
        <a:lstStyle/>
        <a:p>
          <a:endParaRPr lang="de-DE"/>
        </a:p>
      </dgm:t>
    </dgm:pt>
    <dgm:pt modelId="{3F997D70-9D6A-465C-930C-6DFE5C93525B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err="1"/>
            <a:t>puzzolanic</a:t>
          </a:r>
          <a:br>
            <a:rPr lang="de-DE" sz="1100"/>
          </a:br>
          <a:r>
            <a:rPr lang="de-DE" sz="1100" err="1"/>
            <a:t>Cement</a:t>
          </a:r>
          <a:endParaRPr lang="de-DE" sz="1100"/>
        </a:p>
      </dgm:t>
    </dgm:pt>
    <dgm:pt modelId="{24C9FCB3-4B40-4ABA-B36F-402B53BFA122}" type="parTrans" cxnId="{644953F1-37E4-47CD-B637-D05BF94E32A0}">
      <dgm:prSet/>
      <dgm:spPr/>
      <dgm:t>
        <a:bodyPr/>
        <a:lstStyle/>
        <a:p>
          <a:endParaRPr lang="de-DE" sz="1100"/>
        </a:p>
      </dgm:t>
    </dgm:pt>
    <dgm:pt modelId="{A493B0CF-C7FB-491E-B01B-F568B81C2973}" type="sibTrans" cxnId="{644953F1-37E4-47CD-B637-D05BF94E32A0}">
      <dgm:prSet/>
      <dgm:spPr/>
      <dgm:t>
        <a:bodyPr/>
        <a:lstStyle/>
        <a:p>
          <a:endParaRPr lang="de-DE"/>
        </a:p>
      </dgm:t>
    </dgm:pt>
    <dgm:pt modelId="{9FE48AD0-1760-4A45-8201-8FEC3C45C510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err="1"/>
            <a:t>composite</a:t>
          </a:r>
          <a:br>
            <a:rPr lang="de-DE" sz="1100"/>
          </a:br>
          <a:r>
            <a:rPr lang="de-DE" sz="1100" err="1"/>
            <a:t>Cement</a:t>
          </a:r>
          <a:endParaRPr lang="de-DE" sz="1100"/>
        </a:p>
      </dgm:t>
    </dgm:pt>
    <dgm:pt modelId="{49B48FBC-CAD2-461B-8973-136760EF2BCE}" type="parTrans" cxnId="{135B6E27-100A-4D72-B699-72FFC7090ED5}">
      <dgm:prSet/>
      <dgm:spPr/>
      <dgm:t>
        <a:bodyPr/>
        <a:lstStyle/>
        <a:p>
          <a:endParaRPr lang="de-DE" sz="1100"/>
        </a:p>
      </dgm:t>
    </dgm:pt>
    <dgm:pt modelId="{1D07EAF8-9C7A-4075-98D0-73860B6FECBD}" type="sibTrans" cxnId="{135B6E27-100A-4D72-B699-72FFC7090ED5}">
      <dgm:prSet/>
      <dgm:spPr/>
      <dgm:t>
        <a:bodyPr/>
        <a:lstStyle/>
        <a:p>
          <a:endParaRPr lang="de-DE"/>
        </a:p>
      </dgm:t>
    </dgm:pt>
    <dgm:pt modelId="{114C30A1-9B74-4AD8-8498-16A58F47640F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err="1">
              <a:solidFill>
                <a:schemeClr val="bg1"/>
              </a:solidFill>
            </a:rPr>
            <a:t>natural</a:t>
          </a:r>
          <a:br>
            <a:rPr lang="de-DE" sz="1100">
              <a:solidFill>
                <a:schemeClr val="bg1"/>
              </a:solidFill>
            </a:rPr>
          </a:br>
          <a:r>
            <a:rPr lang="de-DE" sz="1100" err="1">
              <a:solidFill>
                <a:schemeClr val="bg1"/>
              </a:solidFill>
            </a:rPr>
            <a:t>Gypsum</a:t>
          </a:r>
          <a:endParaRPr lang="de-DE" sz="1100">
            <a:solidFill>
              <a:schemeClr val="bg1"/>
            </a:solidFill>
          </a:endParaRPr>
        </a:p>
      </dgm:t>
    </dgm:pt>
    <dgm:pt modelId="{7914B3D7-B769-4159-AD44-804410C8D629}" type="parTrans" cxnId="{E0EF7584-80D8-421D-95F5-17B02C993944}">
      <dgm:prSet/>
      <dgm:spPr/>
      <dgm:t>
        <a:bodyPr/>
        <a:lstStyle/>
        <a:p>
          <a:endParaRPr lang="de-DE"/>
        </a:p>
      </dgm:t>
    </dgm:pt>
    <dgm:pt modelId="{F8985857-60E1-439B-A246-E4F1C8026FF6}" type="sibTrans" cxnId="{E0EF7584-80D8-421D-95F5-17B02C993944}">
      <dgm:prSet/>
      <dgm:spPr/>
      <dgm:t>
        <a:bodyPr/>
        <a:lstStyle/>
        <a:p>
          <a:endParaRPr lang="de-DE"/>
        </a:p>
      </dgm:t>
    </dgm:pt>
    <dgm:pt modelId="{EA66DCF6-0E60-490C-B9A7-F07E2FCF0E74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err="1"/>
            <a:t>natural</a:t>
          </a:r>
          <a:br>
            <a:rPr lang="de-DE" sz="1100"/>
          </a:br>
          <a:r>
            <a:rPr lang="de-DE" sz="1100"/>
            <a:t>Aggregates</a:t>
          </a:r>
        </a:p>
      </dgm:t>
    </dgm:pt>
    <dgm:pt modelId="{24FCD4A7-8230-427E-916F-616A983947AB}" type="parTrans" cxnId="{06C589AB-B1BF-4C5D-B837-D023DF100815}">
      <dgm:prSet/>
      <dgm:spPr/>
      <dgm:t>
        <a:bodyPr/>
        <a:lstStyle/>
        <a:p>
          <a:endParaRPr lang="de-DE"/>
        </a:p>
      </dgm:t>
    </dgm:pt>
    <dgm:pt modelId="{7D57DC6D-AFBD-46F3-809C-BDD7F648F57A}" type="sibTrans" cxnId="{06C589AB-B1BF-4C5D-B837-D023DF100815}">
      <dgm:prSet/>
      <dgm:spPr/>
      <dgm:t>
        <a:bodyPr/>
        <a:lstStyle/>
        <a:p>
          <a:endParaRPr lang="de-DE"/>
        </a:p>
      </dgm:t>
    </dgm:pt>
    <dgm:pt modelId="{CE1DE723-6719-4D6B-ACDC-FDFC0FB99376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err="1"/>
            <a:t>synthetic</a:t>
          </a:r>
          <a:br>
            <a:rPr lang="de-DE" sz="1100"/>
          </a:br>
          <a:r>
            <a:rPr lang="de-DE" sz="1100"/>
            <a:t>Aggregates</a:t>
          </a:r>
        </a:p>
      </dgm:t>
    </dgm:pt>
    <dgm:pt modelId="{12030C6C-C47A-4563-A4AB-C19F4A7FD89D}" type="parTrans" cxnId="{49AA3806-A7DE-4209-B9F9-2A36CA3A185C}">
      <dgm:prSet/>
      <dgm:spPr/>
      <dgm:t>
        <a:bodyPr/>
        <a:lstStyle/>
        <a:p>
          <a:endParaRPr lang="de-DE"/>
        </a:p>
      </dgm:t>
    </dgm:pt>
    <dgm:pt modelId="{D205428E-DBEA-4E2D-90E8-B3221CA641BC}" type="sibTrans" cxnId="{49AA3806-A7DE-4209-B9F9-2A36CA3A185C}">
      <dgm:prSet/>
      <dgm:spPr/>
      <dgm:t>
        <a:bodyPr/>
        <a:lstStyle/>
        <a:p>
          <a:endParaRPr lang="de-DE"/>
        </a:p>
      </dgm:t>
    </dgm:pt>
    <dgm:pt modelId="{D5834C5A-DF8A-4D04-B0C2-FC5D6A707123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 err="1">
              <a:solidFill>
                <a:schemeClr val="bg1"/>
              </a:solidFill>
            </a:rPr>
            <a:t>synthetic</a:t>
          </a:r>
          <a:br>
            <a:rPr lang="de-DE" sz="1100" dirty="0">
              <a:solidFill>
                <a:schemeClr val="bg1"/>
              </a:solidFill>
            </a:rPr>
          </a:br>
          <a:r>
            <a:rPr lang="de-DE" sz="1100" dirty="0" err="1">
              <a:solidFill>
                <a:schemeClr val="bg1"/>
              </a:solidFill>
            </a:rPr>
            <a:t>Gypsum</a:t>
          </a:r>
          <a:endParaRPr lang="de-DE" sz="1100" dirty="0">
            <a:solidFill>
              <a:schemeClr val="bg1"/>
            </a:solidFill>
          </a:endParaRPr>
        </a:p>
      </dgm:t>
    </dgm:pt>
    <dgm:pt modelId="{8E2D28AE-5270-4A30-A504-8345131CA16E}" type="parTrans" cxnId="{05CF1E02-74BB-4322-B6D4-4787B3A72E6C}">
      <dgm:prSet/>
      <dgm:spPr/>
      <dgm:t>
        <a:bodyPr/>
        <a:lstStyle/>
        <a:p>
          <a:endParaRPr lang="de-DE"/>
        </a:p>
      </dgm:t>
    </dgm:pt>
    <dgm:pt modelId="{EFA6CEBE-EAAA-4A63-B459-C93E0919B79E}" type="sibTrans" cxnId="{05CF1E02-74BB-4322-B6D4-4787B3A72E6C}">
      <dgm:prSet/>
      <dgm:spPr/>
      <dgm:t>
        <a:bodyPr/>
        <a:lstStyle/>
        <a:p>
          <a:endParaRPr lang="de-DE"/>
        </a:p>
      </dgm:t>
    </dgm:pt>
    <dgm:pt modelId="{3A3DD574-F5E7-4CC6-ABD6-335A6EFB5369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>
              <a:solidFill>
                <a:srgbClr val="FF0000"/>
              </a:solidFill>
            </a:rPr>
            <a:t>naturalStone3</a:t>
          </a:r>
        </a:p>
      </dgm:t>
    </dgm:pt>
    <dgm:pt modelId="{32475840-66D3-4ED8-8D80-A65158B41BDF}" type="parTrans" cxnId="{D4E6CFEB-8DFB-4030-868D-64AF916F2192}">
      <dgm:prSet/>
      <dgm:spPr/>
      <dgm:t>
        <a:bodyPr/>
        <a:lstStyle/>
        <a:p>
          <a:endParaRPr lang="de-DE"/>
        </a:p>
      </dgm:t>
    </dgm:pt>
    <dgm:pt modelId="{DEE5A291-18D1-4891-A3DC-E8589D26CC22}" type="sibTrans" cxnId="{D4E6CFEB-8DFB-4030-868D-64AF916F2192}">
      <dgm:prSet/>
      <dgm:spPr/>
      <dgm:t>
        <a:bodyPr/>
        <a:lstStyle/>
        <a:p>
          <a:endParaRPr lang="de-DE"/>
        </a:p>
      </dgm:t>
    </dgm:pt>
    <dgm:pt modelId="{553121A0-151D-42A6-8FBE-700CC1EB2417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>
              <a:solidFill>
                <a:srgbClr val="FF0000"/>
              </a:solidFill>
            </a:rPr>
            <a:t>sand3</a:t>
          </a:r>
        </a:p>
      </dgm:t>
    </dgm:pt>
    <dgm:pt modelId="{387C72CC-930B-486F-AB80-2631243ECFA6}" type="parTrans" cxnId="{35EB1D72-5AE9-4BF2-8CF1-0988A0793CC0}">
      <dgm:prSet/>
      <dgm:spPr/>
      <dgm:t>
        <a:bodyPr/>
        <a:lstStyle/>
        <a:p>
          <a:endParaRPr lang="de-DE"/>
        </a:p>
      </dgm:t>
    </dgm:pt>
    <dgm:pt modelId="{D04580A2-ACDD-4ED5-B691-9229D525AD68}" type="sibTrans" cxnId="{35EB1D72-5AE9-4BF2-8CF1-0988A0793CC0}">
      <dgm:prSet/>
      <dgm:spPr/>
      <dgm:t>
        <a:bodyPr/>
        <a:lstStyle/>
        <a:p>
          <a:endParaRPr lang="de-DE"/>
        </a:p>
      </dgm:t>
    </dgm:pt>
    <dgm:pt modelId="{A9DFA1C3-B7D5-4DB0-93A4-A6B174D569EB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>
              <a:solidFill>
                <a:srgbClr val="FF0000"/>
              </a:solidFill>
            </a:rPr>
            <a:t>clay3</a:t>
          </a:r>
        </a:p>
      </dgm:t>
    </dgm:pt>
    <dgm:pt modelId="{5F4C985E-6FA5-4E57-871D-E32F53AF7BAE}" type="parTrans" cxnId="{8FF2D18F-D9BF-4C2C-BF6F-43857B711616}">
      <dgm:prSet/>
      <dgm:spPr/>
      <dgm:t>
        <a:bodyPr/>
        <a:lstStyle/>
        <a:p>
          <a:endParaRPr lang="de-DE"/>
        </a:p>
      </dgm:t>
    </dgm:pt>
    <dgm:pt modelId="{7C3CFCA2-3969-408B-B855-037C71331F43}" type="sibTrans" cxnId="{8FF2D18F-D9BF-4C2C-BF6F-43857B711616}">
      <dgm:prSet/>
      <dgm:spPr/>
      <dgm:t>
        <a:bodyPr/>
        <a:lstStyle/>
        <a:p>
          <a:endParaRPr lang="de-DE"/>
        </a:p>
      </dgm:t>
    </dgm:pt>
    <dgm:pt modelId="{20B8B1F6-4E04-4A3F-A914-5AAFDF2AF01B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 err="1"/>
            <a:t>mudClayBricks</a:t>
          </a:r>
          <a:endParaRPr lang="de-DE" sz="1100" dirty="0"/>
        </a:p>
      </dgm:t>
    </dgm:pt>
    <dgm:pt modelId="{10841BDF-4E0D-4962-A094-28E8742EC397}" type="parTrans" cxnId="{FC520086-A5E1-4B05-8400-81353B5E18C0}">
      <dgm:prSet/>
      <dgm:spPr/>
      <dgm:t>
        <a:bodyPr/>
        <a:lstStyle/>
        <a:p>
          <a:endParaRPr lang="de-DE"/>
        </a:p>
      </dgm:t>
    </dgm:pt>
    <dgm:pt modelId="{6AD3A877-C16A-41B5-8EA9-25117C85F035}" type="sibTrans" cxnId="{FC520086-A5E1-4B05-8400-81353B5E18C0}">
      <dgm:prSet/>
      <dgm:spPr/>
      <dgm:t>
        <a:bodyPr/>
        <a:lstStyle/>
        <a:p>
          <a:endParaRPr lang="de-DE"/>
        </a:p>
      </dgm:t>
    </dgm:pt>
    <dgm:pt modelId="{93A4FF1A-BA3E-4B08-9421-3DB7C7BEB74D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 err="1"/>
            <a:t>clinker</a:t>
          </a:r>
          <a:endParaRPr lang="de-DE" sz="1100" dirty="0"/>
        </a:p>
      </dgm:t>
    </dgm:pt>
    <dgm:pt modelId="{12C2B9E6-3C83-4969-9188-E0D34B332EFE}" type="parTrans" cxnId="{DAA27F40-E5A7-4F44-9665-464301233AC2}">
      <dgm:prSet/>
      <dgm:spPr/>
      <dgm:t>
        <a:bodyPr/>
        <a:lstStyle/>
        <a:p>
          <a:endParaRPr lang="de-DE"/>
        </a:p>
      </dgm:t>
    </dgm:pt>
    <dgm:pt modelId="{68C786BD-C639-4A41-AC86-F7EE69A36D6D}" type="sibTrans" cxnId="{DAA27F40-E5A7-4F44-9665-464301233AC2}">
      <dgm:prSet/>
      <dgm:spPr/>
      <dgm:t>
        <a:bodyPr/>
        <a:lstStyle/>
        <a:p>
          <a:endParaRPr lang="de-DE"/>
        </a:p>
      </dgm:t>
    </dgm:pt>
    <dgm:pt modelId="{34D68F57-4036-4F46-8AC9-9344A168DE5A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 err="1"/>
            <a:t>lime-sandBricks</a:t>
          </a:r>
          <a:endParaRPr lang="de-DE" sz="1100" dirty="0"/>
        </a:p>
      </dgm:t>
    </dgm:pt>
    <dgm:pt modelId="{E860FBBC-E54F-4B82-A697-F8AAFADE0BBC}" type="parTrans" cxnId="{85FF161D-8B84-494A-A739-5F2884D7351D}">
      <dgm:prSet/>
      <dgm:spPr/>
      <dgm:t>
        <a:bodyPr/>
        <a:lstStyle/>
        <a:p>
          <a:endParaRPr lang="de-DE"/>
        </a:p>
      </dgm:t>
    </dgm:pt>
    <dgm:pt modelId="{E350336B-51E2-4FD9-B214-A3E086BD7FE5}" type="sibTrans" cxnId="{85FF161D-8B84-494A-A739-5F2884D7351D}">
      <dgm:prSet/>
      <dgm:spPr/>
      <dgm:t>
        <a:bodyPr/>
        <a:lstStyle/>
        <a:p>
          <a:endParaRPr lang="de-DE"/>
        </a:p>
      </dgm:t>
    </dgm:pt>
    <dgm:pt modelId="{718488B0-96E0-46BC-8367-D502CA8F3FC3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 err="1"/>
            <a:t>AACblocks</a:t>
          </a:r>
          <a:endParaRPr lang="de-DE" sz="1100" dirty="0"/>
        </a:p>
      </dgm:t>
    </dgm:pt>
    <dgm:pt modelId="{ACB6D2F7-FF36-47F1-9D26-80F847B1DE67}" type="parTrans" cxnId="{0ACF50B8-D15D-4957-A762-4640E8F57CE9}">
      <dgm:prSet/>
      <dgm:spPr/>
      <dgm:t>
        <a:bodyPr/>
        <a:lstStyle/>
        <a:p>
          <a:endParaRPr lang="de-DE"/>
        </a:p>
      </dgm:t>
    </dgm:pt>
    <dgm:pt modelId="{33D6D5BC-F3C7-4869-A340-A2E2703D8A44}" type="sibTrans" cxnId="{0ACF50B8-D15D-4957-A762-4640E8F57CE9}">
      <dgm:prSet/>
      <dgm:spPr/>
      <dgm:t>
        <a:bodyPr/>
        <a:lstStyle/>
        <a:p>
          <a:endParaRPr lang="de-DE"/>
        </a:p>
      </dgm:t>
    </dgm:pt>
    <dgm:pt modelId="{3078AA14-567A-4000-9A30-3EBCEBC15BF7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 err="1"/>
            <a:t>concreteBlocks</a:t>
          </a:r>
          <a:endParaRPr lang="de-DE" sz="1100" dirty="0"/>
        </a:p>
      </dgm:t>
    </dgm:pt>
    <dgm:pt modelId="{CCE69D3E-4F97-4C59-AB0F-1FDAD5BD1307}" type="parTrans" cxnId="{57B5EB6B-FFCA-450A-A556-58BA09499829}">
      <dgm:prSet/>
      <dgm:spPr/>
      <dgm:t>
        <a:bodyPr/>
        <a:lstStyle/>
        <a:p>
          <a:endParaRPr lang="de-DE"/>
        </a:p>
      </dgm:t>
    </dgm:pt>
    <dgm:pt modelId="{7B2B6BEA-10B5-4248-84C3-C6396EBD93CE}" type="sibTrans" cxnId="{57B5EB6B-FFCA-450A-A556-58BA09499829}">
      <dgm:prSet/>
      <dgm:spPr/>
      <dgm:t>
        <a:bodyPr/>
        <a:lstStyle/>
        <a:p>
          <a:endParaRPr lang="de-DE"/>
        </a:p>
      </dgm:t>
    </dgm:pt>
    <dgm:pt modelId="{2B35FBEA-B2BF-442C-B79F-4C0398CD1519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 err="1"/>
            <a:t>lightConcrete</a:t>
          </a:r>
          <a:br>
            <a:rPr lang="de-DE" sz="1100" dirty="0"/>
          </a:br>
          <a:r>
            <a:rPr lang="de-DE" sz="1100" dirty="0"/>
            <a:t>Blocks</a:t>
          </a:r>
        </a:p>
      </dgm:t>
    </dgm:pt>
    <dgm:pt modelId="{D9690C1D-FFDB-4E3B-BD1B-9C386BE3FB47}" type="parTrans" cxnId="{9E7A7899-7398-4D75-8441-FCB74440B30F}">
      <dgm:prSet/>
      <dgm:spPr/>
      <dgm:t>
        <a:bodyPr/>
        <a:lstStyle/>
        <a:p>
          <a:endParaRPr lang="de-DE"/>
        </a:p>
      </dgm:t>
    </dgm:pt>
    <dgm:pt modelId="{509F27C5-B573-4F88-AAB1-086BF7D293FB}" type="sibTrans" cxnId="{9E7A7899-7398-4D75-8441-FCB74440B30F}">
      <dgm:prSet/>
      <dgm:spPr/>
      <dgm:t>
        <a:bodyPr/>
        <a:lstStyle/>
        <a:p>
          <a:endParaRPr lang="de-DE"/>
        </a:p>
      </dgm:t>
    </dgm:pt>
    <dgm:pt modelId="{209D193C-97A6-43D9-A516-8E4D5DDF7765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 err="1"/>
            <a:t>firedClayBricks</a:t>
          </a:r>
          <a:endParaRPr lang="de-DE" sz="1100" dirty="0"/>
        </a:p>
      </dgm:t>
    </dgm:pt>
    <dgm:pt modelId="{DF37C220-D628-4B2F-AE5C-A3DE1B0BEE03}" type="parTrans" cxnId="{1437F6BD-8A51-4D89-A9A6-97A4CBAA4DBA}">
      <dgm:prSet/>
      <dgm:spPr/>
      <dgm:t>
        <a:bodyPr/>
        <a:lstStyle/>
        <a:p>
          <a:endParaRPr lang="de-DE"/>
        </a:p>
      </dgm:t>
    </dgm:pt>
    <dgm:pt modelId="{74EC1A91-E0CE-465F-89DE-B0CAD19182F3}" type="sibTrans" cxnId="{1437F6BD-8A51-4D89-A9A6-97A4CBAA4DBA}">
      <dgm:prSet/>
      <dgm:spPr/>
      <dgm:t>
        <a:bodyPr/>
        <a:lstStyle/>
        <a:p>
          <a:endParaRPr lang="de-DE"/>
        </a:p>
      </dgm:t>
    </dgm:pt>
    <dgm:pt modelId="{383AE401-AA85-44AB-801B-8928769085E5}">
      <dgm:prSet phldrT="[Text]" custT="1"/>
      <dgm:spPr>
        <a:solidFill>
          <a:srgbClr val="000066">
            <a:lumMod val="75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6985" tIns="6985" rIns="6985" bIns="6985" numCol="1" spcCol="1270" anchor="ctr" anchorCtr="0"/>
        <a:lstStyle/>
        <a:p>
          <a:r>
            <a:rPr lang="de-DE" sz="1100" kern="1200" dirty="0" err="1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other</a:t>
          </a:r>
          <a:br>
            <a:rPr lang="de-DE" sz="11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</a:br>
          <a:r>
            <a:rPr lang="de-DE" sz="11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Minerals2</a:t>
          </a:r>
        </a:p>
      </dgm:t>
    </dgm:pt>
    <dgm:pt modelId="{74980208-031E-44D1-A4A7-448BBD5D11D5}" type="parTrans" cxnId="{8881890C-C0A9-4D52-A648-C90E6A114A9C}">
      <dgm:prSet/>
      <dgm:spPr/>
      <dgm:t>
        <a:bodyPr/>
        <a:lstStyle/>
        <a:p>
          <a:endParaRPr lang="de-DE"/>
        </a:p>
      </dgm:t>
    </dgm:pt>
    <dgm:pt modelId="{25B83421-78D2-474D-93F7-48091848D32C}" type="sibTrans" cxnId="{8881890C-C0A9-4D52-A648-C90E6A114A9C}">
      <dgm:prSet/>
      <dgm:spPr/>
      <dgm:t>
        <a:bodyPr/>
        <a:lstStyle/>
        <a:p>
          <a:endParaRPr lang="de-DE"/>
        </a:p>
      </dgm:t>
    </dgm:pt>
    <dgm:pt modelId="{B1AA23B8-60DA-4EA2-877E-7BCEC9BF3807}" type="pres">
      <dgm:prSet presAssocID="{DEFD5FCC-701C-4057-A31A-420C1ACDCE0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8810139-B7CE-4579-B789-EB6EFB568155}" type="pres">
      <dgm:prSet presAssocID="{62C1530B-B041-4BBB-9FEB-2FB46CFB6433}" presName="hierRoot1" presStyleCnt="0">
        <dgm:presLayoutVars>
          <dgm:hierBranch val="init"/>
        </dgm:presLayoutVars>
      </dgm:prSet>
      <dgm:spPr/>
    </dgm:pt>
    <dgm:pt modelId="{BB4864A4-3374-438B-A406-C63C8084CC9B}" type="pres">
      <dgm:prSet presAssocID="{62C1530B-B041-4BBB-9FEB-2FB46CFB6433}" presName="rootComposite1" presStyleCnt="0"/>
      <dgm:spPr/>
    </dgm:pt>
    <dgm:pt modelId="{D9CBD038-E8FB-4200-9094-188DF88F0FB5}" type="pres">
      <dgm:prSet presAssocID="{62C1530B-B041-4BBB-9FEB-2FB46CFB6433}" presName="rootText1" presStyleLbl="node0" presStyleIdx="0" presStyleCnt="1">
        <dgm:presLayoutVars>
          <dgm:chPref val="3"/>
        </dgm:presLayoutVars>
      </dgm:prSet>
      <dgm:spPr/>
    </dgm:pt>
    <dgm:pt modelId="{D03E068A-7388-472C-AB8E-306236FA3F44}" type="pres">
      <dgm:prSet presAssocID="{62C1530B-B041-4BBB-9FEB-2FB46CFB6433}" presName="rootConnector1" presStyleLbl="node1" presStyleIdx="0" presStyleCnt="0"/>
      <dgm:spPr/>
    </dgm:pt>
    <dgm:pt modelId="{6CBCFE4B-9561-4672-920E-BC123C4C7A2F}" type="pres">
      <dgm:prSet presAssocID="{62C1530B-B041-4BBB-9FEB-2FB46CFB6433}" presName="hierChild2" presStyleCnt="0"/>
      <dgm:spPr/>
    </dgm:pt>
    <dgm:pt modelId="{2895100E-C510-42E2-B3BA-0259563DAB1F}" type="pres">
      <dgm:prSet presAssocID="{6A57AC04-B1D3-44AD-8C69-EBD5F7AE9528}" presName="Name37" presStyleLbl="parChTrans1D2" presStyleIdx="0" presStyleCnt="8"/>
      <dgm:spPr/>
    </dgm:pt>
    <dgm:pt modelId="{B5A02395-DEC1-48EB-BE87-DC3760EA0E10}" type="pres">
      <dgm:prSet presAssocID="{6CBEDDAE-375A-4828-AD78-DBD4E45FA582}" presName="hierRoot2" presStyleCnt="0">
        <dgm:presLayoutVars>
          <dgm:hierBranch val="init"/>
        </dgm:presLayoutVars>
      </dgm:prSet>
      <dgm:spPr/>
    </dgm:pt>
    <dgm:pt modelId="{F243B76F-FED6-4B8D-B39B-B0794C584610}" type="pres">
      <dgm:prSet presAssocID="{6CBEDDAE-375A-4828-AD78-DBD4E45FA582}" presName="rootComposite" presStyleCnt="0"/>
      <dgm:spPr/>
    </dgm:pt>
    <dgm:pt modelId="{F0794A83-3E10-4939-87DC-B2F315213BB5}" type="pres">
      <dgm:prSet presAssocID="{6CBEDDAE-375A-4828-AD78-DBD4E45FA582}" presName="rootText" presStyleLbl="node2" presStyleIdx="0" presStyleCnt="8">
        <dgm:presLayoutVars>
          <dgm:chPref val="3"/>
        </dgm:presLayoutVars>
      </dgm:prSet>
      <dgm:spPr/>
    </dgm:pt>
    <dgm:pt modelId="{23577408-9618-4A2A-BCD2-24C00CDA9E67}" type="pres">
      <dgm:prSet presAssocID="{6CBEDDAE-375A-4828-AD78-DBD4E45FA582}" presName="rootConnector" presStyleLbl="node2" presStyleIdx="0" presStyleCnt="8"/>
      <dgm:spPr/>
    </dgm:pt>
    <dgm:pt modelId="{A3839F26-4F48-4F49-8D54-C17D3EBE1EF2}" type="pres">
      <dgm:prSet presAssocID="{6CBEDDAE-375A-4828-AD78-DBD4E45FA582}" presName="hierChild4" presStyleCnt="0"/>
      <dgm:spPr/>
    </dgm:pt>
    <dgm:pt modelId="{5B24B6F8-9CB7-4FDB-AA3A-BDC147BB4385}" type="pres">
      <dgm:prSet presAssocID="{10841BDF-4E0D-4962-A094-28E8742EC397}" presName="Name37" presStyleLbl="parChTrans1D3" presStyleIdx="0" presStyleCnt="19"/>
      <dgm:spPr/>
    </dgm:pt>
    <dgm:pt modelId="{8F6AAFD6-AE82-4B9F-9DBB-3B0EFBC6760B}" type="pres">
      <dgm:prSet presAssocID="{20B8B1F6-4E04-4A3F-A914-5AAFDF2AF01B}" presName="hierRoot2" presStyleCnt="0">
        <dgm:presLayoutVars>
          <dgm:hierBranch val="init"/>
        </dgm:presLayoutVars>
      </dgm:prSet>
      <dgm:spPr/>
    </dgm:pt>
    <dgm:pt modelId="{BA9ECA0D-6FD4-4E56-9B00-C8E0F68BEA57}" type="pres">
      <dgm:prSet presAssocID="{20B8B1F6-4E04-4A3F-A914-5AAFDF2AF01B}" presName="rootComposite" presStyleCnt="0"/>
      <dgm:spPr/>
    </dgm:pt>
    <dgm:pt modelId="{D9F472FD-B859-4BBD-B7FD-228F0B68FEE7}" type="pres">
      <dgm:prSet presAssocID="{20B8B1F6-4E04-4A3F-A914-5AAFDF2AF01B}" presName="rootText" presStyleLbl="node3" presStyleIdx="0" presStyleCnt="19">
        <dgm:presLayoutVars>
          <dgm:chPref val="3"/>
        </dgm:presLayoutVars>
      </dgm:prSet>
      <dgm:spPr/>
    </dgm:pt>
    <dgm:pt modelId="{CC8AA507-1121-4C14-AE3A-0B9C14B1C7C8}" type="pres">
      <dgm:prSet presAssocID="{20B8B1F6-4E04-4A3F-A914-5AAFDF2AF01B}" presName="rootConnector" presStyleLbl="node3" presStyleIdx="0" presStyleCnt="19"/>
      <dgm:spPr/>
    </dgm:pt>
    <dgm:pt modelId="{9DDE64E4-7ED0-456B-90E7-4C4C5CC9F7AF}" type="pres">
      <dgm:prSet presAssocID="{20B8B1F6-4E04-4A3F-A914-5AAFDF2AF01B}" presName="hierChild4" presStyleCnt="0"/>
      <dgm:spPr/>
    </dgm:pt>
    <dgm:pt modelId="{58DA7F46-763A-4518-9C97-E78F8C0F4C4C}" type="pres">
      <dgm:prSet presAssocID="{20B8B1F6-4E04-4A3F-A914-5AAFDF2AF01B}" presName="hierChild5" presStyleCnt="0"/>
      <dgm:spPr/>
    </dgm:pt>
    <dgm:pt modelId="{571A4015-FE84-46A1-8409-F96567270631}" type="pres">
      <dgm:prSet presAssocID="{DF37C220-D628-4B2F-AE5C-A3DE1B0BEE03}" presName="Name37" presStyleLbl="parChTrans1D3" presStyleIdx="1" presStyleCnt="19"/>
      <dgm:spPr/>
    </dgm:pt>
    <dgm:pt modelId="{02735FD7-777D-4845-BDAF-720B345FFFC8}" type="pres">
      <dgm:prSet presAssocID="{209D193C-97A6-43D9-A516-8E4D5DDF7765}" presName="hierRoot2" presStyleCnt="0">
        <dgm:presLayoutVars>
          <dgm:hierBranch val="init"/>
        </dgm:presLayoutVars>
      </dgm:prSet>
      <dgm:spPr/>
    </dgm:pt>
    <dgm:pt modelId="{962426DA-CA01-417B-9AA9-671F96EC4772}" type="pres">
      <dgm:prSet presAssocID="{209D193C-97A6-43D9-A516-8E4D5DDF7765}" presName="rootComposite" presStyleCnt="0"/>
      <dgm:spPr/>
    </dgm:pt>
    <dgm:pt modelId="{B11DC4EB-7512-4D95-9076-6345C1E549CD}" type="pres">
      <dgm:prSet presAssocID="{209D193C-97A6-43D9-A516-8E4D5DDF7765}" presName="rootText" presStyleLbl="node3" presStyleIdx="1" presStyleCnt="19">
        <dgm:presLayoutVars>
          <dgm:chPref val="3"/>
        </dgm:presLayoutVars>
      </dgm:prSet>
      <dgm:spPr/>
    </dgm:pt>
    <dgm:pt modelId="{3A60B036-214F-4C62-8240-90A73083C5DD}" type="pres">
      <dgm:prSet presAssocID="{209D193C-97A6-43D9-A516-8E4D5DDF7765}" presName="rootConnector" presStyleLbl="node3" presStyleIdx="1" presStyleCnt="19"/>
      <dgm:spPr/>
    </dgm:pt>
    <dgm:pt modelId="{A0B3EDE2-E8D4-4EB4-8203-0B868067C50F}" type="pres">
      <dgm:prSet presAssocID="{209D193C-97A6-43D9-A516-8E4D5DDF7765}" presName="hierChild4" presStyleCnt="0"/>
      <dgm:spPr/>
    </dgm:pt>
    <dgm:pt modelId="{389D8121-1DDD-4C94-B85A-164C3E1115E0}" type="pres">
      <dgm:prSet presAssocID="{209D193C-97A6-43D9-A516-8E4D5DDF7765}" presName="hierChild5" presStyleCnt="0"/>
      <dgm:spPr/>
    </dgm:pt>
    <dgm:pt modelId="{B7939FC8-6198-4FAD-9A56-8CC009ABA58E}" type="pres">
      <dgm:prSet presAssocID="{12C2B9E6-3C83-4969-9188-E0D34B332EFE}" presName="Name37" presStyleLbl="parChTrans1D3" presStyleIdx="2" presStyleCnt="19"/>
      <dgm:spPr/>
    </dgm:pt>
    <dgm:pt modelId="{4A0D1873-5381-43FC-BEFF-AADF64C151BE}" type="pres">
      <dgm:prSet presAssocID="{93A4FF1A-BA3E-4B08-9421-3DB7C7BEB74D}" presName="hierRoot2" presStyleCnt="0">
        <dgm:presLayoutVars>
          <dgm:hierBranch val="init"/>
        </dgm:presLayoutVars>
      </dgm:prSet>
      <dgm:spPr/>
    </dgm:pt>
    <dgm:pt modelId="{B76727A9-8F54-4BDF-9180-76C9A47126D9}" type="pres">
      <dgm:prSet presAssocID="{93A4FF1A-BA3E-4B08-9421-3DB7C7BEB74D}" presName="rootComposite" presStyleCnt="0"/>
      <dgm:spPr/>
    </dgm:pt>
    <dgm:pt modelId="{B5459AA8-2CE9-49C6-8ED1-877EE58B4234}" type="pres">
      <dgm:prSet presAssocID="{93A4FF1A-BA3E-4B08-9421-3DB7C7BEB74D}" presName="rootText" presStyleLbl="node3" presStyleIdx="2" presStyleCnt="19">
        <dgm:presLayoutVars>
          <dgm:chPref val="3"/>
        </dgm:presLayoutVars>
      </dgm:prSet>
      <dgm:spPr/>
    </dgm:pt>
    <dgm:pt modelId="{373DD762-D436-4B3A-98EE-3BA933771FE9}" type="pres">
      <dgm:prSet presAssocID="{93A4FF1A-BA3E-4B08-9421-3DB7C7BEB74D}" presName="rootConnector" presStyleLbl="node3" presStyleIdx="2" presStyleCnt="19"/>
      <dgm:spPr/>
    </dgm:pt>
    <dgm:pt modelId="{C6E30867-F2D7-48A4-BF99-439370A91D25}" type="pres">
      <dgm:prSet presAssocID="{93A4FF1A-BA3E-4B08-9421-3DB7C7BEB74D}" presName="hierChild4" presStyleCnt="0"/>
      <dgm:spPr/>
    </dgm:pt>
    <dgm:pt modelId="{1FBA2D37-6EF9-4144-A182-BC51C0DBA8F0}" type="pres">
      <dgm:prSet presAssocID="{93A4FF1A-BA3E-4B08-9421-3DB7C7BEB74D}" presName="hierChild5" presStyleCnt="0"/>
      <dgm:spPr/>
    </dgm:pt>
    <dgm:pt modelId="{67897A73-1AC1-4440-A1A2-58FA0B670206}" type="pres">
      <dgm:prSet presAssocID="{E860FBBC-E54F-4B82-A697-F8AAFADE0BBC}" presName="Name37" presStyleLbl="parChTrans1D3" presStyleIdx="3" presStyleCnt="19"/>
      <dgm:spPr/>
    </dgm:pt>
    <dgm:pt modelId="{544231A9-338C-4449-8101-9239A6FCB500}" type="pres">
      <dgm:prSet presAssocID="{34D68F57-4036-4F46-8AC9-9344A168DE5A}" presName="hierRoot2" presStyleCnt="0">
        <dgm:presLayoutVars>
          <dgm:hierBranch val="init"/>
        </dgm:presLayoutVars>
      </dgm:prSet>
      <dgm:spPr/>
    </dgm:pt>
    <dgm:pt modelId="{4155ADF2-1440-4BDE-B513-21FC8CFEBACE}" type="pres">
      <dgm:prSet presAssocID="{34D68F57-4036-4F46-8AC9-9344A168DE5A}" presName="rootComposite" presStyleCnt="0"/>
      <dgm:spPr/>
    </dgm:pt>
    <dgm:pt modelId="{E200566F-8C49-46C7-8A7E-19BA6F9F4B58}" type="pres">
      <dgm:prSet presAssocID="{34D68F57-4036-4F46-8AC9-9344A168DE5A}" presName="rootText" presStyleLbl="node3" presStyleIdx="3" presStyleCnt="19">
        <dgm:presLayoutVars>
          <dgm:chPref val="3"/>
        </dgm:presLayoutVars>
      </dgm:prSet>
      <dgm:spPr/>
    </dgm:pt>
    <dgm:pt modelId="{C65EA639-4792-4A5F-A0D9-76958A8A8356}" type="pres">
      <dgm:prSet presAssocID="{34D68F57-4036-4F46-8AC9-9344A168DE5A}" presName="rootConnector" presStyleLbl="node3" presStyleIdx="3" presStyleCnt="19"/>
      <dgm:spPr/>
    </dgm:pt>
    <dgm:pt modelId="{AB4989CB-FCE9-492A-8D9F-E383248E7EAF}" type="pres">
      <dgm:prSet presAssocID="{34D68F57-4036-4F46-8AC9-9344A168DE5A}" presName="hierChild4" presStyleCnt="0"/>
      <dgm:spPr/>
    </dgm:pt>
    <dgm:pt modelId="{02D5986C-2042-48BA-8372-71B01A21BA8F}" type="pres">
      <dgm:prSet presAssocID="{34D68F57-4036-4F46-8AC9-9344A168DE5A}" presName="hierChild5" presStyleCnt="0"/>
      <dgm:spPr/>
    </dgm:pt>
    <dgm:pt modelId="{8CAF792F-4157-421A-9EB7-735F999C1A9D}" type="pres">
      <dgm:prSet presAssocID="{ACB6D2F7-FF36-47F1-9D26-80F847B1DE67}" presName="Name37" presStyleLbl="parChTrans1D3" presStyleIdx="4" presStyleCnt="19"/>
      <dgm:spPr/>
    </dgm:pt>
    <dgm:pt modelId="{A8EDCEEC-7458-4B52-93F4-7C8B47D9B1D7}" type="pres">
      <dgm:prSet presAssocID="{718488B0-96E0-46BC-8367-D502CA8F3FC3}" presName="hierRoot2" presStyleCnt="0">
        <dgm:presLayoutVars>
          <dgm:hierBranch val="init"/>
        </dgm:presLayoutVars>
      </dgm:prSet>
      <dgm:spPr/>
    </dgm:pt>
    <dgm:pt modelId="{78531041-4FEE-458B-A588-8BF6D6177DFD}" type="pres">
      <dgm:prSet presAssocID="{718488B0-96E0-46BC-8367-D502CA8F3FC3}" presName="rootComposite" presStyleCnt="0"/>
      <dgm:spPr/>
    </dgm:pt>
    <dgm:pt modelId="{BA4A893F-8E12-48C1-BCC8-3292B8EBBCED}" type="pres">
      <dgm:prSet presAssocID="{718488B0-96E0-46BC-8367-D502CA8F3FC3}" presName="rootText" presStyleLbl="node3" presStyleIdx="4" presStyleCnt="19">
        <dgm:presLayoutVars>
          <dgm:chPref val="3"/>
        </dgm:presLayoutVars>
      </dgm:prSet>
      <dgm:spPr/>
    </dgm:pt>
    <dgm:pt modelId="{8A56390E-627B-4DB3-850A-666C4DFCDB8F}" type="pres">
      <dgm:prSet presAssocID="{718488B0-96E0-46BC-8367-D502CA8F3FC3}" presName="rootConnector" presStyleLbl="node3" presStyleIdx="4" presStyleCnt="19"/>
      <dgm:spPr/>
    </dgm:pt>
    <dgm:pt modelId="{BB7E7AA1-DA6C-476F-AA94-707735C5AC20}" type="pres">
      <dgm:prSet presAssocID="{718488B0-96E0-46BC-8367-D502CA8F3FC3}" presName="hierChild4" presStyleCnt="0"/>
      <dgm:spPr/>
    </dgm:pt>
    <dgm:pt modelId="{A32F5CB6-A483-4EAD-B05F-9682AA691AFC}" type="pres">
      <dgm:prSet presAssocID="{718488B0-96E0-46BC-8367-D502CA8F3FC3}" presName="hierChild5" presStyleCnt="0"/>
      <dgm:spPr/>
    </dgm:pt>
    <dgm:pt modelId="{D0E510A0-37AB-4EE7-8B52-926E8C663896}" type="pres">
      <dgm:prSet presAssocID="{CCE69D3E-4F97-4C59-AB0F-1FDAD5BD1307}" presName="Name37" presStyleLbl="parChTrans1D3" presStyleIdx="5" presStyleCnt="19"/>
      <dgm:spPr/>
    </dgm:pt>
    <dgm:pt modelId="{83D0D25B-37B0-41C0-83EB-BE2210250330}" type="pres">
      <dgm:prSet presAssocID="{3078AA14-567A-4000-9A30-3EBCEBC15BF7}" presName="hierRoot2" presStyleCnt="0">
        <dgm:presLayoutVars>
          <dgm:hierBranch val="init"/>
        </dgm:presLayoutVars>
      </dgm:prSet>
      <dgm:spPr/>
    </dgm:pt>
    <dgm:pt modelId="{DB2C3D5F-A588-4A38-8746-CB8A786A8EC7}" type="pres">
      <dgm:prSet presAssocID="{3078AA14-567A-4000-9A30-3EBCEBC15BF7}" presName="rootComposite" presStyleCnt="0"/>
      <dgm:spPr/>
    </dgm:pt>
    <dgm:pt modelId="{2F046BBD-A796-496F-8B05-0D58150FEDCA}" type="pres">
      <dgm:prSet presAssocID="{3078AA14-567A-4000-9A30-3EBCEBC15BF7}" presName="rootText" presStyleLbl="node3" presStyleIdx="5" presStyleCnt="19">
        <dgm:presLayoutVars>
          <dgm:chPref val="3"/>
        </dgm:presLayoutVars>
      </dgm:prSet>
      <dgm:spPr/>
    </dgm:pt>
    <dgm:pt modelId="{3CB52391-B4CB-4B2B-806A-F639E4D92F8B}" type="pres">
      <dgm:prSet presAssocID="{3078AA14-567A-4000-9A30-3EBCEBC15BF7}" presName="rootConnector" presStyleLbl="node3" presStyleIdx="5" presStyleCnt="19"/>
      <dgm:spPr/>
    </dgm:pt>
    <dgm:pt modelId="{9673FBC6-CD6C-4853-91BC-FA8E16A33649}" type="pres">
      <dgm:prSet presAssocID="{3078AA14-567A-4000-9A30-3EBCEBC15BF7}" presName="hierChild4" presStyleCnt="0"/>
      <dgm:spPr/>
    </dgm:pt>
    <dgm:pt modelId="{F01F25FF-8BD2-497A-A8D4-CA170F7CB1FE}" type="pres">
      <dgm:prSet presAssocID="{3078AA14-567A-4000-9A30-3EBCEBC15BF7}" presName="hierChild5" presStyleCnt="0"/>
      <dgm:spPr/>
    </dgm:pt>
    <dgm:pt modelId="{EF5CD527-C167-4E40-ABF4-B7BF56D06087}" type="pres">
      <dgm:prSet presAssocID="{D9690C1D-FFDB-4E3B-BD1B-9C386BE3FB47}" presName="Name37" presStyleLbl="parChTrans1D3" presStyleIdx="6" presStyleCnt="19"/>
      <dgm:spPr/>
    </dgm:pt>
    <dgm:pt modelId="{EAFD7666-B597-44C0-81C9-AF5168966366}" type="pres">
      <dgm:prSet presAssocID="{2B35FBEA-B2BF-442C-B79F-4C0398CD1519}" presName="hierRoot2" presStyleCnt="0">
        <dgm:presLayoutVars>
          <dgm:hierBranch val="init"/>
        </dgm:presLayoutVars>
      </dgm:prSet>
      <dgm:spPr/>
    </dgm:pt>
    <dgm:pt modelId="{317283D2-76A6-44B7-B35F-01332083FA73}" type="pres">
      <dgm:prSet presAssocID="{2B35FBEA-B2BF-442C-B79F-4C0398CD1519}" presName="rootComposite" presStyleCnt="0"/>
      <dgm:spPr/>
    </dgm:pt>
    <dgm:pt modelId="{8C4D84F6-F5A9-40C9-874D-D5CE073A6EFE}" type="pres">
      <dgm:prSet presAssocID="{2B35FBEA-B2BF-442C-B79F-4C0398CD1519}" presName="rootText" presStyleLbl="node3" presStyleIdx="6" presStyleCnt="19">
        <dgm:presLayoutVars>
          <dgm:chPref val="3"/>
        </dgm:presLayoutVars>
      </dgm:prSet>
      <dgm:spPr/>
    </dgm:pt>
    <dgm:pt modelId="{F41E65A7-B5DB-408B-AB07-B45F0AE4F1B5}" type="pres">
      <dgm:prSet presAssocID="{2B35FBEA-B2BF-442C-B79F-4C0398CD1519}" presName="rootConnector" presStyleLbl="node3" presStyleIdx="6" presStyleCnt="19"/>
      <dgm:spPr/>
    </dgm:pt>
    <dgm:pt modelId="{4B56B7E1-AF7C-4860-9B87-E7CC83D3B267}" type="pres">
      <dgm:prSet presAssocID="{2B35FBEA-B2BF-442C-B79F-4C0398CD1519}" presName="hierChild4" presStyleCnt="0"/>
      <dgm:spPr/>
    </dgm:pt>
    <dgm:pt modelId="{FCBBEDA2-C4E4-43A9-A646-6F7A0C8E646C}" type="pres">
      <dgm:prSet presAssocID="{2B35FBEA-B2BF-442C-B79F-4C0398CD1519}" presName="hierChild5" presStyleCnt="0"/>
      <dgm:spPr/>
    </dgm:pt>
    <dgm:pt modelId="{71133FFB-9CF7-425D-9471-86F8ABFE7CA7}" type="pres">
      <dgm:prSet presAssocID="{6CBEDDAE-375A-4828-AD78-DBD4E45FA582}" presName="hierChild5" presStyleCnt="0"/>
      <dgm:spPr/>
    </dgm:pt>
    <dgm:pt modelId="{6B80C0BA-BFC4-482C-9143-F512482548A8}" type="pres">
      <dgm:prSet presAssocID="{98504801-FC3E-4431-8770-B607E77A5EF8}" presName="Name37" presStyleLbl="parChTrans1D2" presStyleIdx="1" presStyleCnt="8"/>
      <dgm:spPr/>
    </dgm:pt>
    <dgm:pt modelId="{8847DC99-F93E-4B31-926C-6ADBE1B5197F}" type="pres">
      <dgm:prSet presAssocID="{04BF0879-3829-4DD1-AD05-AA6AF15E81DD}" presName="hierRoot2" presStyleCnt="0">
        <dgm:presLayoutVars>
          <dgm:hierBranch val="init"/>
        </dgm:presLayoutVars>
      </dgm:prSet>
      <dgm:spPr/>
    </dgm:pt>
    <dgm:pt modelId="{BD4A41EF-FE1D-4414-8976-9F17F34CD9CB}" type="pres">
      <dgm:prSet presAssocID="{04BF0879-3829-4DD1-AD05-AA6AF15E81DD}" presName="rootComposite" presStyleCnt="0"/>
      <dgm:spPr/>
    </dgm:pt>
    <dgm:pt modelId="{6BEBB172-20A1-4787-B24C-B7D64C9437CE}" type="pres">
      <dgm:prSet presAssocID="{04BF0879-3829-4DD1-AD05-AA6AF15E81DD}" presName="rootText" presStyleLbl="node2" presStyleIdx="1" presStyleCnt="8">
        <dgm:presLayoutVars>
          <dgm:chPref val="3"/>
        </dgm:presLayoutVars>
      </dgm:prSet>
      <dgm:spPr/>
    </dgm:pt>
    <dgm:pt modelId="{018AC0FB-582E-426D-B5AC-95405FD20CD4}" type="pres">
      <dgm:prSet presAssocID="{04BF0879-3829-4DD1-AD05-AA6AF15E81DD}" presName="rootConnector" presStyleLbl="node2" presStyleIdx="1" presStyleCnt="8"/>
      <dgm:spPr/>
    </dgm:pt>
    <dgm:pt modelId="{A503B7DB-1D65-470D-BB3D-4D9CD8D19B68}" type="pres">
      <dgm:prSet presAssocID="{04BF0879-3829-4DD1-AD05-AA6AF15E81DD}" presName="hierChild4" presStyleCnt="0"/>
      <dgm:spPr/>
    </dgm:pt>
    <dgm:pt modelId="{7D0C516E-5156-4AD6-8E02-79B5CC11D728}" type="pres">
      <dgm:prSet presAssocID="{32475840-66D3-4ED8-8D80-A65158B41BDF}" presName="Name37" presStyleLbl="parChTrans1D3" presStyleIdx="7" presStyleCnt="19"/>
      <dgm:spPr/>
    </dgm:pt>
    <dgm:pt modelId="{BE124DF3-B731-4212-92CF-AA9AD8E3FDC2}" type="pres">
      <dgm:prSet presAssocID="{3A3DD574-F5E7-4CC6-ABD6-335A6EFB5369}" presName="hierRoot2" presStyleCnt="0">
        <dgm:presLayoutVars>
          <dgm:hierBranch val="init"/>
        </dgm:presLayoutVars>
      </dgm:prSet>
      <dgm:spPr/>
    </dgm:pt>
    <dgm:pt modelId="{5A0EA520-CFA2-48EC-B861-D348EDB25BE8}" type="pres">
      <dgm:prSet presAssocID="{3A3DD574-F5E7-4CC6-ABD6-335A6EFB5369}" presName="rootComposite" presStyleCnt="0"/>
      <dgm:spPr/>
    </dgm:pt>
    <dgm:pt modelId="{351D692E-0F4E-4CDC-BAD8-92B46DF42643}" type="pres">
      <dgm:prSet presAssocID="{3A3DD574-F5E7-4CC6-ABD6-335A6EFB5369}" presName="rootText" presStyleLbl="node3" presStyleIdx="7" presStyleCnt="19">
        <dgm:presLayoutVars>
          <dgm:chPref val="3"/>
        </dgm:presLayoutVars>
      </dgm:prSet>
      <dgm:spPr/>
    </dgm:pt>
    <dgm:pt modelId="{DEEF0B3B-EAA4-4704-9037-24C45E92F5AC}" type="pres">
      <dgm:prSet presAssocID="{3A3DD574-F5E7-4CC6-ABD6-335A6EFB5369}" presName="rootConnector" presStyleLbl="node3" presStyleIdx="7" presStyleCnt="19"/>
      <dgm:spPr/>
    </dgm:pt>
    <dgm:pt modelId="{996F594C-C7D2-409E-B327-E957ED3C56CC}" type="pres">
      <dgm:prSet presAssocID="{3A3DD574-F5E7-4CC6-ABD6-335A6EFB5369}" presName="hierChild4" presStyleCnt="0"/>
      <dgm:spPr/>
    </dgm:pt>
    <dgm:pt modelId="{659B86CA-CCA2-4634-8AEF-DAE3208BA743}" type="pres">
      <dgm:prSet presAssocID="{3A3DD574-F5E7-4CC6-ABD6-335A6EFB5369}" presName="hierChild5" presStyleCnt="0"/>
      <dgm:spPr/>
    </dgm:pt>
    <dgm:pt modelId="{E181CD60-651B-49AC-81E3-6B27C009C777}" type="pres">
      <dgm:prSet presAssocID="{04BF0879-3829-4DD1-AD05-AA6AF15E81DD}" presName="hierChild5" presStyleCnt="0"/>
      <dgm:spPr/>
    </dgm:pt>
    <dgm:pt modelId="{37041DE8-87DD-4326-8EAB-A3147F70E828}" type="pres">
      <dgm:prSet presAssocID="{FE1B5F53-7ACB-4943-A5CF-A5C9BDAD9307}" presName="Name37" presStyleLbl="parChTrans1D2" presStyleIdx="2" presStyleCnt="8"/>
      <dgm:spPr/>
    </dgm:pt>
    <dgm:pt modelId="{AECFE0A4-8D31-46ED-A735-900B90D02F70}" type="pres">
      <dgm:prSet presAssocID="{841397B0-AC8D-4662-A5D0-F90AC00BF83D}" presName="hierRoot2" presStyleCnt="0">
        <dgm:presLayoutVars>
          <dgm:hierBranch val="init"/>
        </dgm:presLayoutVars>
      </dgm:prSet>
      <dgm:spPr/>
    </dgm:pt>
    <dgm:pt modelId="{3E8E9414-D64C-4814-9E5F-47D930F48BAB}" type="pres">
      <dgm:prSet presAssocID="{841397B0-AC8D-4662-A5D0-F90AC00BF83D}" presName="rootComposite" presStyleCnt="0"/>
      <dgm:spPr/>
    </dgm:pt>
    <dgm:pt modelId="{BECAB428-D9FC-4E49-AED8-D83E1BBF156C}" type="pres">
      <dgm:prSet presAssocID="{841397B0-AC8D-4662-A5D0-F90AC00BF83D}" presName="rootText" presStyleLbl="node2" presStyleIdx="2" presStyleCnt="8">
        <dgm:presLayoutVars>
          <dgm:chPref val="3"/>
        </dgm:presLayoutVars>
      </dgm:prSet>
      <dgm:spPr/>
    </dgm:pt>
    <dgm:pt modelId="{B6E42FA5-69A2-4F6C-AA7D-9AEDA1643ECD}" type="pres">
      <dgm:prSet presAssocID="{841397B0-AC8D-4662-A5D0-F90AC00BF83D}" presName="rootConnector" presStyleLbl="node2" presStyleIdx="2" presStyleCnt="8"/>
      <dgm:spPr/>
    </dgm:pt>
    <dgm:pt modelId="{5D114811-CB06-4A3B-B0F5-9E05EFE39C37}" type="pres">
      <dgm:prSet presAssocID="{841397B0-AC8D-4662-A5D0-F90AC00BF83D}" presName="hierChild4" presStyleCnt="0"/>
      <dgm:spPr/>
    </dgm:pt>
    <dgm:pt modelId="{94556F89-B84B-4B5D-919E-34145C75794C}" type="pres">
      <dgm:prSet presAssocID="{387C72CC-930B-486F-AB80-2631243ECFA6}" presName="Name37" presStyleLbl="parChTrans1D3" presStyleIdx="8" presStyleCnt="19"/>
      <dgm:spPr/>
    </dgm:pt>
    <dgm:pt modelId="{C30DD797-70D6-49F6-AFB3-9FF982D2DCF1}" type="pres">
      <dgm:prSet presAssocID="{553121A0-151D-42A6-8FBE-700CC1EB2417}" presName="hierRoot2" presStyleCnt="0">
        <dgm:presLayoutVars>
          <dgm:hierBranch val="init"/>
        </dgm:presLayoutVars>
      </dgm:prSet>
      <dgm:spPr/>
    </dgm:pt>
    <dgm:pt modelId="{CF6112F4-9D90-4A01-9FBC-EB7881A96F11}" type="pres">
      <dgm:prSet presAssocID="{553121A0-151D-42A6-8FBE-700CC1EB2417}" presName="rootComposite" presStyleCnt="0"/>
      <dgm:spPr/>
    </dgm:pt>
    <dgm:pt modelId="{5E720916-9EF7-483D-A40A-7982E470DD0C}" type="pres">
      <dgm:prSet presAssocID="{553121A0-151D-42A6-8FBE-700CC1EB2417}" presName="rootText" presStyleLbl="node3" presStyleIdx="8" presStyleCnt="19">
        <dgm:presLayoutVars>
          <dgm:chPref val="3"/>
        </dgm:presLayoutVars>
      </dgm:prSet>
      <dgm:spPr/>
    </dgm:pt>
    <dgm:pt modelId="{50C47B92-6166-4E61-AC49-170DFFE8E64A}" type="pres">
      <dgm:prSet presAssocID="{553121A0-151D-42A6-8FBE-700CC1EB2417}" presName="rootConnector" presStyleLbl="node3" presStyleIdx="8" presStyleCnt="19"/>
      <dgm:spPr/>
    </dgm:pt>
    <dgm:pt modelId="{A45F37DB-CE0D-43A5-B2D7-753F71943217}" type="pres">
      <dgm:prSet presAssocID="{553121A0-151D-42A6-8FBE-700CC1EB2417}" presName="hierChild4" presStyleCnt="0"/>
      <dgm:spPr/>
    </dgm:pt>
    <dgm:pt modelId="{908A9DB5-CFA9-49FE-A876-C88781877965}" type="pres">
      <dgm:prSet presAssocID="{553121A0-151D-42A6-8FBE-700CC1EB2417}" presName="hierChild5" presStyleCnt="0"/>
      <dgm:spPr/>
    </dgm:pt>
    <dgm:pt modelId="{4012D6DB-E947-42A3-8C91-885A35502FF1}" type="pres">
      <dgm:prSet presAssocID="{841397B0-AC8D-4662-A5D0-F90AC00BF83D}" presName="hierChild5" presStyleCnt="0"/>
      <dgm:spPr/>
    </dgm:pt>
    <dgm:pt modelId="{044DAEFD-14BE-4132-B9BE-57F51E9FC177}" type="pres">
      <dgm:prSet presAssocID="{AC3B001E-444E-4537-9259-4370AC1B2D96}" presName="Name37" presStyleLbl="parChTrans1D2" presStyleIdx="3" presStyleCnt="8"/>
      <dgm:spPr/>
    </dgm:pt>
    <dgm:pt modelId="{E7DF6106-DD76-4294-9A17-87614455CE49}" type="pres">
      <dgm:prSet presAssocID="{89C215F1-5A2E-43E4-9F84-DB04605168FD}" presName="hierRoot2" presStyleCnt="0">
        <dgm:presLayoutVars>
          <dgm:hierBranch val="init"/>
        </dgm:presLayoutVars>
      </dgm:prSet>
      <dgm:spPr/>
    </dgm:pt>
    <dgm:pt modelId="{CB29BB53-DD05-45D4-9392-416E67E47923}" type="pres">
      <dgm:prSet presAssocID="{89C215F1-5A2E-43E4-9F84-DB04605168FD}" presName="rootComposite" presStyleCnt="0"/>
      <dgm:spPr/>
    </dgm:pt>
    <dgm:pt modelId="{B061BCE1-5956-4E15-ABBE-BBBC6653BC0E}" type="pres">
      <dgm:prSet presAssocID="{89C215F1-5A2E-43E4-9F84-DB04605168FD}" presName="rootText" presStyleLbl="node2" presStyleIdx="3" presStyleCnt="8">
        <dgm:presLayoutVars>
          <dgm:chPref val="3"/>
        </dgm:presLayoutVars>
      </dgm:prSet>
      <dgm:spPr/>
    </dgm:pt>
    <dgm:pt modelId="{3B617017-F86D-43EC-A5A2-7714BEC2A765}" type="pres">
      <dgm:prSet presAssocID="{89C215F1-5A2E-43E4-9F84-DB04605168FD}" presName="rootConnector" presStyleLbl="node2" presStyleIdx="3" presStyleCnt="8"/>
      <dgm:spPr/>
    </dgm:pt>
    <dgm:pt modelId="{05223490-6FFF-4EA8-AE45-4B1371F2FDE9}" type="pres">
      <dgm:prSet presAssocID="{89C215F1-5A2E-43E4-9F84-DB04605168FD}" presName="hierChild4" presStyleCnt="0"/>
      <dgm:spPr/>
    </dgm:pt>
    <dgm:pt modelId="{E93D3F1C-0932-40ED-9401-CD680F3A734A}" type="pres">
      <dgm:prSet presAssocID="{5F4C985E-6FA5-4E57-871D-E32F53AF7BAE}" presName="Name37" presStyleLbl="parChTrans1D3" presStyleIdx="9" presStyleCnt="19"/>
      <dgm:spPr/>
    </dgm:pt>
    <dgm:pt modelId="{FEBCA57C-51E3-46F2-9D79-F71D9B7F3A13}" type="pres">
      <dgm:prSet presAssocID="{A9DFA1C3-B7D5-4DB0-93A4-A6B174D569EB}" presName="hierRoot2" presStyleCnt="0">
        <dgm:presLayoutVars>
          <dgm:hierBranch val="init"/>
        </dgm:presLayoutVars>
      </dgm:prSet>
      <dgm:spPr/>
    </dgm:pt>
    <dgm:pt modelId="{2B595F00-B708-454B-8DDD-40414E3D92FC}" type="pres">
      <dgm:prSet presAssocID="{A9DFA1C3-B7D5-4DB0-93A4-A6B174D569EB}" presName="rootComposite" presStyleCnt="0"/>
      <dgm:spPr/>
    </dgm:pt>
    <dgm:pt modelId="{1BFA551C-FFCC-4A54-857D-14B98370C4F8}" type="pres">
      <dgm:prSet presAssocID="{A9DFA1C3-B7D5-4DB0-93A4-A6B174D569EB}" presName="rootText" presStyleLbl="node3" presStyleIdx="9" presStyleCnt="19">
        <dgm:presLayoutVars>
          <dgm:chPref val="3"/>
        </dgm:presLayoutVars>
      </dgm:prSet>
      <dgm:spPr/>
    </dgm:pt>
    <dgm:pt modelId="{969D1B6A-D4FD-45AE-8D38-671534F17BC3}" type="pres">
      <dgm:prSet presAssocID="{A9DFA1C3-B7D5-4DB0-93A4-A6B174D569EB}" presName="rootConnector" presStyleLbl="node3" presStyleIdx="9" presStyleCnt="19"/>
      <dgm:spPr/>
    </dgm:pt>
    <dgm:pt modelId="{CD2C313D-001D-4CA5-9FF2-C088334D95EE}" type="pres">
      <dgm:prSet presAssocID="{A9DFA1C3-B7D5-4DB0-93A4-A6B174D569EB}" presName="hierChild4" presStyleCnt="0"/>
      <dgm:spPr/>
    </dgm:pt>
    <dgm:pt modelId="{B7E5D5FD-D66E-40D0-9FAF-E3A06F94D993}" type="pres">
      <dgm:prSet presAssocID="{A9DFA1C3-B7D5-4DB0-93A4-A6B174D569EB}" presName="hierChild5" presStyleCnt="0"/>
      <dgm:spPr/>
    </dgm:pt>
    <dgm:pt modelId="{DD2752DE-F58D-44C4-BCA7-BEFF4E5333BD}" type="pres">
      <dgm:prSet presAssocID="{89C215F1-5A2E-43E4-9F84-DB04605168FD}" presName="hierChild5" presStyleCnt="0"/>
      <dgm:spPr/>
    </dgm:pt>
    <dgm:pt modelId="{31B4816C-6985-49AC-97A7-2A056D1E2BDC}" type="pres">
      <dgm:prSet presAssocID="{B1F73AAE-4B6E-430A-8FEF-EF5B3A91C376}" presName="Name37" presStyleLbl="parChTrans1D2" presStyleIdx="4" presStyleCnt="8"/>
      <dgm:spPr/>
    </dgm:pt>
    <dgm:pt modelId="{9B35BFBC-FC40-4AC9-B012-9AB06CDBF3F8}" type="pres">
      <dgm:prSet presAssocID="{39B3A33E-5779-4386-8C30-0B0ADADC15C1}" presName="hierRoot2" presStyleCnt="0">
        <dgm:presLayoutVars>
          <dgm:hierBranch val="init"/>
        </dgm:presLayoutVars>
      </dgm:prSet>
      <dgm:spPr/>
    </dgm:pt>
    <dgm:pt modelId="{36045D93-E38E-44FA-8D38-05E0C3E0C602}" type="pres">
      <dgm:prSet presAssocID="{39B3A33E-5779-4386-8C30-0B0ADADC15C1}" presName="rootComposite" presStyleCnt="0"/>
      <dgm:spPr/>
    </dgm:pt>
    <dgm:pt modelId="{BBAFEAEE-AA13-4143-A91D-67D814B391F1}" type="pres">
      <dgm:prSet presAssocID="{39B3A33E-5779-4386-8C30-0B0ADADC15C1}" presName="rootText" presStyleLbl="node2" presStyleIdx="4" presStyleCnt="8">
        <dgm:presLayoutVars>
          <dgm:chPref val="3"/>
        </dgm:presLayoutVars>
      </dgm:prSet>
      <dgm:spPr/>
    </dgm:pt>
    <dgm:pt modelId="{33288997-A5D2-4F92-9712-13494A51FDD6}" type="pres">
      <dgm:prSet presAssocID="{39B3A33E-5779-4386-8C30-0B0ADADC15C1}" presName="rootConnector" presStyleLbl="node2" presStyleIdx="4" presStyleCnt="8"/>
      <dgm:spPr/>
    </dgm:pt>
    <dgm:pt modelId="{2FFC30DE-D752-4FA0-BB59-683DA63CD3FB}" type="pres">
      <dgm:prSet presAssocID="{39B3A33E-5779-4386-8C30-0B0ADADC15C1}" presName="hierChild4" presStyleCnt="0"/>
      <dgm:spPr/>
    </dgm:pt>
    <dgm:pt modelId="{B852E818-84C2-473C-8686-2A7247FDF0B4}" type="pres">
      <dgm:prSet presAssocID="{975773B6-467B-4910-867B-A6184E48FFC0}" presName="Name37" presStyleLbl="parChTrans1D3" presStyleIdx="10" presStyleCnt="19"/>
      <dgm:spPr/>
    </dgm:pt>
    <dgm:pt modelId="{514BEBC4-A6C9-46E6-9CCE-FB4EBAFE720A}" type="pres">
      <dgm:prSet presAssocID="{EB71EDF8-6281-432D-9479-64389246D001}" presName="hierRoot2" presStyleCnt="0">
        <dgm:presLayoutVars>
          <dgm:hierBranch val="init"/>
        </dgm:presLayoutVars>
      </dgm:prSet>
      <dgm:spPr/>
    </dgm:pt>
    <dgm:pt modelId="{E4A9AE76-534A-4DC3-8060-F3C084C6920E}" type="pres">
      <dgm:prSet presAssocID="{EB71EDF8-6281-432D-9479-64389246D001}" presName="rootComposite" presStyleCnt="0"/>
      <dgm:spPr/>
    </dgm:pt>
    <dgm:pt modelId="{66C99D4F-5038-44A0-924A-81C5785C0412}" type="pres">
      <dgm:prSet presAssocID="{EB71EDF8-6281-432D-9479-64389246D001}" presName="rootText" presStyleLbl="node3" presStyleIdx="10" presStyleCnt="19">
        <dgm:presLayoutVars>
          <dgm:chPref val="3"/>
        </dgm:presLayoutVars>
      </dgm:prSet>
      <dgm:spPr/>
    </dgm:pt>
    <dgm:pt modelId="{9AF6CB9E-E604-4F87-BDC5-B248B1256CDA}" type="pres">
      <dgm:prSet presAssocID="{EB71EDF8-6281-432D-9479-64389246D001}" presName="rootConnector" presStyleLbl="node3" presStyleIdx="10" presStyleCnt="19"/>
      <dgm:spPr/>
    </dgm:pt>
    <dgm:pt modelId="{C18DA1AD-98CF-40EF-8960-4F09756BB46D}" type="pres">
      <dgm:prSet presAssocID="{EB71EDF8-6281-432D-9479-64389246D001}" presName="hierChild4" presStyleCnt="0"/>
      <dgm:spPr/>
    </dgm:pt>
    <dgm:pt modelId="{234C2073-5A01-4C8B-AD5D-A456543F52CB}" type="pres">
      <dgm:prSet presAssocID="{EB71EDF8-6281-432D-9479-64389246D001}" presName="hierChild5" presStyleCnt="0"/>
      <dgm:spPr/>
    </dgm:pt>
    <dgm:pt modelId="{56160515-B28F-415E-B01E-1C8C14EDE372}" type="pres">
      <dgm:prSet presAssocID="{44B6F13C-C70B-4EC6-B5B0-A36E46FFE619}" presName="Name37" presStyleLbl="parChTrans1D3" presStyleIdx="11" presStyleCnt="19"/>
      <dgm:spPr/>
    </dgm:pt>
    <dgm:pt modelId="{179AE026-5D0F-4B37-AAFE-D5CB9D6C212E}" type="pres">
      <dgm:prSet presAssocID="{9991F8D0-422D-4792-8881-8E8BE5394BA5}" presName="hierRoot2" presStyleCnt="0">
        <dgm:presLayoutVars>
          <dgm:hierBranch val="init"/>
        </dgm:presLayoutVars>
      </dgm:prSet>
      <dgm:spPr/>
    </dgm:pt>
    <dgm:pt modelId="{0BD23F78-46E2-48EA-86CF-1E4D4E6347AA}" type="pres">
      <dgm:prSet presAssocID="{9991F8D0-422D-4792-8881-8E8BE5394BA5}" presName="rootComposite" presStyleCnt="0"/>
      <dgm:spPr/>
    </dgm:pt>
    <dgm:pt modelId="{9EB75E36-85A6-4FE3-83EA-B16C9F1C155C}" type="pres">
      <dgm:prSet presAssocID="{9991F8D0-422D-4792-8881-8E8BE5394BA5}" presName="rootText" presStyleLbl="node3" presStyleIdx="11" presStyleCnt="19">
        <dgm:presLayoutVars>
          <dgm:chPref val="3"/>
        </dgm:presLayoutVars>
      </dgm:prSet>
      <dgm:spPr/>
    </dgm:pt>
    <dgm:pt modelId="{A265BA1E-946A-48A3-83C0-61220DEAE314}" type="pres">
      <dgm:prSet presAssocID="{9991F8D0-422D-4792-8881-8E8BE5394BA5}" presName="rootConnector" presStyleLbl="node3" presStyleIdx="11" presStyleCnt="19"/>
      <dgm:spPr/>
    </dgm:pt>
    <dgm:pt modelId="{017FC3B1-BF02-4F3B-88B9-2779D65E639A}" type="pres">
      <dgm:prSet presAssocID="{9991F8D0-422D-4792-8881-8E8BE5394BA5}" presName="hierChild4" presStyleCnt="0"/>
      <dgm:spPr/>
    </dgm:pt>
    <dgm:pt modelId="{612D2CF8-92C4-45CC-85F4-783D0772CFF6}" type="pres">
      <dgm:prSet presAssocID="{9991F8D0-422D-4792-8881-8E8BE5394BA5}" presName="hierChild5" presStyleCnt="0"/>
      <dgm:spPr/>
    </dgm:pt>
    <dgm:pt modelId="{8C8A18B5-614B-4353-AD59-037289BF89F0}" type="pres">
      <dgm:prSet presAssocID="{20E2F162-544B-4CE9-B4E8-BA60A0F4255D}" presName="Name37" presStyleLbl="parChTrans1D3" presStyleIdx="12" presStyleCnt="19"/>
      <dgm:spPr/>
    </dgm:pt>
    <dgm:pt modelId="{F54F8E70-D82B-4128-8515-7C3D56C7D1C9}" type="pres">
      <dgm:prSet presAssocID="{D79555C7-463D-4B68-A664-645BC302E101}" presName="hierRoot2" presStyleCnt="0">
        <dgm:presLayoutVars>
          <dgm:hierBranch val="init"/>
        </dgm:presLayoutVars>
      </dgm:prSet>
      <dgm:spPr/>
    </dgm:pt>
    <dgm:pt modelId="{DC13A9BB-00E6-4E66-9191-685DFE09D1E9}" type="pres">
      <dgm:prSet presAssocID="{D79555C7-463D-4B68-A664-645BC302E101}" presName="rootComposite" presStyleCnt="0"/>
      <dgm:spPr/>
    </dgm:pt>
    <dgm:pt modelId="{C480A55C-7636-491D-BD00-929FA0D16AB6}" type="pres">
      <dgm:prSet presAssocID="{D79555C7-463D-4B68-A664-645BC302E101}" presName="rootText" presStyleLbl="node3" presStyleIdx="12" presStyleCnt="19">
        <dgm:presLayoutVars>
          <dgm:chPref val="3"/>
        </dgm:presLayoutVars>
      </dgm:prSet>
      <dgm:spPr/>
    </dgm:pt>
    <dgm:pt modelId="{82091ADE-42B3-44C4-BAC1-D26DD9052456}" type="pres">
      <dgm:prSet presAssocID="{D79555C7-463D-4B68-A664-645BC302E101}" presName="rootConnector" presStyleLbl="node3" presStyleIdx="12" presStyleCnt="19"/>
      <dgm:spPr/>
    </dgm:pt>
    <dgm:pt modelId="{6DAED9A7-0C29-44B8-8C27-76D7EB8CB56D}" type="pres">
      <dgm:prSet presAssocID="{D79555C7-463D-4B68-A664-645BC302E101}" presName="hierChild4" presStyleCnt="0"/>
      <dgm:spPr/>
    </dgm:pt>
    <dgm:pt modelId="{F00CB759-82D8-4D92-AF2F-ADF49FCFEBF1}" type="pres">
      <dgm:prSet presAssocID="{D79555C7-463D-4B68-A664-645BC302E101}" presName="hierChild5" presStyleCnt="0"/>
      <dgm:spPr/>
    </dgm:pt>
    <dgm:pt modelId="{1EBB5F79-39D3-4E7E-8B69-4E56D7E9BAE9}" type="pres">
      <dgm:prSet presAssocID="{24C9FCB3-4B40-4ABA-B36F-402B53BFA122}" presName="Name37" presStyleLbl="parChTrans1D3" presStyleIdx="13" presStyleCnt="19"/>
      <dgm:spPr/>
    </dgm:pt>
    <dgm:pt modelId="{3747F013-6805-4730-B3C6-544E0393CD8D}" type="pres">
      <dgm:prSet presAssocID="{3F997D70-9D6A-465C-930C-6DFE5C93525B}" presName="hierRoot2" presStyleCnt="0">
        <dgm:presLayoutVars>
          <dgm:hierBranch val="init"/>
        </dgm:presLayoutVars>
      </dgm:prSet>
      <dgm:spPr/>
    </dgm:pt>
    <dgm:pt modelId="{07F5881D-BB3A-40E0-BFA2-4FD506F8A421}" type="pres">
      <dgm:prSet presAssocID="{3F997D70-9D6A-465C-930C-6DFE5C93525B}" presName="rootComposite" presStyleCnt="0"/>
      <dgm:spPr/>
    </dgm:pt>
    <dgm:pt modelId="{F1742EE2-3F2B-4F85-9170-01AE8FB0E6F7}" type="pres">
      <dgm:prSet presAssocID="{3F997D70-9D6A-465C-930C-6DFE5C93525B}" presName="rootText" presStyleLbl="node3" presStyleIdx="13" presStyleCnt="19">
        <dgm:presLayoutVars>
          <dgm:chPref val="3"/>
        </dgm:presLayoutVars>
      </dgm:prSet>
      <dgm:spPr/>
    </dgm:pt>
    <dgm:pt modelId="{BFEF35A3-AEBC-4455-9E77-094DBCDCACAE}" type="pres">
      <dgm:prSet presAssocID="{3F997D70-9D6A-465C-930C-6DFE5C93525B}" presName="rootConnector" presStyleLbl="node3" presStyleIdx="13" presStyleCnt="19"/>
      <dgm:spPr/>
    </dgm:pt>
    <dgm:pt modelId="{70DD9A3E-7AD0-4996-9A09-FDBB14AB8B0F}" type="pres">
      <dgm:prSet presAssocID="{3F997D70-9D6A-465C-930C-6DFE5C93525B}" presName="hierChild4" presStyleCnt="0"/>
      <dgm:spPr/>
    </dgm:pt>
    <dgm:pt modelId="{9A23BFB2-995B-439B-85E3-762927ADB902}" type="pres">
      <dgm:prSet presAssocID="{3F997D70-9D6A-465C-930C-6DFE5C93525B}" presName="hierChild5" presStyleCnt="0"/>
      <dgm:spPr/>
    </dgm:pt>
    <dgm:pt modelId="{A3EA352B-CE51-4F65-A15D-2C9FA8050E89}" type="pres">
      <dgm:prSet presAssocID="{49B48FBC-CAD2-461B-8973-136760EF2BCE}" presName="Name37" presStyleLbl="parChTrans1D3" presStyleIdx="14" presStyleCnt="19"/>
      <dgm:spPr/>
    </dgm:pt>
    <dgm:pt modelId="{1808E6EF-5FEC-4760-AAEA-EF85F3F0CD22}" type="pres">
      <dgm:prSet presAssocID="{9FE48AD0-1760-4A45-8201-8FEC3C45C510}" presName="hierRoot2" presStyleCnt="0">
        <dgm:presLayoutVars>
          <dgm:hierBranch val="init"/>
        </dgm:presLayoutVars>
      </dgm:prSet>
      <dgm:spPr/>
    </dgm:pt>
    <dgm:pt modelId="{F66E5C8E-CEAB-4128-AE7D-3FEB3DF3260E}" type="pres">
      <dgm:prSet presAssocID="{9FE48AD0-1760-4A45-8201-8FEC3C45C510}" presName="rootComposite" presStyleCnt="0"/>
      <dgm:spPr/>
    </dgm:pt>
    <dgm:pt modelId="{F0FC5C2C-ABE5-40C0-B9D1-1BAD09E0E116}" type="pres">
      <dgm:prSet presAssocID="{9FE48AD0-1760-4A45-8201-8FEC3C45C510}" presName="rootText" presStyleLbl="node3" presStyleIdx="14" presStyleCnt="19">
        <dgm:presLayoutVars>
          <dgm:chPref val="3"/>
        </dgm:presLayoutVars>
      </dgm:prSet>
      <dgm:spPr/>
    </dgm:pt>
    <dgm:pt modelId="{9D24883F-EEE4-49AB-8F91-837950FFF114}" type="pres">
      <dgm:prSet presAssocID="{9FE48AD0-1760-4A45-8201-8FEC3C45C510}" presName="rootConnector" presStyleLbl="node3" presStyleIdx="14" presStyleCnt="19"/>
      <dgm:spPr/>
    </dgm:pt>
    <dgm:pt modelId="{A05D8127-7084-4B30-903A-B9742C8BB226}" type="pres">
      <dgm:prSet presAssocID="{9FE48AD0-1760-4A45-8201-8FEC3C45C510}" presName="hierChild4" presStyleCnt="0"/>
      <dgm:spPr/>
    </dgm:pt>
    <dgm:pt modelId="{B3806690-80CF-4A60-92F0-FB33663B2F30}" type="pres">
      <dgm:prSet presAssocID="{9FE48AD0-1760-4A45-8201-8FEC3C45C510}" presName="hierChild5" presStyleCnt="0"/>
      <dgm:spPr/>
    </dgm:pt>
    <dgm:pt modelId="{F9550D3A-2D7D-4D9D-A238-AB2B40139F21}" type="pres">
      <dgm:prSet presAssocID="{39B3A33E-5779-4386-8C30-0B0ADADC15C1}" presName="hierChild5" presStyleCnt="0"/>
      <dgm:spPr/>
    </dgm:pt>
    <dgm:pt modelId="{D1AF2CB4-C2C3-4F82-A6DB-D6DE8BC062E4}" type="pres">
      <dgm:prSet presAssocID="{5DC787C6-D1DA-4D3B-A8FB-095761F74FAA}" presName="Name37" presStyleLbl="parChTrans1D2" presStyleIdx="5" presStyleCnt="8"/>
      <dgm:spPr/>
    </dgm:pt>
    <dgm:pt modelId="{F20CFABE-6E6C-40CC-B931-22AFC28E0616}" type="pres">
      <dgm:prSet presAssocID="{6F078FEC-01B0-4851-8EEE-10F365996000}" presName="hierRoot2" presStyleCnt="0">
        <dgm:presLayoutVars>
          <dgm:hierBranch val="r"/>
        </dgm:presLayoutVars>
      </dgm:prSet>
      <dgm:spPr/>
    </dgm:pt>
    <dgm:pt modelId="{E1251C0B-7CD9-4D23-A815-D18CCD248ED1}" type="pres">
      <dgm:prSet presAssocID="{6F078FEC-01B0-4851-8EEE-10F365996000}" presName="rootComposite" presStyleCnt="0"/>
      <dgm:spPr/>
    </dgm:pt>
    <dgm:pt modelId="{8356BCBB-C1AF-4307-8A68-B7900C2ED7CC}" type="pres">
      <dgm:prSet presAssocID="{6F078FEC-01B0-4851-8EEE-10F365996000}" presName="rootText" presStyleLbl="node2" presStyleIdx="5" presStyleCnt="8">
        <dgm:presLayoutVars>
          <dgm:chPref val="3"/>
        </dgm:presLayoutVars>
      </dgm:prSet>
      <dgm:spPr/>
    </dgm:pt>
    <dgm:pt modelId="{F2B7BA81-ED48-469C-9DBD-941F5AEE8B1D}" type="pres">
      <dgm:prSet presAssocID="{6F078FEC-01B0-4851-8EEE-10F365996000}" presName="rootConnector" presStyleLbl="node2" presStyleIdx="5" presStyleCnt="8"/>
      <dgm:spPr/>
    </dgm:pt>
    <dgm:pt modelId="{D4025874-F285-46A6-AC1F-8CFB99016562}" type="pres">
      <dgm:prSet presAssocID="{6F078FEC-01B0-4851-8EEE-10F365996000}" presName="hierChild4" presStyleCnt="0"/>
      <dgm:spPr/>
    </dgm:pt>
    <dgm:pt modelId="{8FBDAD66-0592-4838-96FE-6CAC80D15972}" type="pres">
      <dgm:prSet presAssocID="{24FCD4A7-8230-427E-916F-616A983947AB}" presName="Name50" presStyleLbl="parChTrans1D3" presStyleIdx="15" presStyleCnt="19"/>
      <dgm:spPr/>
    </dgm:pt>
    <dgm:pt modelId="{832A8E22-D91B-414B-A003-C066709D59B5}" type="pres">
      <dgm:prSet presAssocID="{EA66DCF6-0E60-490C-B9A7-F07E2FCF0E74}" presName="hierRoot2" presStyleCnt="0">
        <dgm:presLayoutVars>
          <dgm:hierBranch val="init"/>
        </dgm:presLayoutVars>
      </dgm:prSet>
      <dgm:spPr/>
    </dgm:pt>
    <dgm:pt modelId="{AE91E84A-C523-4DA6-AFB5-E75F381D349E}" type="pres">
      <dgm:prSet presAssocID="{EA66DCF6-0E60-490C-B9A7-F07E2FCF0E74}" presName="rootComposite" presStyleCnt="0"/>
      <dgm:spPr/>
    </dgm:pt>
    <dgm:pt modelId="{334F00D2-A058-46CF-9AA1-5F9E1D73BDBB}" type="pres">
      <dgm:prSet presAssocID="{EA66DCF6-0E60-490C-B9A7-F07E2FCF0E74}" presName="rootText" presStyleLbl="node3" presStyleIdx="15" presStyleCnt="19">
        <dgm:presLayoutVars>
          <dgm:chPref val="3"/>
        </dgm:presLayoutVars>
      </dgm:prSet>
      <dgm:spPr/>
    </dgm:pt>
    <dgm:pt modelId="{9297540D-B5A8-49C1-AEA3-3071D31C5BDB}" type="pres">
      <dgm:prSet presAssocID="{EA66DCF6-0E60-490C-B9A7-F07E2FCF0E74}" presName="rootConnector" presStyleLbl="node3" presStyleIdx="15" presStyleCnt="19"/>
      <dgm:spPr/>
    </dgm:pt>
    <dgm:pt modelId="{49277A78-FDC1-4C57-B93D-5518B7A71D26}" type="pres">
      <dgm:prSet presAssocID="{EA66DCF6-0E60-490C-B9A7-F07E2FCF0E74}" presName="hierChild4" presStyleCnt="0"/>
      <dgm:spPr/>
    </dgm:pt>
    <dgm:pt modelId="{81BF4BEE-2E47-49A2-941C-151A4C7B17F2}" type="pres">
      <dgm:prSet presAssocID="{EA66DCF6-0E60-490C-B9A7-F07E2FCF0E74}" presName="hierChild5" presStyleCnt="0"/>
      <dgm:spPr/>
    </dgm:pt>
    <dgm:pt modelId="{18D260B3-5A87-44D0-AF1E-0CFD995C5CE0}" type="pres">
      <dgm:prSet presAssocID="{12030C6C-C47A-4563-A4AB-C19F4A7FD89D}" presName="Name50" presStyleLbl="parChTrans1D3" presStyleIdx="16" presStyleCnt="19"/>
      <dgm:spPr/>
    </dgm:pt>
    <dgm:pt modelId="{B638D7DB-FC6F-4A09-B6FB-7C920A83D388}" type="pres">
      <dgm:prSet presAssocID="{CE1DE723-6719-4D6B-ACDC-FDFC0FB99376}" presName="hierRoot2" presStyleCnt="0">
        <dgm:presLayoutVars>
          <dgm:hierBranch val="init"/>
        </dgm:presLayoutVars>
      </dgm:prSet>
      <dgm:spPr/>
    </dgm:pt>
    <dgm:pt modelId="{A31AB5C4-3B25-4D28-AB23-3E77A0ABE33A}" type="pres">
      <dgm:prSet presAssocID="{CE1DE723-6719-4D6B-ACDC-FDFC0FB99376}" presName="rootComposite" presStyleCnt="0"/>
      <dgm:spPr/>
    </dgm:pt>
    <dgm:pt modelId="{69BC7151-B4BA-44DE-89D5-455BF2EA75C2}" type="pres">
      <dgm:prSet presAssocID="{CE1DE723-6719-4D6B-ACDC-FDFC0FB99376}" presName="rootText" presStyleLbl="node3" presStyleIdx="16" presStyleCnt="19">
        <dgm:presLayoutVars>
          <dgm:chPref val="3"/>
        </dgm:presLayoutVars>
      </dgm:prSet>
      <dgm:spPr/>
    </dgm:pt>
    <dgm:pt modelId="{412142D5-F388-4FB3-8C90-562A30AA5307}" type="pres">
      <dgm:prSet presAssocID="{CE1DE723-6719-4D6B-ACDC-FDFC0FB99376}" presName="rootConnector" presStyleLbl="node3" presStyleIdx="16" presStyleCnt="19"/>
      <dgm:spPr/>
    </dgm:pt>
    <dgm:pt modelId="{CABC6684-3137-4660-89B6-7605E58D05F4}" type="pres">
      <dgm:prSet presAssocID="{CE1DE723-6719-4D6B-ACDC-FDFC0FB99376}" presName="hierChild4" presStyleCnt="0"/>
      <dgm:spPr/>
    </dgm:pt>
    <dgm:pt modelId="{E6367261-5019-4991-8476-123C1C6705C7}" type="pres">
      <dgm:prSet presAssocID="{CE1DE723-6719-4D6B-ACDC-FDFC0FB99376}" presName="hierChild5" presStyleCnt="0"/>
      <dgm:spPr/>
    </dgm:pt>
    <dgm:pt modelId="{51579F9A-E33A-4C68-B8D3-89348798EE4E}" type="pres">
      <dgm:prSet presAssocID="{6F078FEC-01B0-4851-8EEE-10F365996000}" presName="hierChild5" presStyleCnt="0"/>
      <dgm:spPr/>
    </dgm:pt>
    <dgm:pt modelId="{E12C5CFD-F76A-4EAD-AAB6-D94C98B87CA9}" type="pres">
      <dgm:prSet presAssocID="{F2815446-2054-48FD-8398-8E4F2495E650}" presName="Name37" presStyleLbl="parChTrans1D2" presStyleIdx="6" presStyleCnt="8"/>
      <dgm:spPr/>
    </dgm:pt>
    <dgm:pt modelId="{206B5DAD-05CB-4E4D-8162-64049778475F}" type="pres">
      <dgm:prSet presAssocID="{FF82E20E-88FC-4673-ACE1-0862952AE29C}" presName="hierRoot2" presStyleCnt="0">
        <dgm:presLayoutVars>
          <dgm:hierBranch val="init"/>
        </dgm:presLayoutVars>
      </dgm:prSet>
      <dgm:spPr/>
    </dgm:pt>
    <dgm:pt modelId="{0026D2B6-EED0-4743-BE28-F281939BDEFC}" type="pres">
      <dgm:prSet presAssocID="{FF82E20E-88FC-4673-ACE1-0862952AE29C}" presName="rootComposite" presStyleCnt="0"/>
      <dgm:spPr/>
    </dgm:pt>
    <dgm:pt modelId="{93869A4A-6619-47F4-8C86-8E59D192822A}" type="pres">
      <dgm:prSet presAssocID="{FF82E20E-88FC-4673-ACE1-0862952AE29C}" presName="rootText" presStyleLbl="node2" presStyleIdx="6" presStyleCnt="8">
        <dgm:presLayoutVars>
          <dgm:chPref val="3"/>
        </dgm:presLayoutVars>
      </dgm:prSet>
      <dgm:spPr/>
    </dgm:pt>
    <dgm:pt modelId="{52117A91-6AB2-4D35-B584-4A9C58FA2EFB}" type="pres">
      <dgm:prSet presAssocID="{FF82E20E-88FC-4673-ACE1-0862952AE29C}" presName="rootConnector" presStyleLbl="node2" presStyleIdx="6" presStyleCnt="8"/>
      <dgm:spPr/>
    </dgm:pt>
    <dgm:pt modelId="{2CBC679D-EEC6-447B-8C26-AFC563E0BAE7}" type="pres">
      <dgm:prSet presAssocID="{FF82E20E-88FC-4673-ACE1-0862952AE29C}" presName="hierChild4" presStyleCnt="0"/>
      <dgm:spPr/>
    </dgm:pt>
    <dgm:pt modelId="{4E49C03B-D691-4143-A10D-83F641A35029}" type="pres">
      <dgm:prSet presAssocID="{7914B3D7-B769-4159-AD44-804410C8D629}" presName="Name37" presStyleLbl="parChTrans1D3" presStyleIdx="17" presStyleCnt="19"/>
      <dgm:spPr/>
    </dgm:pt>
    <dgm:pt modelId="{6CF29BB1-0642-4565-9FC1-74E02ED6B47B}" type="pres">
      <dgm:prSet presAssocID="{114C30A1-9B74-4AD8-8498-16A58F47640F}" presName="hierRoot2" presStyleCnt="0">
        <dgm:presLayoutVars>
          <dgm:hierBranch val="init"/>
        </dgm:presLayoutVars>
      </dgm:prSet>
      <dgm:spPr/>
    </dgm:pt>
    <dgm:pt modelId="{910CEB04-C2D7-4074-A293-B009ECDCD7CC}" type="pres">
      <dgm:prSet presAssocID="{114C30A1-9B74-4AD8-8498-16A58F47640F}" presName="rootComposite" presStyleCnt="0"/>
      <dgm:spPr/>
    </dgm:pt>
    <dgm:pt modelId="{5FB3F9C8-AC9D-48E5-AB30-EFA4A10A48CB}" type="pres">
      <dgm:prSet presAssocID="{114C30A1-9B74-4AD8-8498-16A58F47640F}" presName="rootText" presStyleLbl="node3" presStyleIdx="17" presStyleCnt="19">
        <dgm:presLayoutVars>
          <dgm:chPref val="3"/>
        </dgm:presLayoutVars>
      </dgm:prSet>
      <dgm:spPr/>
    </dgm:pt>
    <dgm:pt modelId="{74D12D76-C3A9-4D51-896F-BC4B6128E69F}" type="pres">
      <dgm:prSet presAssocID="{114C30A1-9B74-4AD8-8498-16A58F47640F}" presName="rootConnector" presStyleLbl="node3" presStyleIdx="17" presStyleCnt="19"/>
      <dgm:spPr/>
    </dgm:pt>
    <dgm:pt modelId="{C1AB4A0F-3D10-455C-A33B-0496CB342C60}" type="pres">
      <dgm:prSet presAssocID="{114C30A1-9B74-4AD8-8498-16A58F47640F}" presName="hierChild4" presStyleCnt="0"/>
      <dgm:spPr/>
    </dgm:pt>
    <dgm:pt modelId="{BDFA628C-8D13-4C98-A0DE-58FF2E5BD768}" type="pres">
      <dgm:prSet presAssocID="{114C30A1-9B74-4AD8-8498-16A58F47640F}" presName="hierChild5" presStyleCnt="0"/>
      <dgm:spPr/>
    </dgm:pt>
    <dgm:pt modelId="{98156DA5-AFDF-4705-AD9E-D154BDBA4F06}" type="pres">
      <dgm:prSet presAssocID="{8E2D28AE-5270-4A30-A504-8345131CA16E}" presName="Name37" presStyleLbl="parChTrans1D3" presStyleIdx="18" presStyleCnt="19"/>
      <dgm:spPr/>
    </dgm:pt>
    <dgm:pt modelId="{F46D6C3A-7887-4FCD-A33B-CDB9A2308E52}" type="pres">
      <dgm:prSet presAssocID="{D5834C5A-DF8A-4D04-B0C2-FC5D6A707123}" presName="hierRoot2" presStyleCnt="0">
        <dgm:presLayoutVars>
          <dgm:hierBranch val="init"/>
        </dgm:presLayoutVars>
      </dgm:prSet>
      <dgm:spPr/>
    </dgm:pt>
    <dgm:pt modelId="{80CF21B7-6994-4585-B96E-B7505CE9C96D}" type="pres">
      <dgm:prSet presAssocID="{D5834C5A-DF8A-4D04-B0C2-FC5D6A707123}" presName="rootComposite" presStyleCnt="0"/>
      <dgm:spPr/>
    </dgm:pt>
    <dgm:pt modelId="{8CE32DAF-6DD3-4728-978B-959A22595F45}" type="pres">
      <dgm:prSet presAssocID="{D5834C5A-DF8A-4D04-B0C2-FC5D6A707123}" presName="rootText" presStyleLbl="node3" presStyleIdx="18" presStyleCnt="19">
        <dgm:presLayoutVars>
          <dgm:chPref val="3"/>
        </dgm:presLayoutVars>
      </dgm:prSet>
      <dgm:spPr/>
    </dgm:pt>
    <dgm:pt modelId="{68263E7E-C664-4225-B1C3-82A49C5A5EBB}" type="pres">
      <dgm:prSet presAssocID="{D5834C5A-DF8A-4D04-B0C2-FC5D6A707123}" presName="rootConnector" presStyleLbl="node3" presStyleIdx="18" presStyleCnt="19"/>
      <dgm:spPr/>
    </dgm:pt>
    <dgm:pt modelId="{5D9027A7-EBB7-47C1-8131-046FF2C8D84B}" type="pres">
      <dgm:prSet presAssocID="{D5834C5A-DF8A-4D04-B0C2-FC5D6A707123}" presName="hierChild4" presStyleCnt="0"/>
      <dgm:spPr/>
    </dgm:pt>
    <dgm:pt modelId="{0C663795-AA3C-4DDC-88C0-5CFE51575A16}" type="pres">
      <dgm:prSet presAssocID="{D5834C5A-DF8A-4D04-B0C2-FC5D6A707123}" presName="hierChild5" presStyleCnt="0"/>
      <dgm:spPr/>
    </dgm:pt>
    <dgm:pt modelId="{7001E2D7-5387-4A63-871A-B963AF3E8DC2}" type="pres">
      <dgm:prSet presAssocID="{FF82E20E-88FC-4673-ACE1-0862952AE29C}" presName="hierChild5" presStyleCnt="0"/>
      <dgm:spPr/>
    </dgm:pt>
    <dgm:pt modelId="{9D1910B8-7E41-4630-819C-0C94212CCA94}" type="pres">
      <dgm:prSet presAssocID="{74980208-031E-44D1-A4A7-448BBD5D11D5}" presName="Name37" presStyleLbl="parChTrans1D2" presStyleIdx="7" presStyleCnt="8"/>
      <dgm:spPr/>
    </dgm:pt>
    <dgm:pt modelId="{F8D55542-174F-410E-BDA0-4ACEA68A86C5}" type="pres">
      <dgm:prSet presAssocID="{383AE401-AA85-44AB-801B-8928769085E5}" presName="hierRoot2" presStyleCnt="0">
        <dgm:presLayoutVars>
          <dgm:hierBranch val="init"/>
        </dgm:presLayoutVars>
      </dgm:prSet>
      <dgm:spPr/>
    </dgm:pt>
    <dgm:pt modelId="{6A04DB69-E233-4F7B-9A79-D4B80C9D34A0}" type="pres">
      <dgm:prSet presAssocID="{383AE401-AA85-44AB-801B-8928769085E5}" presName="rootComposite" presStyleCnt="0"/>
      <dgm:spPr/>
    </dgm:pt>
    <dgm:pt modelId="{AB9215D7-CA1A-46F0-AC54-2AA5E2450D19}" type="pres">
      <dgm:prSet presAssocID="{383AE401-AA85-44AB-801B-8928769085E5}" presName="rootText" presStyleLbl="node2" presStyleIdx="7" presStyleCnt="8">
        <dgm:presLayoutVars>
          <dgm:chPref val="3"/>
        </dgm:presLayoutVars>
      </dgm:prSet>
      <dgm:spPr>
        <a:xfrm>
          <a:off x="7269534" y="666717"/>
          <a:ext cx="858242" cy="429121"/>
        </a:xfrm>
        <a:prstGeom prst="rect">
          <a:avLst/>
        </a:prstGeom>
      </dgm:spPr>
    </dgm:pt>
    <dgm:pt modelId="{657F9BBC-C51E-4593-B2F3-A2187A13801A}" type="pres">
      <dgm:prSet presAssocID="{383AE401-AA85-44AB-801B-8928769085E5}" presName="rootConnector" presStyleLbl="node2" presStyleIdx="7" presStyleCnt="8"/>
      <dgm:spPr/>
    </dgm:pt>
    <dgm:pt modelId="{1AC5F953-4F70-444C-A3FA-462D32EF5F53}" type="pres">
      <dgm:prSet presAssocID="{383AE401-AA85-44AB-801B-8928769085E5}" presName="hierChild4" presStyleCnt="0"/>
      <dgm:spPr/>
    </dgm:pt>
    <dgm:pt modelId="{E082C575-35E1-4408-87D7-6732A9DCB844}" type="pres">
      <dgm:prSet presAssocID="{383AE401-AA85-44AB-801B-8928769085E5}" presName="hierChild5" presStyleCnt="0"/>
      <dgm:spPr/>
    </dgm:pt>
    <dgm:pt modelId="{6D0055A8-4940-427D-A9C2-0D3498F024DF}" type="pres">
      <dgm:prSet presAssocID="{62C1530B-B041-4BBB-9FEB-2FB46CFB6433}" presName="hierChild3" presStyleCnt="0"/>
      <dgm:spPr/>
    </dgm:pt>
  </dgm:ptLst>
  <dgm:cxnLst>
    <dgm:cxn modelId="{51A40F01-DCB8-422C-B085-D0EBECBA820F}" type="presOf" srcId="{D9690C1D-FFDB-4E3B-BD1B-9C386BE3FB47}" destId="{EF5CD527-C167-4E40-ABF4-B7BF56D06087}" srcOrd="0" destOrd="0" presId="urn:microsoft.com/office/officeart/2005/8/layout/orgChart1"/>
    <dgm:cxn modelId="{275F2E01-D33D-4B78-B702-DEC0300ECACE}" type="presOf" srcId="{383AE401-AA85-44AB-801B-8928769085E5}" destId="{657F9BBC-C51E-4593-B2F3-A2187A13801A}" srcOrd="1" destOrd="0" presId="urn:microsoft.com/office/officeart/2005/8/layout/orgChart1"/>
    <dgm:cxn modelId="{05CF1E02-74BB-4322-B6D4-4787B3A72E6C}" srcId="{FF82E20E-88FC-4673-ACE1-0862952AE29C}" destId="{D5834C5A-DF8A-4D04-B0C2-FC5D6A707123}" srcOrd="1" destOrd="0" parTransId="{8E2D28AE-5270-4A30-A504-8345131CA16E}" sibTransId="{EFA6CEBE-EAAA-4A63-B459-C93E0919B79E}"/>
    <dgm:cxn modelId="{48B7D504-7D30-4BA6-AED6-8098996BB9B5}" type="presOf" srcId="{34D68F57-4036-4F46-8AC9-9344A168DE5A}" destId="{C65EA639-4792-4A5F-A0D9-76958A8A8356}" srcOrd="1" destOrd="0" presId="urn:microsoft.com/office/officeart/2005/8/layout/orgChart1"/>
    <dgm:cxn modelId="{E8B78705-05A2-4E16-A186-749FCE74C222}" type="presOf" srcId="{841397B0-AC8D-4662-A5D0-F90AC00BF83D}" destId="{BECAB428-D9FC-4E49-AED8-D83E1BBF156C}" srcOrd="0" destOrd="0" presId="urn:microsoft.com/office/officeart/2005/8/layout/orgChart1"/>
    <dgm:cxn modelId="{49AA3806-A7DE-4209-B9F9-2A36CA3A185C}" srcId="{6F078FEC-01B0-4851-8EEE-10F365996000}" destId="{CE1DE723-6719-4D6B-ACDC-FDFC0FB99376}" srcOrd="1" destOrd="0" parTransId="{12030C6C-C47A-4563-A4AB-C19F4A7FD89D}" sibTransId="{D205428E-DBEA-4E2D-90E8-B3221CA641BC}"/>
    <dgm:cxn modelId="{2D16A007-FE55-4013-B8FC-D02F32CD5FAB}" type="presOf" srcId="{EA66DCF6-0E60-490C-B9A7-F07E2FCF0E74}" destId="{334F00D2-A058-46CF-9AA1-5F9E1D73BDBB}" srcOrd="0" destOrd="0" presId="urn:microsoft.com/office/officeart/2005/8/layout/orgChart1"/>
    <dgm:cxn modelId="{C5835609-C0EE-4DBF-9F19-9CE1DCA1FF83}" srcId="{62C1530B-B041-4BBB-9FEB-2FB46CFB6433}" destId="{6CBEDDAE-375A-4828-AD78-DBD4E45FA582}" srcOrd="0" destOrd="0" parTransId="{6A57AC04-B1D3-44AD-8C69-EBD5F7AE9528}" sibTransId="{F3B83FAD-94B0-46D1-924C-C79767FBDAE6}"/>
    <dgm:cxn modelId="{8CB7CF09-31A0-474A-B562-291660F6E410}" type="presOf" srcId="{6CBEDDAE-375A-4828-AD78-DBD4E45FA582}" destId="{F0794A83-3E10-4939-87DC-B2F315213BB5}" srcOrd="0" destOrd="0" presId="urn:microsoft.com/office/officeart/2005/8/layout/orgChart1"/>
    <dgm:cxn modelId="{98A83B0A-FE86-4531-93E4-BD9A4BAD921C}" type="presOf" srcId="{F2815446-2054-48FD-8398-8E4F2495E650}" destId="{E12C5CFD-F76A-4EAD-AAB6-D94C98B87CA9}" srcOrd="0" destOrd="0" presId="urn:microsoft.com/office/officeart/2005/8/layout/orgChart1"/>
    <dgm:cxn modelId="{8881890C-C0A9-4D52-A648-C90E6A114A9C}" srcId="{62C1530B-B041-4BBB-9FEB-2FB46CFB6433}" destId="{383AE401-AA85-44AB-801B-8928769085E5}" srcOrd="7" destOrd="0" parTransId="{74980208-031E-44D1-A4A7-448BBD5D11D5}" sibTransId="{25B83421-78D2-474D-93F7-48091848D32C}"/>
    <dgm:cxn modelId="{648C8A0D-84FE-43B8-A091-016BE57C4A35}" type="presOf" srcId="{98504801-FC3E-4431-8770-B607E77A5EF8}" destId="{6B80C0BA-BFC4-482C-9143-F512482548A8}" srcOrd="0" destOrd="0" presId="urn:microsoft.com/office/officeart/2005/8/layout/orgChart1"/>
    <dgm:cxn modelId="{22E8BA0D-3049-401D-9E31-D37B3BC91E26}" type="presOf" srcId="{FF82E20E-88FC-4673-ACE1-0862952AE29C}" destId="{52117A91-6AB2-4D35-B584-4A9C58FA2EFB}" srcOrd="1" destOrd="0" presId="urn:microsoft.com/office/officeart/2005/8/layout/orgChart1"/>
    <dgm:cxn modelId="{5C32630F-5086-482D-A354-7FD2FDDB1EDB}" type="presOf" srcId="{553121A0-151D-42A6-8FBE-700CC1EB2417}" destId="{50C47B92-6166-4E61-AC49-170DFFE8E64A}" srcOrd="1" destOrd="0" presId="urn:microsoft.com/office/officeart/2005/8/layout/orgChart1"/>
    <dgm:cxn modelId="{55735111-AEB1-4E09-BD5B-672F77728E8E}" type="presOf" srcId="{9FE48AD0-1760-4A45-8201-8FEC3C45C510}" destId="{9D24883F-EEE4-49AB-8F91-837950FFF114}" srcOrd="1" destOrd="0" presId="urn:microsoft.com/office/officeart/2005/8/layout/orgChart1"/>
    <dgm:cxn modelId="{DC55A915-E8E6-4EBC-9948-51701596C0A7}" srcId="{62C1530B-B041-4BBB-9FEB-2FB46CFB6433}" destId="{FF82E20E-88FC-4673-ACE1-0862952AE29C}" srcOrd="6" destOrd="0" parTransId="{F2815446-2054-48FD-8398-8E4F2495E650}" sibTransId="{F2AFCC99-A1F5-4F7C-82ED-48D1256A5E03}"/>
    <dgm:cxn modelId="{56BE2217-C10F-4A54-8B39-EAF96AB9995F}" srcId="{39B3A33E-5779-4386-8C30-0B0ADADC15C1}" destId="{D79555C7-463D-4B68-A664-645BC302E101}" srcOrd="2" destOrd="0" parTransId="{20E2F162-544B-4CE9-B4E8-BA60A0F4255D}" sibTransId="{A51966B1-54E7-46B0-9E5C-259682BFDFCF}"/>
    <dgm:cxn modelId="{124AE617-13C7-4D28-B576-1CB667DB0E6C}" type="presOf" srcId="{62C1530B-B041-4BBB-9FEB-2FB46CFB6433}" destId="{D03E068A-7388-472C-AB8E-306236FA3F44}" srcOrd="1" destOrd="0" presId="urn:microsoft.com/office/officeart/2005/8/layout/orgChart1"/>
    <dgm:cxn modelId="{85FF161D-8B84-494A-A739-5F2884D7351D}" srcId="{6CBEDDAE-375A-4828-AD78-DBD4E45FA582}" destId="{34D68F57-4036-4F46-8AC9-9344A168DE5A}" srcOrd="3" destOrd="0" parTransId="{E860FBBC-E54F-4B82-A697-F8AAFADE0BBC}" sibTransId="{E350336B-51E2-4FD9-B214-A3E086BD7FE5}"/>
    <dgm:cxn modelId="{BAC5671D-5C84-43D6-B5BF-58CC57E22C59}" srcId="{62C1530B-B041-4BBB-9FEB-2FB46CFB6433}" destId="{6F078FEC-01B0-4851-8EEE-10F365996000}" srcOrd="5" destOrd="0" parTransId="{5DC787C6-D1DA-4D3B-A8FB-095761F74FAA}" sibTransId="{CF37FF71-FBC2-4A18-B961-0DD074F97563}"/>
    <dgm:cxn modelId="{AB94E71D-CE34-41A9-BE32-2B31FA5AF6A0}" type="presOf" srcId="{841397B0-AC8D-4662-A5D0-F90AC00BF83D}" destId="{B6E42FA5-69A2-4F6C-AA7D-9AEDA1643ECD}" srcOrd="1" destOrd="0" presId="urn:microsoft.com/office/officeart/2005/8/layout/orgChart1"/>
    <dgm:cxn modelId="{27ADA521-E6DF-49A4-9FEF-96B9FE78A932}" type="presOf" srcId="{20E2F162-544B-4CE9-B4E8-BA60A0F4255D}" destId="{8C8A18B5-614B-4353-AD59-037289BF89F0}" srcOrd="0" destOrd="0" presId="urn:microsoft.com/office/officeart/2005/8/layout/orgChart1"/>
    <dgm:cxn modelId="{DE357B22-63E7-4E70-95BF-790C1F34423E}" type="presOf" srcId="{2B35FBEA-B2BF-442C-B79F-4C0398CD1519}" destId="{F41E65A7-B5DB-408B-AB07-B45F0AE4F1B5}" srcOrd="1" destOrd="0" presId="urn:microsoft.com/office/officeart/2005/8/layout/orgChart1"/>
    <dgm:cxn modelId="{135B6E27-100A-4D72-B699-72FFC7090ED5}" srcId="{39B3A33E-5779-4386-8C30-0B0ADADC15C1}" destId="{9FE48AD0-1760-4A45-8201-8FEC3C45C510}" srcOrd="4" destOrd="0" parTransId="{49B48FBC-CAD2-461B-8973-136760EF2BCE}" sibTransId="{1D07EAF8-9C7A-4075-98D0-73860B6FECBD}"/>
    <dgm:cxn modelId="{86431229-63C5-41E6-B358-A89354401445}" type="presOf" srcId="{D5834C5A-DF8A-4D04-B0C2-FC5D6A707123}" destId="{8CE32DAF-6DD3-4728-978B-959A22595F45}" srcOrd="0" destOrd="0" presId="urn:microsoft.com/office/officeart/2005/8/layout/orgChart1"/>
    <dgm:cxn modelId="{21248229-3CDA-482D-ADA5-3C2C6289496A}" type="presOf" srcId="{718488B0-96E0-46BC-8367-D502CA8F3FC3}" destId="{8A56390E-627B-4DB3-850A-666C4DFCDB8F}" srcOrd="1" destOrd="0" presId="urn:microsoft.com/office/officeart/2005/8/layout/orgChart1"/>
    <dgm:cxn modelId="{6AF85D2F-2DA2-4F5B-B046-03B70BE950DC}" type="presOf" srcId="{114C30A1-9B74-4AD8-8498-16A58F47640F}" destId="{74D12D76-C3A9-4D51-896F-BC4B6128E69F}" srcOrd="1" destOrd="0" presId="urn:microsoft.com/office/officeart/2005/8/layout/orgChart1"/>
    <dgm:cxn modelId="{19764830-0CCA-45D0-8F87-2969CCAFA3B9}" type="presOf" srcId="{E860FBBC-E54F-4B82-A697-F8AAFADE0BBC}" destId="{67897A73-1AC1-4440-A1A2-58FA0B670206}" srcOrd="0" destOrd="0" presId="urn:microsoft.com/office/officeart/2005/8/layout/orgChart1"/>
    <dgm:cxn modelId="{1931B231-7051-4639-AB9F-6A9BDD055C2A}" type="presOf" srcId="{3F997D70-9D6A-465C-930C-6DFE5C93525B}" destId="{BFEF35A3-AEBC-4455-9E77-094DBCDCACAE}" srcOrd="1" destOrd="0" presId="urn:microsoft.com/office/officeart/2005/8/layout/orgChart1"/>
    <dgm:cxn modelId="{11620532-4548-4745-9CED-3B5109615112}" type="presOf" srcId="{6F078FEC-01B0-4851-8EEE-10F365996000}" destId="{F2B7BA81-ED48-469C-9DBD-941F5AEE8B1D}" srcOrd="1" destOrd="0" presId="urn:microsoft.com/office/officeart/2005/8/layout/orgChart1"/>
    <dgm:cxn modelId="{7AB71632-EBF1-4086-9F62-C3C9347C3E50}" type="presOf" srcId="{93A4FF1A-BA3E-4B08-9421-3DB7C7BEB74D}" destId="{B5459AA8-2CE9-49C6-8ED1-877EE58B4234}" srcOrd="0" destOrd="0" presId="urn:microsoft.com/office/officeart/2005/8/layout/orgChart1"/>
    <dgm:cxn modelId="{2BE59233-BE77-4EF1-A57B-29ADFC123D6B}" type="presOf" srcId="{20B8B1F6-4E04-4A3F-A914-5AAFDF2AF01B}" destId="{D9F472FD-B859-4BBD-B7FD-228F0B68FEE7}" srcOrd="0" destOrd="0" presId="urn:microsoft.com/office/officeart/2005/8/layout/orgChart1"/>
    <dgm:cxn modelId="{174AE437-F9DB-4452-85AE-268AE947D5CB}" type="presOf" srcId="{D79555C7-463D-4B68-A664-645BC302E101}" destId="{C480A55C-7636-491D-BD00-929FA0D16AB6}" srcOrd="0" destOrd="0" presId="urn:microsoft.com/office/officeart/2005/8/layout/orgChart1"/>
    <dgm:cxn modelId="{236CF03B-AB01-4CE1-A704-498B2765D931}" type="presOf" srcId="{44B6F13C-C70B-4EC6-B5B0-A36E46FFE619}" destId="{56160515-B28F-415E-B01E-1C8C14EDE372}" srcOrd="0" destOrd="0" presId="urn:microsoft.com/office/officeart/2005/8/layout/orgChart1"/>
    <dgm:cxn modelId="{B452503D-1507-4427-9988-0118C8BCB94B}" type="presOf" srcId="{3078AA14-567A-4000-9A30-3EBCEBC15BF7}" destId="{3CB52391-B4CB-4B2B-806A-F639E4D92F8B}" srcOrd="1" destOrd="0" presId="urn:microsoft.com/office/officeart/2005/8/layout/orgChart1"/>
    <dgm:cxn modelId="{AF6DE83D-B4F8-40C2-AB27-01DD38B471C4}" type="presOf" srcId="{FE1B5F53-7ACB-4943-A5CF-A5C9BDAD9307}" destId="{37041DE8-87DD-4326-8EAB-A3147F70E828}" srcOrd="0" destOrd="0" presId="urn:microsoft.com/office/officeart/2005/8/layout/orgChart1"/>
    <dgm:cxn modelId="{4CC7F23D-721C-4217-BA03-5DE4650002F2}" type="presOf" srcId="{62C1530B-B041-4BBB-9FEB-2FB46CFB6433}" destId="{D9CBD038-E8FB-4200-9094-188DF88F0FB5}" srcOrd="0" destOrd="0" presId="urn:microsoft.com/office/officeart/2005/8/layout/orgChart1"/>
    <dgm:cxn modelId="{DAA27F40-E5A7-4F44-9665-464301233AC2}" srcId="{6CBEDDAE-375A-4828-AD78-DBD4E45FA582}" destId="{93A4FF1A-BA3E-4B08-9421-3DB7C7BEB74D}" srcOrd="2" destOrd="0" parTransId="{12C2B9E6-3C83-4969-9188-E0D34B332EFE}" sibTransId="{68C786BD-C639-4A41-AC86-F7EE69A36D6D}"/>
    <dgm:cxn modelId="{AFEAA25D-6AEE-48DC-B07E-C2DD008CE7A7}" type="presOf" srcId="{383AE401-AA85-44AB-801B-8928769085E5}" destId="{AB9215D7-CA1A-46F0-AC54-2AA5E2450D19}" srcOrd="0" destOrd="0" presId="urn:microsoft.com/office/officeart/2005/8/layout/orgChart1"/>
    <dgm:cxn modelId="{9AFEA365-ADB0-452E-9E9B-87883994B8B5}" type="presOf" srcId="{89C215F1-5A2E-43E4-9F84-DB04605168FD}" destId="{3B617017-F86D-43EC-A5A2-7714BEC2A765}" srcOrd="1" destOrd="0" presId="urn:microsoft.com/office/officeart/2005/8/layout/orgChart1"/>
    <dgm:cxn modelId="{E9E89446-6F02-40B9-AB00-A34238417658}" type="presOf" srcId="{7914B3D7-B769-4159-AD44-804410C8D629}" destId="{4E49C03B-D691-4143-A10D-83F641A35029}" srcOrd="0" destOrd="0" presId="urn:microsoft.com/office/officeart/2005/8/layout/orgChart1"/>
    <dgm:cxn modelId="{45B6CA46-0A44-4672-82CC-764EB78DBFC6}" type="presOf" srcId="{20B8B1F6-4E04-4A3F-A914-5AAFDF2AF01B}" destId="{CC8AA507-1121-4C14-AE3A-0B9C14B1C7C8}" srcOrd="1" destOrd="0" presId="urn:microsoft.com/office/officeart/2005/8/layout/orgChart1"/>
    <dgm:cxn modelId="{AED4CB49-C0B3-48EA-B124-63DDF29805F0}" type="presOf" srcId="{49B48FBC-CAD2-461B-8973-136760EF2BCE}" destId="{A3EA352B-CE51-4F65-A15D-2C9FA8050E89}" srcOrd="0" destOrd="0" presId="urn:microsoft.com/office/officeart/2005/8/layout/orgChart1"/>
    <dgm:cxn modelId="{57B5EB6B-FFCA-450A-A556-58BA09499829}" srcId="{6CBEDDAE-375A-4828-AD78-DBD4E45FA582}" destId="{3078AA14-567A-4000-9A30-3EBCEBC15BF7}" srcOrd="5" destOrd="0" parTransId="{CCE69D3E-4F97-4C59-AB0F-1FDAD5BD1307}" sibTransId="{7B2B6BEA-10B5-4248-84C3-C6396EBD93CE}"/>
    <dgm:cxn modelId="{9E971A6C-833A-49EE-8946-41012ECA7187}" type="presOf" srcId="{D5834C5A-DF8A-4D04-B0C2-FC5D6A707123}" destId="{68263E7E-C664-4225-B1C3-82A49C5A5EBB}" srcOrd="1" destOrd="0" presId="urn:microsoft.com/office/officeart/2005/8/layout/orgChart1"/>
    <dgm:cxn modelId="{537E8B71-C13E-478D-97E5-602FB79CA17C}" type="presOf" srcId="{975773B6-467B-4910-867B-A6184E48FFC0}" destId="{B852E818-84C2-473C-8686-2A7247FDF0B4}" srcOrd="0" destOrd="0" presId="urn:microsoft.com/office/officeart/2005/8/layout/orgChart1"/>
    <dgm:cxn modelId="{35EB1D72-5AE9-4BF2-8CF1-0988A0793CC0}" srcId="{841397B0-AC8D-4662-A5D0-F90AC00BF83D}" destId="{553121A0-151D-42A6-8FBE-700CC1EB2417}" srcOrd="0" destOrd="0" parTransId="{387C72CC-930B-486F-AB80-2631243ECFA6}" sibTransId="{D04580A2-ACDD-4ED5-B691-9229D525AD68}"/>
    <dgm:cxn modelId="{7D9D2773-7ACB-484D-A9D0-2ABEFA1E20F9}" type="presOf" srcId="{89C215F1-5A2E-43E4-9F84-DB04605168FD}" destId="{B061BCE1-5956-4E15-ABBE-BBBC6653BC0E}" srcOrd="0" destOrd="0" presId="urn:microsoft.com/office/officeart/2005/8/layout/orgChart1"/>
    <dgm:cxn modelId="{988F4453-D0C1-46DA-B9D8-2CB02831199A}" srcId="{39B3A33E-5779-4386-8C30-0B0ADADC15C1}" destId="{EB71EDF8-6281-432D-9479-64389246D001}" srcOrd="0" destOrd="0" parTransId="{975773B6-467B-4910-867B-A6184E48FFC0}" sibTransId="{4F6FDA06-9E68-4242-B047-70C9921CA950}"/>
    <dgm:cxn modelId="{493ED256-2D34-4834-9B5A-47C9FCDCA076}" type="presOf" srcId="{A9DFA1C3-B7D5-4DB0-93A4-A6B174D569EB}" destId="{1BFA551C-FFCC-4A54-857D-14B98370C4F8}" srcOrd="0" destOrd="0" presId="urn:microsoft.com/office/officeart/2005/8/layout/orgChart1"/>
    <dgm:cxn modelId="{916E6658-53E6-4810-861A-8C25B5B27FD5}" type="presOf" srcId="{24C9FCB3-4B40-4ABA-B36F-402B53BFA122}" destId="{1EBB5F79-39D3-4E7E-8B69-4E56D7E9BAE9}" srcOrd="0" destOrd="0" presId="urn:microsoft.com/office/officeart/2005/8/layout/orgChart1"/>
    <dgm:cxn modelId="{6325C958-1C3F-47E9-B478-CAE308E19E81}" type="presOf" srcId="{2B35FBEA-B2BF-442C-B79F-4C0398CD1519}" destId="{8C4D84F6-F5A9-40C9-874D-D5CE073A6EFE}" srcOrd="0" destOrd="0" presId="urn:microsoft.com/office/officeart/2005/8/layout/orgChart1"/>
    <dgm:cxn modelId="{4DC7035A-7BC8-4417-B8D4-A605BE1E3D1F}" type="presOf" srcId="{34D68F57-4036-4F46-8AC9-9344A168DE5A}" destId="{E200566F-8C49-46C7-8A7E-19BA6F9F4B58}" srcOrd="0" destOrd="0" presId="urn:microsoft.com/office/officeart/2005/8/layout/orgChart1"/>
    <dgm:cxn modelId="{62A0407C-F08E-45F9-A0AE-B1057FAC5797}" type="presOf" srcId="{39B3A33E-5779-4386-8C30-0B0ADADC15C1}" destId="{33288997-A5D2-4F92-9712-13494A51FDD6}" srcOrd="1" destOrd="0" presId="urn:microsoft.com/office/officeart/2005/8/layout/orgChart1"/>
    <dgm:cxn modelId="{2347DA7D-2DF9-4DF2-AAE8-184A456B060F}" type="presOf" srcId="{A9DFA1C3-B7D5-4DB0-93A4-A6B174D569EB}" destId="{969D1B6A-D4FD-45AE-8D38-671534F17BC3}" srcOrd="1" destOrd="0" presId="urn:microsoft.com/office/officeart/2005/8/layout/orgChart1"/>
    <dgm:cxn modelId="{E0EF7584-80D8-421D-95F5-17B02C993944}" srcId="{FF82E20E-88FC-4673-ACE1-0862952AE29C}" destId="{114C30A1-9B74-4AD8-8498-16A58F47640F}" srcOrd="0" destOrd="0" parTransId="{7914B3D7-B769-4159-AD44-804410C8D629}" sibTransId="{F8985857-60E1-439B-A246-E4F1C8026FF6}"/>
    <dgm:cxn modelId="{FC520086-A5E1-4B05-8400-81353B5E18C0}" srcId="{6CBEDDAE-375A-4828-AD78-DBD4E45FA582}" destId="{20B8B1F6-4E04-4A3F-A914-5AAFDF2AF01B}" srcOrd="0" destOrd="0" parTransId="{10841BDF-4E0D-4962-A094-28E8742EC397}" sibTransId="{6AD3A877-C16A-41B5-8EA9-25117C85F035}"/>
    <dgm:cxn modelId="{A187E887-2281-40B2-87B6-BA19BB94B61F}" type="presOf" srcId="{74980208-031E-44D1-A4A7-448BBD5D11D5}" destId="{9D1910B8-7E41-4630-819C-0C94212CCA94}" srcOrd="0" destOrd="0" presId="urn:microsoft.com/office/officeart/2005/8/layout/orgChart1"/>
    <dgm:cxn modelId="{42D69889-00EF-4333-9DC0-74CED7B23063}" type="presOf" srcId="{387C72CC-930B-486F-AB80-2631243ECFA6}" destId="{94556F89-B84B-4B5D-919E-34145C75794C}" srcOrd="0" destOrd="0" presId="urn:microsoft.com/office/officeart/2005/8/layout/orgChart1"/>
    <dgm:cxn modelId="{1C1A6A8F-AAC0-45C2-A50A-9DFB6DA9AD4A}" srcId="{62C1530B-B041-4BBB-9FEB-2FB46CFB6433}" destId="{89C215F1-5A2E-43E4-9F84-DB04605168FD}" srcOrd="3" destOrd="0" parTransId="{AC3B001E-444E-4537-9259-4370AC1B2D96}" sibTransId="{9E7FEE12-0347-4911-AD4D-12A826AAE636}"/>
    <dgm:cxn modelId="{8FF2D18F-D9BF-4C2C-BF6F-43857B711616}" srcId="{89C215F1-5A2E-43E4-9F84-DB04605168FD}" destId="{A9DFA1C3-B7D5-4DB0-93A4-A6B174D569EB}" srcOrd="0" destOrd="0" parTransId="{5F4C985E-6FA5-4E57-871D-E32F53AF7BAE}" sibTransId="{7C3CFCA2-3969-408B-B855-037C71331F43}"/>
    <dgm:cxn modelId="{6574F792-AFEC-4BF2-9271-0D8A1BE19D46}" type="presOf" srcId="{B1F73AAE-4B6E-430A-8FEF-EF5B3A91C376}" destId="{31B4816C-6985-49AC-97A7-2A056D1E2BDC}" srcOrd="0" destOrd="0" presId="urn:microsoft.com/office/officeart/2005/8/layout/orgChart1"/>
    <dgm:cxn modelId="{44F8B895-1F95-4311-82D5-0C18E3BE870C}" type="presOf" srcId="{8E2D28AE-5270-4A30-A504-8345131CA16E}" destId="{98156DA5-AFDF-4705-AD9E-D154BDBA4F06}" srcOrd="0" destOrd="0" presId="urn:microsoft.com/office/officeart/2005/8/layout/orgChart1"/>
    <dgm:cxn modelId="{DCFCF897-4B81-41D6-8460-03EE8334C169}" type="presOf" srcId="{6A57AC04-B1D3-44AD-8C69-EBD5F7AE9528}" destId="{2895100E-C510-42E2-B3BA-0259563DAB1F}" srcOrd="0" destOrd="0" presId="urn:microsoft.com/office/officeart/2005/8/layout/orgChart1"/>
    <dgm:cxn modelId="{9E7A7899-7398-4D75-8441-FCB74440B30F}" srcId="{6CBEDDAE-375A-4828-AD78-DBD4E45FA582}" destId="{2B35FBEA-B2BF-442C-B79F-4C0398CD1519}" srcOrd="6" destOrd="0" parTransId="{D9690C1D-FFDB-4E3B-BD1B-9C386BE3FB47}" sibTransId="{509F27C5-B573-4F88-AAB1-086BF7D293FB}"/>
    <dgm:cxn modelId="{D4D1659A-7149-4F61-BE2D-DA1A015AD189}" type="presOf" srcId="{3F997D70-9D6A-465C-930C-6DFE5C93525B}" destId="{F1742EE2-3F2B-4F85-9170-01AE8FB0E6F7}" srcOrd="0" destOrd="0" presId="urn:microsoft.com/office/officeart/2005/8/layout/orgChart1"/>
    <dgm:cxn modelId="{49170BA5-58E5-4050-97DF-7BA66C9B164A}" type="presOf" srcId="{718488B0-96E0-46BC-8367-D502CA8F3FC3}" destId="{BA4A893F-8E12-48C1-BCC8-3292B8EBBCED}" srcOrd="0" destOrd="0" presId="urn:microsoft.com/office/officeart/2005/8/layout/orgChart1"/>
    <dgm:cxn modelId="{27F463A6-ECEE-404F-9DBF-F3A91D0EFF9E}" type="presOf" srcId="{10841BDF-4E0D-4962-A094-28E8742EC397}" destId="{5B24B6F8-9CB7-4FDB-AA3A-BDC147BB4385}" srcOrd="0" destOrd="0" presId="urn:microsoft.com/office/officeart/2005/8/layout/orgChart1"/>
    <dgm:cxn modelId="{F5EC68A6-8E7A-40B8-B59C-4FC5BE5CEA7C}" type="presOf" srcId="{9991F8D0-422D-4792-8881-8E8BE5394BA5}" destId="{A265BA1E-946A-48A3-83C0-61220DEAE314}" srcOrd="1" destOrd="0" presId="urn:microsoft.com/office/officeart/2005/8/layout/orgChart1"/>
    <dgm:cxn modelId="{FAE86FA9-78B5-4076-9651-5AB9EA375AA9}" type="presOf" srcId="{CCE69D3E-4F97-4C59-AB0F-1FDAD5BD1307}" destId="{D0E510A0-37AB-4EE7-8B52-926E8C663896}" srcOrd="0" destOrd="0" presId="urn:microsoft.com/office/officeart/2005/8/layout/orgChart1"/>
    <dgm:cxn modelId="{06C589AB-B1BF-4C5D-B837-D023DF100815}" srcId="{6F078FEC-01B0-4851-8EEE-10F365996000}" destId="{EA66DCF6-0E60-490C-B9A7-F07E2FCF0E74}" srcOrd="0" destOrd="0" parTransId="{24FCD4A7-8230-427E-916F-616A983947AB}" sibTransId="{7D57DC6D-AFBD-46F3-809C-BDD7F648F57A}"/>
    <dgm:cxn modelId="{9A728AAE-8A78-4771-85DC-C905CDA02456}" srcId="{39B3A33E-5779-4386-8C30-0B0ADADC15C1}" destId="{9991F8D0-422D-4792-8881-8E8BE5394BA5}" srcOrd="1" destOrd="0" parTransId="{44B6F13C-C70B-4EC6-B5B0-A36E46FFE619}" sibTransId="{4F62C20C-4132-4CE1-959D-2E54A461783A}"/>
    <dgm:cxn modelId="{C68DA3B3-F2C2-4ED6-8D3E-0542DC907650}" type="presOf" srcId="{9FE48AD0-1760-4A45-8201-8FEC3C45C510}" destId="{F0FC5C2C-ABE5-40C0-B9D1-1BAD09E0E116}" srcOrd="0" destOrd="0" presId="urn:microsoft.com/office/officeart/2005/8/layout/orgChart1"/>
    <dgm:cxn modelId="{5DC930B5-B54F-406F-9149-09B8F57B2313}" type="presOf" srcId="{12C2B9E6-3C83-4969-9188-E0D34B332EFE}" destId="{B7939FC8-6198-4FAD-9A56-8CC009ABA58E}" srcOrd="0" destOrd="0" presId="urn:microsoft.com/office/officeart/2005/8/layout/orgChart1"/>
    <dgm:cxn modelId="{F672C1B6-8C86-46F9-910E-296BCECA810A}" type="presOf" srcId="{ACB6D2F7-FF36-47F1-9D26-80F847B1DE67}" destId="{8CAF792F-4157-421A-9EB7-735F999C1A9D}" srcOrd="0" destOrd="0" presId="urn:microsoft.com/office/officeart/2005/8/layout/orgChart1"/>
    <dgm:cxn modelId="{ED956FB8-8C1D-4216-AF49-DCB3365AD03D}" type="presOf" srcId="{5DC787C6-D1DA-4D3B-A8FB-095761F74FAA}" destId="{D1AF2CB4-C2C3-4F82-A6DB-D6DE8BC062E4}" srcOrd="0" destOrd="0" presId="urn:microsoft.com/office/officeart/2005/8/layout/orgChart1"/>
    <dgm:cxn modelId="{0ACF50B8-D15D-4957-A762-4640E8F57CE9}" srcId="{6CBEDDAE-375A-4828-AD78-DBD4E45FA582}" destId="{718488B0-96E0-46BC-8367-D502CA8F3FC3}" srcOrd="4" destOrd="0" parTransId="{ACB6D2F7-FF36-47F1-9D26-80F847B1DE67}" sibTransId="{33D6D5BC-F3C7-4869-A340-A2E2703D8A44}"/>
    <dgm:cxn modelId="{AFBBBEB9-CCE1-4D92-B46B-01466955DEB8}" type="presOf" srcId="{DEFD5FCC-701C-4057-A31A-420C1ACDCE01}" destId="{B1AA23B8-60DA-4EA2-877E-7BCEC9BF3807}" srcOrd="0" destOrd="0" presId="urn:microsoft.com/office/officeart/2005/8/layout/orgChart1"/>
    <dgm:cxn modelId="{0BF4B7BD-DE94-4893-8E55-50DC334CE2F4}" type="presOf" srcId="{EB71EDF8-6281-432D-9479-64389246D001}" destId="{9AF6CB9E-E604-4F87-BDC5-B248B1256CDA}" srcOrd="1" destOrd="0" presId="urn:microsoft.com/office/officeart/2005/8/layout/orgChart1"/>
    <dgm:cxn modelId="{1437F6BD-8A51-4D89-A9A6-97A4CBAA4DBA}" srcId="{6CBEDDAE-375A-4828-AD78-DBD4E45FA582}" destId="{209D193C-97A6-43D9-A516-8E4D5DDF7765}" srcOrd="1" destOrd="0" parTransId="{DF37C220-D628-4B2F-AE5C-A3DE1B0BEE03}" sibTransId="{74EC1A91-E0CE-465F-89DE-B0CAD19182F3}"/>
    <dgm:cxn modelId="{8B8D26C2-C10A-4104-9879-8CEDA9B50248}" type="presOf" srcId="{114C30A1-9B74-4AD8-8498-16A58F47640F}" destId="{5FB3F9C8-AC9D-48E5-AB30-EFA4A10A48CB}" srcOrd="0" destOrd="0" presId="urn:microsoft.com/office/officeart/2005/8/layout/orgChart1"/>
    <dgm:cxn modelId="{9878D8C3-6036-420D-943B-DAC88F3150E6}" type="presOf" srcId="{93A4FF1A-BA3E-4B08-9421-3DB7C7BEB74D}" destId="{373DD762-D436-4B3A-98EE-3BA933771FE9}" srcOrd="1" destOrd="0" presId="urn:microsoft.com/office/officeart/2005/8/layout/orgChart1"/>
    <dgm:cxn modelId="{E9D258C5-5ADE-42BE-A5D5-994AAE52F21C}" type="presOf" srcId="{EB71EDF8-6281-432D-9479-64389246D001}" destId="{66C99D4F-5038-44A0-924A-81C5785C0412}" srcOrd="0" destOrd="0" presId="urn:microsoft.com/office/officeart/2005/8/layout/orgChart1"/>
    <dgm:cxn modelId="{28CAAAC5-803E-4A2B-90ED-A831F63EBA02}" type="presOf" srcId="{12030C6C-C47A-4563-A4AB-C19F4A7FD89D}" destId="{18D260B3-5A87-44D0-AF1E-0CFD995C5CE0}" srcOrd="0" destOrd="0" presId="urn:microsoft.com/office/officeart/2005/8/layout/orgChart1"/>
    <dgm:cxn modelId="{DC5E84C7-DC58-4E8C-9E66-C3472590AD19}" type="presOf" srcId="{553121A0-151D-42A6-8FBE-700CC1EB2417}" destId="{5E720916-9EF7-483D-A40A-7982E470DD0C}" srcOrd="0" destOrd="0" presId="urn:microsoft.com/office/officeart/2005/8/layout/orgChart1"/>
    <dgm:cxn modelId="{E56435C8-6402-4CD7-AA78-3170C92D41A3}" type="presOf" srcId="{32475840-66D3-4ED8-8D80-A65158B41BDF}" destId="{7D0C516E-5156-4AD6-8E02-79B5CC11D728}" srcOrd="0" destOrd="0" presId="urn:microsoft.com/office/officeart/2005/8/layout/orgChart1"/>
    <dgm:cxn modelId="{40805BC9-585A-4F55-9EBD-A0AA87883B3C}" type="presOf" srcId="{04BF0879-3829-4DD1-AD05-AA6AF15E81DD}" destId="{018AC0FB-582E-426D-B5AC-95405FD20CD4}" srcOrd="1" destOrd="0" presId="urn:microsoft.com/office/officeart/2005/8/layout/orgChart1"/>
    <dgm:cxn modelId="{A46D61CB-E1BA-4B43-B003-3963A5C6B05F}" type="presOf" srcId="{39B3A33E-5779-4386-8C30-0B0ADADC15C1}" destId="{BBAFEAEE-AA13-4143-A91D-67D814B391F1}" srcOrd="0" destOrd="0" presId="urn:microsoft.com/office/officeart/2005/8/layout/orgChart1"/>
    <dgm:cxn modelId="{91837ED0-BFCC-47F8-B610-8249A3E25B80}" type="presOf" srcId="{6F078FEC-01B0-4851-8EEE-10F365996000}" destId="{8356BCBB-C1AF-4307-8A68-B7900C2ED7CC}" srcOrd="0" destOrd="0" presId="urn:microsoft.com/office/officeart/2005/8/layout/orgChart1"/>
    <dgm:cxn modelId="{BE3AC8D0-1342-444F-A128-74372B8E008D}" type="presOf" srcId="{FF82E20E-88FC-4673-ACE1-0862952AE29C}" destId="{93869A4A-6619-47F4-8C86-8E59D192822A}" srcOrd="0" destOrd="0" presId="urn:microsoft.com/office/officeart/2005/8/layout/orgChart1"/>
    <dgm:cxn modelId="{EF82CFD3-8B31-4635-83A1-F0FE731C35E8}" srcId="{62C1530B-B041-4BBB-9FEB-2FB46CFB6433}" destId="{39B3A33E-5779-4386-8C30-0B0ADADC15C1}" srcOrd="4" destOrd="0" parTransId="{B1F73AAE-4B6E-430A-8FEF-EF5B3A91C376}" sibTransId="{CAC08208-8D2E-4C72-A2FE-78C7CBB0651B}"/>
    <dgm:cxn modelId="{101C54D6-F27B-4000-8391-6C1A95D19268}" type="presOf" srcId="{209D193C-97A6-43D9-A516-8E4D5DDF7765}" destId="{3A60B036-214F-4C62-8240-90A73083C5DD}" srcOrd="1" destOrd="0" presId="urn:microsoft.com/office/officeart/2005/8/layout/orgChart1"/>
    <dgm:cxn modelId="{BE5503D7-DD68-4BB7-918C-416BDD92933B}" type="presOf" srcId="{209D193C-97A6-43D9-A516-8E4D5DDF7765}" destId="{B11DC4EB-7512-4D95-9076-6345C1E549CD}" srcOrd="0" destOrd="0" presId="urn:microsoft.com/office/officeart/2005/8/layout/orgChart1"/>
    <dgm:cxn modelId="{5E581BD7-AF05-41A4-9851-3D1FB795D2ED}" type="presOf" srcId="{24FCD4A7-8230-427E-916F-616A983947AB}" destId="{8FBDAD66-0592-4838-96FE-6CAC80D15972}" srcOrd="0" destOrd="0" presId="urn:microsoft.com/office/officeart/2005/8/layout/orgChart1"/>
    <dgm:cxn modelId="{FCB891D8-1D0B-4706-8435-10CD4C296AAA}" type="presOf" srcId="{EA66DCF6-0E60-490C-B9A7-F07E2FCF0E74}" destId="{9297540D-B5A8-49C1-AEA3-3071D31C5BDB}" srcOrd="1" destOrd="0" presId="urn:microsoft.com/office/officeart/2005/8/layout/orgChart1"/>
    <dgm:cxn modelId="{7FE8F0DD-9351-4A51-B335-AC203EFC25FD}" type="presOf" srcId="{04BF0879-3829-4DD1-AD05-AA6AF15E81DD}" destId="{6BEBB172-20A1-4787-B24C-B7D64C9437CE}" srcOrd="0" destOrd="0" presId="urn:microsoft.com/office/officeart/2005/8/layout/orgChart1"/>
    <dgm:cxn modelId="{030540E0-E05B-4424-9CE3-D92512DD33DD}" type="presOf" srcId="{9991F8D0-422D-4792-8881-8E8BE5394BA5}" destId="{9EB75E36-85A6-4FE3-83EA-B16C9F1C155C}" srcOrd="0" destOrd="0" presId="urn:microsoft.com/office/officeart/2005/8/layout/orgChart1"/>
    <dgm:cxn modelId="{F1F9F7E5-2DCA-4437-8485-D0D76F1FCC41}" srcId="{DEFD5FCC-701C-4057-A31A-420C1ACDCE01}" destId="{62C1530B-B041-4BBB-9FEB-2FB46CFB6433}" srcOrd="0" destOrd="0" parTransId="{BE025AD6-A2BC-474D-B13F-2053B024A1FA}" sibTransId="{D216943B-C550-4B69-BB2C-0BFAE6087941}"/>
    <dgm:cxn modelId="{5AD90FE7-9CB7-471F-A18B-B55A741958A6}" type="presOf" srcId="{AC3B001E-444E-4537-9259-4370AC1B2D96}" destId="{044DAEFD-14BE-4132-B9BE-57F51E9FC177}" srcOrd="0" destOrd="0" presId="urn:microsoft.com/office/officeart/2005/8/layout/orgChart1"/>
    <dgm:cxn modelId="{1DF801EA-EDD6-42D7-A9DD-B33B6A5EB80F}" type="presOf" srcId="{D79555C7-463D-4B68-A664-645BC302E101}" destId="{82091ADE-42B3-44C4-BAC1-D26DD9052456}" srcOrd="1" destOrd="0" presId="urn:microsoft.com/office/officeart/2005/8/layout/orgChart1"/>
    <dgm:cxn modelId="{526592EA-D49B-40F2-9E83-7FA19F813BF4}" type="presOf" srcId="{CE1DE723-6719-4D6B-ACDC-FDFC0FB99376}" destId="{69BC7151-B4BA-44DE-89D5-455BF2EA75C2}" srcOrd="0" destOrd="0" presId="urn:microsoft.com/office/officeart/2005/8/layout/orgChart1"/>
    <dgm:cxn modelId="{8EDB18EB-3391-4216-857A-70B071DC5E62}" type="presOf" srcId="{DF37C220-D628-4B2F-AE5C-A3DE1B0BEE03}" destId="{571A4015-FE84-46A1-8409-F96567270631}" srcOrd="0" destOrd="0" presId="urn:microsoft.com/office/officeart/2005/8/layout/orgChart1"/>
    <dgm:cxn modelId="{ECDB53EB-A232-4183-AE7F-963E115A3284}" type="presOf" srcId="{3A3DD574-F5E7-4CC6-ABD6-335A6EFB5369}" destId="{DEEF0B3B-EAA4-4704-9037-24C45E92F5AC}" srcOrd="1" destOrd="0" presId="urn:microsoft.com/office/officeart/2005/8/layout/orgChart1"/>
    <dgm:cxn modelId="{D4E6CFEB-8DFB-4030-868D-64AF916F2192}" srcId="{04BF0879-3829-4DD1-AD05-AA6AF15E81DD}" destId="{3A3DD574-F5E7-4CC6-ABD6-335A6EFB5369}" srcOrd="0" destOrd="0" parTransId="{32475840-66D3-4ED8-8D80-A65158B41BDF}" sibTransId="{DEE5A291-18D1-4891-A3DC-E8589D26CC22}"/>
    <dgm:cxn modelId="{57B8E3F0-1FE5-4DE1-B0B5-B1A47453142B}" type="presOf" srcId="{3A3DD574-F5E7-4CC6-ABD6-335A6EFB5369}" destId="{351D692E-0F4E-4CDC-BAD8-92B46DF42643}" srcOrd="0" destOrd="0" presId="urn:microsoft.com/office/officeart/2005/8/layout/orgChart1"/>
    <dgm:cxn modelId="{28065FF1-C02E-4399-96F4-5E85B239A84F}" srcId="{62C1530B-B041-4BBB-9FEB-2FB46CFB6433}" destId="{841397B0-AC8D-4662-A5D0-F90AC00BF83D}" srcOrd="2" destOrd="0" parTransId="{FE1B5F53-7ACB-4943-A5CF-A5C9BDAD9307}" sibTransId="{3100B5E0-4EF3-42DE-BABA-91E890F403B4}"/>
    <dgm:cxn modelId="{7AF66EF1-576D-4AA7-A92A-42D5E07DECDA}" type="presOf" srcId="{5F4C985E-6FA5-4E57-871D-E32F53AF7BAE}" destId="{E93D3F1C-0932-40ED-9401-CD680F3A734A}" srcOrd="0" destOrd="0" presId="urn:microsoft.com/office/officeart/2005/8/layout/orgChart1"/>
    <dgm:cxn modelId="{644953F1-37E4-47CD-B637-D05BF94E32A0}" srcId="{39B3A33E-5779-4386-8C30-0B0ADADC15C1}" destId="{3F997D70-9D6A-465C-930C-6DFE5C93525B}" srcOrd="3" destOrd="0" parTransId="{24C9FCB3-4B40-4ABA-B36F-402B53BFA122}" sibTransId="{A493B0CF-C7FB-491E-B01B-F568B81C2973}"/>
    <dgm:cxn modelId="{07CEBCF2-6D89-43BC-B4CF-9708176F629E}" type="presOf" srcId="{3078AA14-567A-4000-9A30-3EBCEBC15BF7}" destId="{2F046BBD-A796-496F-8B05-0D58150FEDCA}" srcOrd="0" destOrd="0" presId="urn:microsoft.com/office/officeart/2005/8/layout/orgChart1"/>
    <dgm:cxn modelId="{2557CAF2-7B6C-4A58-9784-D7EDF8E96DCF}" srcId="{62C1530B-B041-4BBB-9FEB-2FB46CFB6433}" destId="{04BF0879-3829-4DD1-AD05-AA6AF15E81DD}" srcOrd="1" destOrd="0" parTransId="{98504801-FC3E-4431-8770-B607E77A5EF8}" sibTransId="{0D6F145E-E6B9-456D-A159-948ACB55FA0A}"/>
    <dgm:cxn modelId="{AE384EF3-F728-494F-AD8F-33FEBBE2D6E9}" type="presOf" srcId="{6CBEDDAE-375A-4828-AD78-DBD4E45FA582}" destId="{23577408-9618-4A2A-BCD2-24C00CDA9E67}" srcOrd="1" destOrd="0" presId="urn:microsoft.com/office/officeart/2005/8/layout/orgChart1"/>
    <dgm:cxn modelId="{A4AA79F4-DAD7-45E4-9FEA-E12B6D0D9C50}" type="presOf" srcId="{CE1DE723-6719-4D6B-ACDC-FDFC0FB99376}" destId="{412142D5-F388-4FB3-8C90-562A30AA5307}" srcOrd="1" destOrd="0" presId="urn:microsoft.com/office/officeart/2005/8/layout/orgChart1"/>
    <dgm:cxn modelId="{93D189B7-927B-4CC3-A34B-C2654FEA8164}" type="presParOf" srcId="{B1AA23B8-60DA-4EA2-877E-7BCEC9BF3807}" destId="{48810139-B7CE-4579-B789-EB6EFB568155}" srcOrd="0" destOrd="0" presId="urn:microsoft.com/office/officeart/2005/8/layout/orgChart1"/>
    <dgm:cxn modelId="{7D46907A-835A-4FB3-B050-A14E98825972}" type="presParOf" srcId="{48810139-B7CE-4579-B789-EB6EFB568155}" destId="{BB4864A4-3374-438B-A406-C63C8084CC9B}" srcOrd="0" destOrd="0" presId="urn:microsoft.com/office/officeart/2005/8/layout/orgChart1"/>
    <dgm:cxn modelId="{E3404F59-4B1E-4730-991D-18B267BF5237}" type="presParOf" srcId="{BB4864A4-3374-438B-A406-C63C8084CC9B}" destId="{D9CBD038-E8FB-4200-9094-188DF88F0FB5}" srcOrd="0" destOrd="0" presId="urn:microsoft.com/office/officeart/2005/8/layout/orgChart1"/>
    <dgm:cxn modelId="{1541467F-F979-49DE-AAAA-E530DDD1B541}" type="presParOf" srcId="{BB4864A4-3374-438B-A406-C63C8084CC9B}" destId="{D03E068A-7388-472C-AB8E-306236FA3F44}" srcOrd="1" destOrd="0" presId="urn:microsoft.com/office/officeart/2005/8/layout/orgChart1"/>
    <dgm:cxn modelId="{A7495181-E6D1-47E9-9AB3-CAA9336E7DD2}" type="presParOf" srcId="{48810139-B7CE-4579-B789-EB6EFB568155}" destId="{6CBCFE4B-9561-4672-920E-BC123C4C7A2F}" srcOrd="1" destOrd="0" presId="urn:microsoft.com/office/officeart/2005/8/layout/orgChart1"/>
    <dgm:cxn modelId="{CEBDC32A-D888-430C-AD5F-EB32A21B5020}" type="presParOf" srcId="{6CBCFE4B-9561-4672-920E-BC123C4C7A2F}" destId="{2895100E-C510-42E2-B3BA-0259563DAB1F}" srcOrd="0" destOrd="0" presId="urn:microsoft.com/office/officeart/2005/8/layout/orgChart1"/>
    <dgm:cxn modelId="{6F7A9A53-B949-4C2D-8E81-383E3C80468C}" type="presParOf" srcId="{6CBCFE4B-9561-4672-920E-BC123C4C7A2F}" destId="{B5A02395-DEC1-48EB-BE87-DC3760EA0E10}" srcOrd="1" destOrd="0" presId="urn:microsoft.com/office/officeart/2005/8/layout/orgChart1"/>
    <dgm:cxn modelId="{9A6AF340-6DAF-4222-B8D4-0BBC2E297D65}" type="presParOf" srcId="{B5A02395-DEC1-48EB-BE87-DC3760EA0E10}" destId="{F243B76F-FED6-4B8D-B39B-B0794C584610}" srcOrd="0" destOrd="0" presId="urn:microsoft.com/office/officeart/2005/8/layout/orgChart1"/>
    <dgm:cxn modelId="{3DD4642C-D734-44CD-A7A6-41C7EA9041AA}" type="presParOf" srcId="{F243B76F-FED6-4B8D-B39B-B0794C584610}" destId="{F0794A83-3E10-4939-87DC-B2F315213BB5}" srcOrd="0" destOrd="0" presId="urn:microsoft.com/office/officeart/2005/8/layout/orgChart1"/>
    <dgm:cxn modelId="{123ABA88-93C9-4498-8495-23398CCDB310}" type="presParOf" srcId="{F243B76F-FED6-4B8D-B39B-B0794C584610}" destId="{23577408-9618-4A2A-BCD2-24C00CDA9E67}" srcOrd="1" destOrd="0" presId="urn:microsoft.com/office/officeart/2005/8/layout/orgChart1"/>
    <dgm:cxn modelId="{87E87E5E-AE9C-49F6-A86F-298FB2A9A82E}" type="presParOf" srcId="{B5A02395-DEC1-48EB-BE87-DC3760EA0E10}" destId="{A3839F26-4F48-4F49-8D54-C17D3EBE1EF2}" srcOrd="1" destOrd="0" presId="urn:microsoft.com/office/officeart/2005/8/layout/orgChart1"/>
    <dgm:cxn modelId="{6D3B9F11-7A33-4B2A-8A95-9470519BF181}" type="presParOf" srcId="{A3839F26-4F48-4F49-8D54-C17D3EBE1EF2}" destId="{5B24B6F8-9CB7-4FDB-AA3A-BDC147BB4385}" srcOrd="0" destOrd="0" presId="urn:microsoft.com/office/officeart/2005/8/layout/orgChart1"/>
    <dgm:cxn modelId="{12A5ADFD-F331-4490-8950-BFA394AD2893}" type="presParOf" srcId="{A3839F26-4F48-4F49-8D54-C17D3EBE1EF2}" destId="{8F6AAFD6-AE82-4B9F-9DBB-3B0EFBC6760B}" srcOrd="1" destOrd="0" presId="urn:microsoft.com/office/officeart/2005/8/layout/orgChart1"/>
    <dgm:cxn modelId="{7679F980-FDC6-43BE-ACC6-282F3AAE4F83}" type="presParOf" srcId="{8F6AAFD6-AE82-4B9F-9DBB-3B0EFBC6760B}" destId="{BA9ECA0D-6FD4-4E56-9B00-C8E0F68BEA57}" srcOrd="0" destOrd="0" presId="urn:microsoft.com/office/officeart/2005/8/layout/orgChart1"/>
    <dgm:cxn modelId="{56E59D3A-7899-4609-B747-D625603726BB}" type="presParOf" srcId="{BA9ECA0D-6FD4-4E56-9B00-C8E0F68BEA57}" destId="{D9F472FD-B859-4BBD-B7FD-228F0B68FEE7}" srcOrd="0" destOrd="0" presId="urn:microsoft.com/office/officeart/2005/8/layout/orgChart1"/>
    <dgm:cxn modelId="{53BA91C5-4451-41C7-9CE9-2C15A1E9A24F}" type="presParOf" srcId="{BA9ECA0D-6FD4-4E56-9B00-C8E0F68BEA57}" destId="{CC8AA507-1121-4C14-AE3A-0B9C14B1C7C8}" srcOrd="1" destOrd="0" presId="urn:microsoft.com/office/officeart/2005/8/layout/orgChart1"/>
    <dgm:cxn modelId="{3EDA0459-C770-47D5-9D5C-9CA692869866}" type="presParOf" srcId="{8F6AAFD6-AE82-4B9F-9DBB-3B0EFBC6760B}" destId="{9DDE64E4-7ED0-456B-90E7-4C4C5CC9F7AF}" srcOrd="1" destOrd="0" presId="urn:microsoft.com/office/officeart/2005/8/layout/orgChart1"/>
    <dgm:cxn modelId="{DCCB5B48-BE8A-485D-AB92-478383296DAC}" type="presParOf" srcId="{8F6AAFD6-AE82-4B9F-9DBB-3B0EFBC6760B}" destId="{58DA7F46-763A-4518-9C97-E78F8C0F4C4C}" srcOrd="2" destOrd="0" presId="urn:microsoft.com/office/officeart/2005/8/layout/orgChart1"/>
    <dgm:cxn modelId="{898B11DF-85AA-474A-8FC3-3EF38F6FDF8F}" type="presParOf" srcId="{A3839F26-4F48-4F49-8D54-C17D3EBE1EF2}" destId="{571A4015-FE84-46A1-8409-F96567270631}" srcOrd="2" destOrd="0" presId="urn:microsoft.com/office/officeart/2005/8/layout/orgChart1"/>
    <dgm:cxn modelId="{C5DCDF54-87BE-4813-AA94-C02A8699495C}" type="presParOf" srcId="{A3839F26-4F48-4F49-8D54-C17D3EBE1EF2}" destId="{02735FD7-777D-4845-BDAF-720B345FFFC8}" srcOrd="3" destOrd="0" presId="urn:microsoft.com/office/officeart/2005/8/layout/orgChart1"/>
    <dgm:cxn modelId="{81431A8E-D8E3-44D0-9482-6626B874986E}" type="presParOf" srcId="{02735FD7-777D-4845-BDAF-720B345FFFC8}" destId="{962426DA-CA01-417B-9AA9-671F96EC4772}" srcOrd="0" destOrd="0" presId="urn:microsoft.com/office/officeart/2005/8/layout/orgChart1"/>
    <dgm:cxn modelId="{007003C2-ACEF-4159-9ABC-E5849ED60E82}" type="presParOf" srcId="{962426DA-CA01-417B-9AA9-671F96EC4772}" destId="{B11DC4EB-7512-4D95-9076-6345C1E549CD}" srcOrd="0" destOrd="0" presId="urn:microsoft.com/office/officeart/2005/8/layout/orgChart1"/>
    <dgm:cxn modelId="{E5AA9885-B9DC-43E9-B95F-D9CBE6D845F1}" type="presParOf" srcId="{962426DA-CA01-417B-9AA9-671F96EC4772}" destId="{3A60B036-214F-4C62-8240-90A73083C5DD}" srcOrd="1" destOrd="0" presId="urn:microsoft.com/office/officeart/2005/8/layout/orgChart1"/>
    <dgm:cxn modelId="{166E36A8-7A03-4C0B-8CE4-187363B3235C}" type="presParOf" srcId="{02735FD7-777D-4845-BDAF-720B345FFFC8}" destId="{A0B3EDE2-E8D4-4EB4-8203-0B868067C50F}" srcOrd="1" destOrd="0" presId="urn:microsoft.com/office/officeart/2005/8/layout/orgChart1"/>
    <dgm:cxn modelId="{6BCFD387-FED4-46C4-9DFF-5F0EA0C3A036}" type="presParOf" srcId="{02735FD7-777D-4845-BDAF-720B345FFFC8}" destId="{389D8121-1DDD-4C94-B85A-164C3E1115E0}" srcOrd="2" destOrd="0" presId="urn:microsoft.com/office/officeart/2005/8/layout/orgChart1"/>
    <dgm:cxn modelId="{6CF6888D-AF35-4663-9005-6BCF8DABBD47}" type="presParOf" srcId="{A3839F26-4F48-4F49-8D54-C17D3EBE1EF2}" destId="{B7939FC8-6198-4FAD-9A56-8CC009ABA58E}" srcOrd="4" destOrd="0" presId="urn:microsoft.com/office/officeart/2005/8/layout/orgChart1"/>
    <dgm:cxn modelId="{E9998A4F-8ABE-4F1E-AED8-54817EB714D2}" type="presParOf" srcId="{A3839F26-4F48-4F49-8D54-C17D3EBE1EF2}" destId="{4A0D1873-5381-43FC-BEFF-AADF64C151BE}" srcOrd="5" destOrd="0" presId="urn:microsoft.com/office/officeart/2005/8/layout/orgChart1"/>
    <dgm:cxn modelId="{38D2CF25-8D4E-439B-9E95-330744BDF73C}" type="presParOf" srcId="{4A0D1873-5381-43FC-BEFF-AADF64C151BE}" destId="{B76727A9-8F54-4BDF-9180-76C9A47126D9}" srcOrd="0" destOrd="0" presId="urn:microsoft.com/office/officeart/2005/8/layout/orgChart1"/>
    <dgm:cxn modelId="{EF5E7A36-2703-4B6E-92E9-E5A05DE6A901}" type="presParOf" srcId="{B76727A9-8F54-4BDF-9180-76C9A47126D9}" destId="{B5459AA8-2CE9-49C6-8ED1-877EE58B4234}" srcOrd="0" destOrd="0" presId="urn:microsoft.com/office/officeart/2005/8/layout/orgChart1"/>
    <dgm:cxn modelId="{EF8520AB-3FF1-4732-BF1E-74FE0736241C}" type="presParOf" srcId="{B76727A9-8F54-4BDF-9180-76C9A47126D9}" destId="{373DD762-D436-4B3A-98EE-3BA933771FE9}" srcOrd="1" destOrd="0" presId="urn:microsoft.com/office/officeart/2005/8/layout/orgChart1"/>
    <dgm:cxn modelId="{9B37FBD4-53B9-4666-8C74-2A3D4B000A67}" type="presParOf" srcId="{4A0D1873-5381-43FC-BEFF-AADF64C151BE}" destId="{C6E30867-F2D7-48A4-BF99-439370A91D25}" srcOrd="1" destOrd="0" presId="urn:microsoft.com/office/officeart/2005/8/layout/orgChart1"/>
    <dgm:cxn modelId="{611AF59C-A70E-4B17-9D11-A4E2975FD770}" type="presParOf" srcId="{4A0D1873-5381-43FC-BEFF-AADF64C151BE}" destId="{1FBA2D37-6EF9-4144-A182-BC51C0DBA8F0}" srcOrd="2" destOrd="0" presId="urn:microsoft.com/office/officeart/2005/8/layout/orgChart1"/>
    <dgm:cxn modelId="{F989F5A6-3D0D-49AB-B65D-74BCACA2CEC1}" type="presParOf" srcId="{A3839F26-4F48-4F49-8D54-C17D3EBE1EF2}" destId="{67897A73-1AC1-4440-A1A2-58FA0B670206}" srcOrd="6" destOrd="0" presId="urn:microsoft.com/office/officeart/2005/8/layout/orgChart1"/>
    <dgm:cxn modelId="{BD5E51EA-A5EA-43F9-9454-1E7FB3CF01A9}" type="presParOf" srcId="{A3839F26-4F48-4F49-8D54-C17D3EBE1EF2}" destId="{544231A9-338C-4449-8101-9239A6FCB500}" srcOrd="7" destOrd="0" presId="urn:microsoft.com/office/officeart/2005/8/layout/orgChart1"/>
    <dgm:cxn modelId="{63A5F300-2DC7-4505-B6B2-2F02225085F7}" type="presParOf" srcId="{544231A9-338C-4449-8101-9239A6FCB500}" destId="{4155ADF2-1440-4BDE-B513-21FC8CFEBACE}" srcOrd="0" destOrd="0" presId="urn:microsoft.com/office/officeart/2005/8/layout/orgChart1"/>
    <dgm:cxn modelId="{01892824-BA89-4084-A407-0EA4D44DC662}" type="presParOf" srcId="{4155ADF2-1440-4BDE-B513-21FC8CFEBACE}" destId="{E200566F-8C49-46C7-8A7E-19BA6F9F4B58}" srcOrd="0" destOrd="0" presId="urn:microsoft.com/office/officeart/2005/8/layout/orgChart1"/>
    <dgm:cxn modelId="{68200826-B3A4-4B33-B1FC-002E68861F3F}" type="presParOf" srcId="{4155ADF2-1440-4BDE-B513-21FC8CFEBACE}" destId="{C65EA639-4792-4A5F-A0D9-76958A8A8356}" srcOrd="1" destOrd="0" presId="urn:microsoft.com/office/officeart/2005/8/layout/orgChart1"/>
    <dgm:cxn modelId="{E50EF554-6399-4B1A-A983-39297ED811AD}" type="presParOf" srcId="{544231A9-338C-4449-8101-9239A6FCB500}" destId="{AB4989CB-FCE9-492A-8D9F-E383248E7EAF}" srcOrd="1" destOrd="0" presId="urn:microsoft.com/office/officeart/2005/8/layout/orgChart1"/>
    <dgm:cxn modelId="{17C438CE-160E-4CD0-A477-3845E7C6B1B5}" type="presParOf" srcId="{544231A9-338C-4449-8101-9239A6FCB500}" destId="{02D5986C-2042-48BA-8372-71B01A21BA8F}" srcOrd="2" destOrd="0" presId="urn:microsoft.com/office/officeart/2005/8/layout/orgChart1"/>
    <dgm:cxn modelId="{3C9E8CCC-A2B6-4DAF-B571-B73C85F708B6}" type="presParOf" srcId="{A3839F26-4F48-4F49-8D54-C17D3EBE1EF2}" destId="{8CAF792F-4157-421A-9EB7-735F999C1A9D}" srcOrd="8" destOrd="0" presId="urn:microsoft.com/office/officeart/2005/8/layout/orgChart1"/>
    <dgm:cxn modelId="{954451E9-DDF9-4CB3-B6FE-09505DE446FB}" type="presParOf" srcId="{A3839F26-4F48-4F49-8D54-C17D3EBE1EF2}" destId="{A8EDCEEC-7458-4B52-93F4-7C8B47D9B1D7}" srcOrd="9" destOrd="0" presId="urn:microsoft.com/office/officeart/2005/8/layout/orgChart1"/>
    <dgm:cxn modelId="{69557F09-1865-49A5-8C18-A9AC1157CB28}" type="presParOf" srcId="{A8EDCEEC-7458-4B52-93F4-7C8B47D9B1D7}" destId="{78531041-4FEE-458B-A588-8BF6D6177DFD}" srcOrd="0" destOrd="0" presId="urn:microsoft.com/office/officeart/2005/8/layout/orgChart1"/>
    <dgm:cxn modelId="{11FAD95D-B674-42AE-99DE-2F97B579BC33}" type="presParOf" srcId="{78531041-4FEE-458B-A588-8BF6D6177DFD}" destId="{BA4A893F-8E12-48C1-BCC8-3292B8EBBCED}" srcOrd="0" destOrd="0" presId="urn:microsoft.com/office/officeart/2005/8/layout/orgChart1"/>
    <dgm:cxn modelId="{3DE99A02-D5F5-4270-9135-EFF7D6497F89}" type="presParOf" srcId="{78531041-4FEE-458B-A588-8BF6D6177DFD}" destId="{8A56390E-627B-4DB3-850A-666C4DFCDB8F}" srcOrd="1" destOrd="0" presId="urn:microsoft.com/office/officeart/2005/8/layout/orgChart1"/>
    <dgm:cxn modelId="{94F902DC-2810-477D-8B25-8841CB90D6F1}" type="presParOf" srcId="{A8EDCEEC-7458-4B52-93F4-7C8B47D9B1D7}" destId="{BB7E7AA1-DA6C-476F-AA94-707735C5AC20}" srcOrd="1" destOrd="0" presId="urn:microsoft.com/office/officeart/2005/8/layout/orgChart1"/>
    <dgm:cxn modelId="{4F1793DF-B117-41A2-BBE4-880B1BFA2411}" type="presParOf" srcId="{A8EDCEEC-7458-4B52-93F4-7C8B47D9B1D7}" destId="{A32F5CB6-A483-4EAD-B05F-9682AA691AFC}" srcOrd="2" destOrd="0" presId="urn:microsoft.com/office/officeart/2005/8/layout/orgChart1"/>
    <dgm:cxn modelId="{0CB413A0-48A5-4F86-A9C4-C973A4DE4FDF}" type="presParOf" srcId="{A3839F26-4F48-4F49-8D54-C17D3EBE1EF2}" destId="{D0E510A0-37AB-4EE7-8B52-926E8C663896}" srcOrd="10" destOrd="0" presId="urn:microsoft.com/office/officeart/2005/8/layout/orgChart1"/>
    <dgm:cxn modelId="{D3957928-AF84-4344-A4BD-B1F4BE4514DF}" type="presParOf" srcId="{A3839F26-4F48-4F49-8D54-C17D3EBE1EF2}" destId="{83D0D25B-37B0-41C0-83EB-BE2210250330}" srcOrd="11" destOrd="0" presId="urn:microsoft.com/office/officeart/2005/8/layout/orgChart1"/>
    <dgm:cxn modelId="{70F35A00-0D25-4112-8C3A-883AF0F5B350}" type="presParOf" srcId="{83D0D25B-37B0-41C0-83EB-BE2210250330}" destId="{DB2C3D5F-A588-4A38-8746-CB8A786A8EC7}" srcOrd="0" destOrd="0" presId="urn:microsoft.com/office/officeart/2005/8/layout/orgChart1"/>
    <dgm:cxn modelId="{28137BFF-2FD4-4718-AE55-1B7A6E6443F1}" type="presParOf" srcId="{DB2C3D5F-A588-4A38-8746-CB8A786A8EC7}" destId="{2F046BBD-A796-496F-8B05-0D58150FEDCA}" srcOrd="0" destOrd="0" presId="urn:microsoft.com/office/officeart/2005/8/layout/orgChart1"/>
    <dgm:cxn modelId="{C79CE9F6-9530-49BF-8E15-ED4044A8AB7A}" type="presParOf" srcId="{DB2C3D5F-A588-4A38-8746-CB8A786A8EC7}" destId="{3CB52391-B4CB-4B2B-806A-F639E4D92F8B}" srcOrd="1" destOrd="0" presId="urn:microsoft.com/office/officeart/2005/8/layout/orgChart1"/>
    <dgm:cxn modelId="{F04488C2-FBD4-41C1-830B-EBC642EBBAE6}" type="presParOf" srcId="{83D0D25B-37B0-41C0-83EB-BE2210250330}" destId="{9673FBC6-CD6C-4853-91BC-FA8E16A33649}" srcOrd="1" destOrd="0" presId="urn:microsoft.com/office/officeart/2005/8/layout/orgChart1"/>
    <dgm:cxn modelId="{8E2AA150-A3EE-4F7B-9DD8-50A17D6DA491}" type="presParOf" srcId="{83D0D25B-37B0-41C0-83EB-BE2210250330}" destId="{F01F25FF-8BD2-497A-A8D4-CA170F7CB1FE}" srcOrd="2" destOrd="0" presId="urn:microsoft.com/office/officeart/2005/8/layout/orgChart1"/>
    <dgm:cxn modelId="{E80DDA1B-20DD-46B3-ADF6-69A83DC115D8}" type="presParOf" srcId="{A3839F26-4F48-4F49-8D54-C17D3EBE1EF2}" destId="{EF5CD527-C167-4E40-ABF4-B7BF56D06087}" srcOrd="12" destOrd="0" presId="urn:microsoft.com/office/officeart/2005/8/layout/orgChart1"/>
    <dgm:cxn modelId="{C2E33470-EDAA-4C39-BA7D-66194CE650E7}" type="presParOf" srcId="{A3839F26-4F48-4F49-8D54-C17D3EBE1EF2}" destId="{EAFD7666-B597-44C0-81C9-AF5168966366}" srcOrd="13" destOrd="0" presId="urn:microsoft.com/office/officeart/2005/8/layout/orgChart1"/>
    <dgm:cxn modelId="{92B015A7-95E3-423E-8226-70432949C975}" type="presParOf" srcId="{EAFD7666-B597-44C0-81C9-AF5168966366}" destId="{317283D2-76A6-44B7-B35F-01332083FA73}" srcOrd="0" destOrd="0" presId="urn:microsoft.com/office/officeart/2005/8/layout/orgChart1"/>
    <dgm:cxn modelId="{1C539CC8-860D-4103-8E24-295664126F5C}" type="presParOf" srcId="{317283D2-76A6-44B7-B35F-01332083FA73}" destId="{8C4D84F6-F5A9-40C9-874D-D5CE073A6EFE}" srcOrd="0" destOrd="0" presId="urn:microsoft.com/office/officeart/2005/8/layout/orgChart1"/>
    <dgm:cxn modelId="{C073D7E8-64F7-4AA4-B94A-A350C8F76096}" type="presParOf" srcId="{317283D2-76A6-44B7-B35F-01332083FA73}" destId="{F41E65A7-B5DB-408B-AB07-B45F0AE4F1B5}" srcOrd="1" destOrd="0" presId="urn:microsoft.com/office/officeart/2005/8/layout/orgChart1"/>
    <dgm:cxn modelId="{639BBEFD-4E93-43DE-8C50-215CEAB3DA91}" type="presParOf" srcId="{EAFD7666-B597-44C0-81C9-AF5168966366}" destId="{4B56B7E1-AF7C-4860-9B87-E7CC83D3B267}" srcOrd="1" destOrd="0" presId="urn:microsoft.com/office/officeart/2005/8/layout/orgChart1"/>
    <dgm:cxn modelId="{6368FF9A-1E17-4CDA-ABBB-3B5B30607D56}" type="presParOf" srcId="{EAFD7666-B597-44C0-81C9-AF5168966366}" destId="{FCBBEDA2-C4E4-43A9-A646-6F7A0C8E646C}" srcOrd="2" destOrd="0" presId="urn:microsoft.com/office/officeart/2005/8/layout/orgChart1"/>
    <dgm:cxn modelId="{43286D23-999A-4979-AA9E-867A4E92BD90}" type="presParOf" srcId="{B5A02395-DEC1-48EB-BE87-DC3760EA0E10}" destId="{71133FFB-9CF7-425D-9471-86F8ABFE7CA7}" srcOrd="2" destOrd="0" presId="urn:microsoft.com/office/officeart/2005/8/layout/orgChart1"/>
    <dgm:cxn modelId="{B91C23D3-B7DF-4265-BCC2-B6259B36636B}" type="presParOf" srcId="{6CBCFE4B-9561-4672-920E-BC123C4C7A2F}" destId="{6B80C0BA-BFC4-482C-9143-F512482548A8}" srcOrd="2" destOrd="0" presId="urn:microsoft.com/office/officeart/2005/8/layout/orgChart1"/>
    <dgm:cxn modelId="{EB313523-6B7A-486A-8C97-86D48F04A94C}" type="presParOf" srcId="{6CBCFE4B-9561-4672-920E-BC123C4C7A2F}" destId="{8847DC99-F93E-4B31-926C-6ADBE1B5197F}" srcOrd="3" destOrd="0" presId="urn:microsoft.com/office/officeart/2005/8/layout/orgChart1"/>
    <dgm:cxn modelId="{39925A15-7984-4ABD-9AEB-CDBF46C077F7}" type="presParOf" srcId="{8847DC99-F93E-4B31-926C-6ADBE1B5197F}" destId="{BD4A41EF-FE1D-4414-8976-9F17F34CD9CB}" srcOrd="0" destOrd="0" presId="urn:microsoft.com/office/officeart/2005/8/layout/orgChart1"/>
    <dgm:cxn modelId="{DEB35F46-BE37-40D7-9E0A-1703353CB96B}" type="presParOf" srcId="{BD4A41EF-FE1D-4414-8976-9F17F34CD9CB}" destId="{6BEBB172-20A1-4787-B24C-B7D64C9437CE}" srcOrd="0" destOrd="0" presId="urn:microsoft.com/office/officeart/2005/8/layout/orgChart1"/>
    <dgm:cxn modelId="{4F747F88-F14A-4E6C-A974-A117427FD2F8}" type="presParOf" srcId="{BD4A41EF-FE1D-4414-8976-9F17F34CD9CB}" destId="{018AC0FB-582E-426D-B5AC-95405FD20CD4}" srcOrd="1" destOrd="0" presId="urn:microsoft.com/office/officeart/2005/8/layout/orgChart1"/>
    <dgm:cxn modelId="{01B5A7E0-C670-45B6-98F1-C06C5E044753}" type="presParOf" srcId="{8847DC99-F93E-4B31-926C-6ADBE1B5197F}" destId="{A503B7DB-1D65-470D-BB3D-4D9CD8D19B68}" srcOrd="1" destOrd="0" presId="urn:microsoft.com/office/officeart/2005/8/layout/orgChart1"/>
    <dgm:cxn modelId="{7F3822F5-C9AF-4242-8180-F922CA9A31BB}" type="presParOf" srcId="{A503B7DB-1D65-470D-BB3D-4D9CD8D19B68}" destId="{7D0C516E-5156-4AD6-8E02-79B5CC11D728}" srcOrd="0" destOrd="0" presId="urn:microsoft.com/office/officeart/2005/8/layout/orgChart1"/>
    <dgm:cxn modelId="{CB8FF661-88D6-499D-8D8F-F9A3DF598237}" type="presParOf" srcId="{A503B7DB-1D65-470D-BB3D-4D9CD8D19B68}" destId="{BE124DF3-B731-4212-92CF-AA9AD8E3FDC2}" srcOrd="1" destOrd="0" presId="urn:microsoft.com/office/officeart/2005/8/layout/orgChart1"/>
    <dgm:cxn modelId="{0C748077-4D6A-4F53-AD4A-05CF2A21F67A}" type="presParOf" srcId="{BE124DF3-B731-4212-92CF-AA9AD8E3FDC2}" destId="{5A0EA520-CFA2-48EC-B861-D348EDB25BE8}" srcOrd="0" destOrd="0" presId="urn:microsoft.com/office/officeart/2005/8/layout/orgChart1"/>
    <dgm:cxn modelId="{C1097AA2-5510-4E59-8E9C-6667C73C7103}" type="presParOf" srcId="{5A0EA520-CFA2-48EC-B861-D348EDB25BE8}" destId="{351D692E-0F4E-4CDC-BAD8-92B46DF42643}" srcOrd="0" destOrd="0" presId="urn:microsoft.com/office/officeart/2005/8/layout/orgChart1"/>
    <dgm:cxn modelId="{1E78570A-6109-414C-A780-FCB494F2FBC6}" type="presParOf" srcId="{5A0EA520-CFA2-48EC-B861-D348EDB25BE8}" destId="{DEEF0B3B-EAA4-4704-9037-24C45E92F5AC}" srcOrd="1" destOrd="0" presId="urn:microsoft.com/office/officeart/2005/8/layout/orgChart1"/>
    <dgm:cxn modelId="{01636BD5-D1FF-4C0F-82C0-D7008F4F99A6}" type="presParOf" srcId="{BE124DF3-B731-4212-92CF-AA9AD8E3FDC2}" destId="{996F594C-C7D2-409E-B327-E957ED3C56CC}" srcOrd="1" destOrd="0" presId="urn:microsoft.com/office/officeart/2005/8/layout/orgChart1"/>
    <dgm:cxn modelId="{EB2C991F-3FFF-4446-A0E0-90C0FA547005}" type="presParOf" srcId="{BE124DF3-B731-4212-92CF-AA9AD8E3FDC2}" destId="{659B86CA-CCA2-4634-8AEF-DAE3208BA743}" srcOrd="2" destOrd="0" presId="urn:microsoft.com/office/officeart/2005/8/layout/orgChart1"/>
    <dgm:cxn modelId="{56F7B2AA-C5B3-40E6-991C-94A020C84156}" type="presParOf" srcId="{8847DC99-F93E-4B31-926C-6ADBE1B5197F}" destId="{E181CD60-651B-49AC-81E3-6B27C009C777}" srcOrd="2" destOrd="0" presId="urn:microsoft.com/office/officeart/2005/8/layout/orgChart1"/>
    <dgm:cxn modelId="{F0C6250D-03DC-4668-B65A-0D687D72B88B}" type="presParOf" srcId="{6CBCFE4B-9561-4672-920E-BC123C4C7A2F}" destId="{37041DE8-87DD-4326-8EAB-A3147F70E828}" srcOrd="4" destOrd="0" presId="urn:microsoft.com/office/officeart/2005/8/layout/orgChart1"/>
    <dgm:cxn modelId="{70DEFEAA-75B1-4C5C-BA72-BC4CA8BCE865}" type="presParOf" srcId="{6CBCFE4B-9561-4672-920E-BC123C4C7A2F}" destId="{AECFE0A4-8D31-46ED-A735-900B90D02F70}" srcOrd="5" destOrd="0" presId="urn:microsoft.com/office/officeart/2005/8/layout/orgChart1"/>
    <dgm:cxn modelId="{F22E8B4A-6138-4BF0-8011-026EF230490B}" type="presParOf" srcId="{AECFE0A4-8D31-46ED-A735-900B90D02F70}" destId="{3E8E9414-D64C-4814-9E5F-47D930F48BAB}" srcOrd="0" destOrd="0" presId="urn:microsoft.com/office/officeart/2005/8/layout/orgChart1"/>
    <dgm:cxn modelId="{57374CA9-B4EB-4BE4-B08C-5AF77BBA56CE}" type="presParOf" srcId="{3E8E9414-D64C-4814-9E5F-47D930F48BAB}" destId="{BECAB428-D9FC-4E49-AED8-D83E1BBF156C}" srcOrd="0" destOrd="0" presId="urn:microsoft.com/office/officeart/2005/8/layout/orgChart1"/>
    <dgm:cxn modelId="{0275233E-E920-4C5A-B968-1D8E04CDF680}" type="presParOf" srcId="{3E8E9414-D64C-4814-9E5F-47D930F48BAB}" destId="{B6E42FA5-69A2-4F6C-AA7D-9AEDA1643ECD}" srcOrd="1" destOrd="0" presId="urn:microsoft.com/office/officeart/2005/8/layout/orgChart1"/>
    <dgm:cxn modelId="{DAFDC1AA-8EB5-411C-A9A5-104CCAB5DBAA}" type="presParOf" srcId="{AECFE0A4-8D31-46ED-A735-900B90D02F70}" destId="{5D114811-CB06-4A3B-B0F5-9E05EFE39C37}" srcOrd="1" destOrd="0" presId="urn:microsoft.com/office/officeart/2005/8/layout/orgChart1"/>
    <dgm:cxn modelId="{90A9494C-3A24-4EA5-936C-D5B8994C02EF}" type="presParOf" srcId="{5D114811-CB06-4A3B-B0F5-9E05EFE39C37}" destId="{94556F89-B84B-4B5D-919E-34145C75794C}" srcOrd="0" destOrd="0" presId="urn:microsoft.com/office/officeart/2005/8/layout/orgChart1"/>
    <dgm:cxn modelId="{392A7C10-1C7C-4EF8-B2A6-49847279A474}" type="presParOf" srcId="{5D114811-CB06-4A3B-B0F5-9E05EFE39C37}" destId="{C30DD797-70D6-49F6-AFB3-9FF982D2DCF1}" srcOrd="1" destOrd="0" presId="urn:microsoft.com/office/officeart/2005/8/layout/orgChart1"/>
    <dgm:cxn modelId="{B2F2FC5A-753F-42E5-B12D-FD56CC27CDEE}" type="presParOf" srcId="{C30DD797-70D6-49F6-AFB3-9FF982D2DCF1}" destId="{CF6112F4-9D90-4A01-9FBC-EB7881A96F11}" srcOrd="0" destOrd="0" presId="urn:microsoft.com/office/officeart/2005/8/layout/orgChart1"/>
    <dgm:cxn modelId="{E3B7B5F6-F5FC-48C6-AA41-559E6E0A419A}" type="presParOf" srcId="{CF6112F4-9D90-4A01-9FBC-EB7881A96F11}" destId="{5E720916-9EF7-483D-A40A-7982E470DD0C}" srcOrd="0" destOrd="0" presId="urn:microsoft.com/office/officeart/2005/8/layout/orgChart1"/>
    <dgm:cxn modelId="{3925FD7C-0F45-4DCB-956B-A60DB7AB7098}" type="presParOf" srcId="{CF6112F4-9D90-4A01-9FBC-EB7881A96F11}" destId="{50C47B92-6166-4E61-AC49-170DFFE8E64A}" srcOrd="1" destOrd="0" presId="urn:microsoft.com/office/officeart/2005/8/layout/orgChart1"/>
    <dgm:cxn modelId="{2B11251C-00B7-42BE-86C0-C78064446FBB}" type="presParOf" srcId="{C30DD797-70D6-49F6-AFB3-9FF982D2DCF1}" destId="{A45F37DB-CE0D-43A5-B2D7-753F71943217}" srcOrd="1" destOrd="0" presId="urn:microsoft.com/office/officeart/2005/8/layout/orgChart1"/>
    <dgm:cxn modelId="{7C9B7837-3C67-46E7-B448-F06D4702DE8F}" type="presParOf" srcId="{C30DD797-70D6-49F6-AFB3-9FF982D2DCF1}" destId="{908A9DB5-CFA9-49FE-A876-C88781877965}" srcOrd="2" destOrd="0" presId="urn:microsoft.com/office/officeart/2005/8/layout/orgChart1"/>
    <dgm:cxn modelId="{6D5C50C8-7EA2-458B-AFA1-D7140DDF3CF4}" type="presParOf" srcId="{AECFE0A4-8D31-46ED-A735-900B90D02F70}" destId="{4012D6DB-E947-42A3-8C91-885A35502FF1}" srcOrd="2" destOrd="0" presId="urn:microsoft.com/office/officeart/2005/8/layout/orgChart1"/>
    <dgm:cxn modelId="{7AC50E13-B052-450C-94E5-D169EEA29B90}" type="presParOf" srcId="{6CBCFE4B-9561-4672-920E-BC123C4C7A2F}" destId="{044DAEFD-14BE-4132-B9BE-57F51E9FC177}" srcOrd="6" destOrd="0" presId="urn:microsoft.com/office/officeart/2005/8/layout/orgChart1"/>
    <dgm:cxn modelId="{D6C56778-C8F0-41A7-8249-C434C2182807}" type="presParOf" srcId="{6CBCFE4B-9561-4672-920E-BC123C4C7A2F}" destId="{E7DF6106-DD76-4294-9A17-87614455CE49}" srcOrd="7" destOrd="0" presId="urn:microsoft.com/office/officeart/2005/8/layout/orgChart1"/>
    <dgm:cxn modelId="{8E808E33-F49B-4B20-8563-54318AAEBB9E}" type="presParOf" srcId="{E7DF6106-DD76-4294-9A17-87614455CE49}" destId="{CB29BB53-DD05-45D4-9392-416E67E47923}" srcOrd="0" destOrd="0" presId="urn:microsoft.com/office/officeart/2005/8/layout/orgChart1"/>
    <dgm:cxn modelId="{3F6B3B5E-B639-404D-86D9-276342085570}" type="presParOf" srcId="{CB29BB53-DD05-45D4-9392-416E67E47923}" destId="{B061BCE1-5956-4E15-ABBE-BBBC6653BC0E}" srcOrd="0" destOrd="0" presId="urn:microsoft.com/office/officeart/2005/8/layout/orgChart1"/>
    <dgm:cxn modelId="{746FA691-759C-4028-A26D-7A0E74CDEEA4}" type="presParOf" srcId="{CB29BB53-DD05-45D4-9392-416E67E47923}" destId="{3B617017-F86D-43EC-A5A2-7714BEC2A765}" srcOrd="1" destOrd="0" presId="urn:microsoft.com/office/officeart/2005/8/layout/orgChart1"/>
    <dgm:cxn modelId="{C794A883-97EE-4941-9C39-BCE3146CB2E8}" type="presParOf" srcId="{E7DF6106-DD76-4294-9A17-87614455CE49}" destId="{05223490-6FFF-4EA8-AE45-4B1371F2FDE9}" srcOrd="1" destOrd="0" presId="urn:microsoft.com/office/officeart/2005/8/layout/orgChart1"/>
    <dgm:cxn modelId="{4D087462-2F46-45F5-B092-63EBA5FA562A}" type="presParOf" srcId="{05223490-6FFF-4EA8-AE45-4B1371F2FDE9}" destId="{E93D3F1C-0932-40ED-9401-CD680F3A734A}" srcOrd="0" destOrd="0" presId="urn:microsoft.com/office/officeart/2005/8/layout/orgChart1"/>
    <dgm:cxn modelId="{48A2CF0E-8386-48CC-9899-3517A11E064D}" type="presParOf" srcId="{05223490-6FFF-4EA8-AE45-4B1371F2FDE9}" destId="{FEBCA57C-51E3-46F2-9D79-F71D9B7F3A13}" srcOrd="1" destOrd="0" presId="urn:microsoft.com/office/officeart/2005/8/layout/orgChart1"/>
    <dgm:cxn modelId="{618F6C97-4BBD-4C2A-80BF-963B945609EB}" type="presParOf" srcId="{FEBCA57C-51E3-46F2-9D79-F71D9B7F3A13}" destId="{2B595F00-B708-454B-8DDD-40414E3D92FC}" srcOrd="0" destOrd="0" presId="urn:microsoft.com/office/officeart/2005/8/layout/orgChart1"/>
    <dgm:cxn modelId="{34CCF951-F21A-4F44-B6E0-954E967C91BA}" type="presParOf" srcId="{2B595F00-B708-454B-8DDD-40414E3D92FC}" destId="{1BFA551C-FFCC-4A54-857D-14B98370C4F8}" srcOrd="0" destOrd="0" presId="urn:microsoft.com/office/officeart/2005/8/layout/orgChart1"/>
    <dgm:cxn modelId="{110776A3-FB77-49D0-866C-BA785F90C237}" type="presParOf" srcId="{2B595F00-B708-454B-8DDD-40414E3D92FC}" destId="{969D1B6A-D4FD-45AE-8D38-671534F17BC3}" srcOrd="1" destOrd="0" presId="urn:microsoft.com/office/officeart/2005/8/layout/orgChart1"/>
    <dgm:cxn modelId="{05AC2A6F-9D8E-43B2-927D-D1257B17CB58}" type="presParOf" srcId="{FEBCA57C-51E3-46F2-9D79-F71D9B7F3A13}" destId="{CD2C313D-001D-4CA5-9FF2-C088334D95EE}" srcOrd="1" destOrd="0" presId="urn:microsoft.com/office/officeart/2005/8/layout/orgChart1"/>
    <dgm:cxn modelId="{2443AEC2-76D0-4C25-B044-AC775DF33C38}" type="presParOf" srcId="{FEBCA57C-51E3-46F2-9D79-F71D9B7F3A13}" destId="{B7E5D5FD-D66E-40D0-9FAF-E3A06F94D993}" srcOrd="2" destOrd="0" presId="urn:microsoft.com/office/officeart/2005/8/layout/orgChart1"/>
    <dgm:cxn modelId="{27FE8DF5-E0A9-462D-A202-3892E1732983}" type="presParOf" srcId="{E7DF6106-DD76-4294-9A17-87614455CE49}" destId="{DD2752DE-F58D-44C4-BCA7-BEFF4E5333BD}" srcOrd="2" destOrd="0" presId="urn:microsoft.com/office/officeart/2005/8/layout/orgChart1"/>
    <dgm:cxn modelId="{83F712A4-014B-40CE-80F0-99C3E9EB720A}" type="presParOf" srcId="{6CBCFE4B-9561-4672-920E-BC123C4C7A2F}" destId="{31B4816C-6985-49AC-97A7-2A056D1E2BDC}" srcOrd="8" destOrd="0" presId="urn:microsoft.com/office/officeart/2005/8/layout/orgChart1"/>
    <dgm:cxn modelId="{BF84E5AC-479B-44C8-872C-ED39B168A588}" type="presParOf" srcId="{6CBCFE4B-9561-4672-920E-BC123C4C7A2F}" destId="{9B35BFBC-FC40-4AC9-B012-9AB06CDBF3F8}" srcOrd="9" destOrd="0" presId="urn:microsoft.com/office/officeart/2005/8/layout/orgChart1"/>
    <dgm:cxn modelId="{A70111E4-F23D-4939-BC96-2D77DAC91AD9}" type="presParOf" srcId="{9B35BFBC-FC40-4AC9-B012-9AB06CDBF3F8}" destId="{36045D93-E38E-44FA-8D38-05E0C3E0C602}" srcOrd="0" destOrd="0" presId="urn:microsoft.com/office/officeart/2005/8/layout/orgChart1"/>
    <dgm:cxn modelId="{771E281D-919A-4305-9487-AE3DEFF8FC1E}" type="presParOf" srcId="{36045D93-E38E-44FA-8D38-05E0C3E0C602}" destId="{BBAFEAEE-AA13-4143-A91D-67D814B391F1}" srcOrd="0" destOrd="0" presId="urn:microsoft.com/office/officeart/2005/8/layout/orgChart1"/>
    <dgm:cxn modelId="{B4223FB8-14D0-492F-8A06-F4062E78572A}" type="presParOf" srcId="{36045D93-E38E-44FA-8D38-05E0C3E0C602}" destId="{33288997-A5D2-4F92-9712-13494A51FDD6}" srcOrd="1" destOrd="0" presId="urn:microsoft.com/office/officeart/2005/8/layout/orgChart1"/>
    <dgm:cxn modelId="{FA3EBE7A-287F-4520-AF01-2A6550EBE50B}" type="presParOf" srcId="{9B35BFBC-FC40-4AC9-B012-9AB06CDBF3F8}" destId="{2FFC30DE-D752-4FA0-BB59-683DA63CD3FB}" srcOrd="1" destOrd="0" presId="urn:microsoft.com/office/officeart/2005/8/layout/orgChart1"/>
    <dgm:cxn modelId="{CF78D140-C1D8-47EC-8BB1-1921776AC567}" type="presParOf" srcId="{2FFC30DE-D752-4FA0-BB59-683DA63CD3FB}" destId="{B852E818-84C2-473C-8686-2A7247FDF0B4}" srcOrd="0" destOrd="0" presId="urn:microsoft.com/office/officeart/2005/8/layout/orgChart1"/>
    <dgm:cxn modelId="{1B39BE59-F312-472A-AC3F-0927AE8AD374}" type="presParOf" srcId="{2FFC30DE-D752-4FA0-BB59-683DA63CD3FB}" destId="{514BEBC4-A6C9-46E6-9CCE-FB4EBAFE720A}" srcOrd="1" destOrd="0" presId="urn:microsoft.com/office/officeart/2005/8/layout/orgChart1"/>
    <dgm:cxn modelId="{CF51F10F-1836-4DA1-BD7E-48BF5B299DD2}" type="presParOf" srcId="{514BEBC4-A6C9-46E6-9CCE-FB4EBAFE720A}" destId="{E4A9AE76-534A-4DC3-8060-F3C084C6920E}" srcOrd="0" destOrd="0" presId="urn:microsoft.com/office/officeart/2005/8/layout/orgChart1"/>
    <dgm:cxn modelId="{25C4F971-B3AA-43D6-94F0-C5D52D7555C5}" type="presParOf" srcId="{E4A9AE76-534A-4DC3-8060-F3C084C6920E}" destId="{66C99D4F-5038-44A0-924A-81C5785C0412}" srcOrd="0" destOrd="0" presId="urn:microsoft.com/office/officeart/2005/8/layout/orgChart1"/>
    <dgm:cxn modelId="{2348694F-8D49-472E-9C35-50FDD569F9EB}" type="presParOf" srcId="{E4A9AE76-534A-4DC3-8060-F3C084C6920E}" destId="{9AF6CB9E-E604-4F87-BDC5-B248B1256CDA}" srcOrd="1" destOrd="0" presId="urn:microsoft.com/office/officeart/2005/8/layout/orgChart1"/>
    <dgm:cxn modelId="{D0D2AAE4-D2DF-46CC-BA63-928D9770A1E5}" type="presParOf" srcId="{514BEBC4-A6C9-46E6-9CCE-FB4EBAFE720A}" destId="{C18DA1AD-98CF-40EF-8960-4F09756BB46D}" srcOrd="1" destOrd="0" presId="urn:microsoft.com/office/officeart/2005/8/layout/orgChart1"/>
    <dgm:cxn modelId="{36A16644-1202-43D8-BA5C-5B6770762335}" type="presParOf" srcId="{514BEBC4-A6C9-46E6-9CCE-FB4EBAFE720A}" destId="{234C2073-5A01-4C8B-AD5D-A456543F52CB}" srcOrd="2" destOrd="0" presId="urn:microsoft.com/office/officeart/2005/8/layout/orgChart1"/>
    <dgm:cxn modelId="{E6F0BEFE-4B02-4E67-AB31-432F2A5057E7}" type="presParOf" srcId="{2FFC30DE-D752-4FA0-BB59-683DA63CD3FB}" destId="{56160515-B28F-415E-B01E-1C8C14EDE372}" srcOrd="2" destOrd="0" presId="urn:microsoft.com/office/officeart/2005/8/layout/orgChart1"/>
    <dgm:cxn modelId="{A845ED0D-1B31-42DE-ABB2-1C18A61BB811}" type="presParOf" srcId="{2FFC30DE-D752-4FA0-BB59-683DA63CD3FB}" destId="{179AE026-5D0F-4B37-AAFE-D5CB9D6C212E}" srcOrd="3" destOrd="0" presId="urn:microsoft.com/office/officeart/2005/8/layout/orgChart1"/>
    <dgm:cxn modelId="{67F04B89-0C34-4465-8E8E-DD7C6819181A}" type="presParOf" srcId="{179AE026-5D0F-4B37-AAFE-D5CB9D6C212E}" destId="{0BD23F78-46E2-48EA-86CF-1E4D4E6347AA}" srcOrd="0" destOrd="0" presId="urn:microsoft.com/office/officeart/2005/8/layout/orgChart1"/>
    <dgm:cxn modelId="{0E4EFE58-1290-4443-AD25-91ABB9EAF7FF}" type="presParOf" srcId="{0BD23F78-46E2-48EA-86CF-1E4D4E6347AA}" destId="{9EB75E36-85A6-4FE3-83EA-B16C9F1C155C}" srcOrd="0" destOrd="0" presId="urn:microsoft.com/office/officeart/2005/8/layout/orgChart1"/>
    <dgm:cxn modelId="{FDC7CB91-790B-4B24-A004-7C6B0530914E}" type="presParOf" srcId="{0BD23F78-46E2-48EA-86CF-1E4D4E6347AA}" destId="{A265BA1E-946A-48A3-83C0-61220DEAE314}" srcOrd="1" destOrd="0" presId="urn:microsoft.com/office/officeart/2005/8/layout/orgChart1"/>
    <dgm:cxn modelId="{44309D4C-AC5A-4ECA-BCD1-79EC5DB979A3}" type="presParOf" srcId="{179AE026-5D0F-4B37-AAFE-D5CB9D6C212E}" destId="{017FC3B1-BF02-4F3B-88B9-2779D65E639A}" srcOrd="1" destOrd="0" presId="urn:microsoft.com/office/officeart/2005/8/layout/orgChart1"/>
    <dgm:cxn modelId="{B17568C4-DE69-4CC1-AE31-DF8E633E9C03}" type="presParOf" srcId="{179AE026-5D0F-4B37-AAFE-D5CB9D6C212E}" destId="{612D2CF8-92C4-45CC-85F4-783D0772CFF6}" srcOrd="2" destOrd="0" presId="urn:microsoft.com/office/officeart/2005/8/layout/orgChart1"/>
    <dgm:cxn modelId="{B62F8C93-D7B0-4ECD-A122-EC2DED6FA9BC}" type="presParOf" srcId="{2FFC30DE-D752-4FA0-BB59-683DA63CD3FB}" destId="{8C8A18B5-614B-4353-AD59-037289BF89F0}" srcOrd="4" destOrd="0" presId="urn:microsoft.com/office/officeart/2005/8/layout/orgChart1"/>
    <dgm:cxn modelId="{3E927D93-1BB8-4FEB-ACBE-973AA85F50A1}" type="presParOf" srcId="{2FFC30DE-D752-4FA0-BB59-683DA63CD3FB}" destId="{F54F8E70-D82B-4128-8515-7C3D56C7D1C9}" srcOrd="5" destOrd="0" presId="urn:microsoft.com/office/officeart/2005/8/layout/orgChart1"/>
    <dgm:cxn modelId="{980ECFF2-3531-4FC1-AD88-0E74D1A8EF29}" type="presParOf" srcId="{F54F8E70-D82B-4128-8515-7C3D56C7D1C9}" destId="{DC13A9BB-00E6-4E66-9191-685DFE09D1E9}" srcOrd="0" destOrd="0" presId="urn:microsoft.com/office/officeart/2005/8/layout/orgChart1"/>
    <dgm:cxn modelId="{2225F226-2483-4DEF-BDEA-F78997A6090D}" type="presParOf" srcId="{DC13A9BB-00E6-4E66-9191-685DFE09D1E9}" destId="{C480A55C-7636-491D-BD00-929FA0D16AB6}" srcOrd="0" destOrd="0" presId="urn:microsoft.com/office/officeart/2005/8/layout/orgChart1"/>
    <dgm:cxn modelId="{B779F45D-CC04-4F90-A7CB-5BE24200ADC0}" type="presParOf" srcId="{DC13A9BB-00E6-4E66-9191-685DFE09D1E9}" destId="{82091ADE-42B3-44C4-BAC1-D26DD9052456}" srcOrd="1" destOrd="0" presId="urn:microsoft.com/office/officeart/2005/8/layout/orgChart1"/>
    <dgm:cxn modelId="{CEEBF70B-BDC9-4FB8-8363-269CCB6CCBD4}" type="presParOf" srcId="{F54F8E70-D82B-4128-8515-7C3D56C7D1C9}" destId="{6DAED9A7-0C29-44B8-8C27-76D7EB8CB56D}" srcOrd="1" destOrd="0" presId="urn:microsoft.com/office/officeart/2005/8/layout/orgChart1"/>
    <dgm:cxn modelId="{DCD7BEEB-E784-40C9-8B64-5E1C62BF5289}" type="presParOf" srcId="{F54F8E70-D82B-4128-8515-7C3D56C7D1C9}" destId="{F00CB759-82D8-4D92-AF2F-ADF49FCFEBF1}" srcOrd="2" destOrd="0" presId="urn:microsoft.com/office/officeart/2005/8/layout/orgChart1"/>
    <dgm:cxn modelId="{1DEE5163-7192-47EE-AB58-B3F13712A8B3}" type="presParOf" srcId="{2FFC30DE-D752-4FA0-BB59-683DA63CD3FB}" destId="{1EBB5F79-39D3-4E7E-8B69-4E56D7E9BAE9}" srcOrd="6" destOrd="0" presId="urn:microsoft.com/office/officeart/2005/8/layout/orgChart1"/>
    <dgm:cxn modelId="{FDE892B9-AD4C-4186-AED4-48C10B0AD1AC}" type="presParOf" srcId="{2FFC30DE-D752-4FA0-BB59-683DA63CD3FB}" destId="{3747F013-6805-4730-B3C6-544E0393CD8D}" srcOrd="7" destOrd="0" presId="urn:microsoft.com/office/officeart/2005/8/layout/orgChart1"/>
    <dgm:cxn modelId="{3B48108F-7D9C-459D-B1DC-0B87E28D563A}" type="presParOf" srcId="{3747F013-6805-4730-B3C6-544E0393CD8D}" destId="{07F5881D-BB3A-40E0-BFA2-4FD506F8A421}" srcOrd="0" destOrd="0" presId="urn:microsoft.com/office/officeart/2005/8/layout/orgChart1"/>
    <dgm:cxn modelId="{D3815EA7-AA90-49D4-ADBD-46499AF63BBE}" type="presParOf" srcId="{07F5881D-BB3A-40E0-BFA2-4FD506F8A421}" destId="{F1742EE2-3F2B-4F85-9170-01AE8FB0E6F7}" srcOrd="0" destOrd="0" presId="urn:microsoft.com/office/officeart/2005/8/layout/orgChart1"/>
    <dgm:cxn modelId="{73EC0D86-F2EE-4B32-9E7C-73D11FEE171D}" type="presParOf" srcId="{07F5881D-BB3A-40E0-BFA2-4FD506F8A421}" destId="{BFEF35A3-AEBC-4455-9E77-094DBCDCACAE}" srcOrd="1" destOrd="0" presId="urn:microsoft.com/office/officeart/2005/8/layout/orgChart1"/>
    <dgm:cxn modelId="{EA5AE293-08E0-4B5C-9AF6-C4E32FF66EB6}" type="presParOf" srcId="{3747F013-6805-4730-B3C6-544E0393CD8D}" destId="{70DD9A3E-7AD0-4996-9A09-FDBB14AB8B0F}" srcOrd="1" destOrd="0" presId="urn:microsoft.com/office/officeart/2005/8/layout/orgChart1"/>
    <dgm:cxn modelId="{C6188382-D967-45ED-9D76-588BC954A72C}" type="presParOf" srcId="{3747F013-6805-4730-B3C6-544E0393CD8D}" destId="{9A23BFB2-995B-439B-85E3-762927ADB902}" srcOrd="2" destOrd="0" presId="urn:microsoft.com/office/officeart/2005/8/layout/orgChart1"/>
    <dgm:cxn modelId="{0CF1D4DC-0EFE-4EF6-A940-6AE2185E0E8D}" type="presParOf" srcId="{2FFC30DE-D752-4FA0-BB59-683DA63CD3FB}" destId="{A3EA352B-CE51-4F65-A15D-2C9FA8050E89}" srcOrd="8" destOrd="0" presId="urn:microsoft.com/office/officeart/2005/8/layout/orgChart1"/>
    <dgm:cxn modelId="{D361111F-9A31-420A-AB8B-55437A8E0682}" type="presParOf" srcId="{2FFC30DE-D752-4FA0-BB59-683DA63CD3FB}" destId="{1808E6EF-5FEC-4760-AAEA-EF85F3F0CD22}" srcOrd="9" destOrd="0" presId="urn:microsoft.com/office/officeart/2005/8/layout/orgChart1"/>
    <dgm:cxn modelId="{28134D6A-AD5A-4253-BA0E-7D42F89A51B2}" type="presParOf" srcId="{1808E6EF-5FEC-4760-AAEA-EF85F3F0CD22}" destId="{F66E5C8E-CEAB-4128-AE7D-3FEB3DF3260E}" srcOrd="0" destOrd="0" presId="urn:microsoft.com/office/officeart/2005/8/layout/orgChart1"/>
    <dgm:cxn modelId="{E7858F22-1E04-4F8F-A39E-DB6DD6DC2ABA}" type="presParOf" srcId="{F66E5C8E-CEAB-4128-AE7D-3FEB3DF3260E}" destId="{F0FC5C2C-ABE5-40C0-B9D1-1BAD09E0E116}" srcOrd="0" destOrd="0" presId="urn:microsoft.com/office/officeart/2005/8/layout/orgChart1"/>
    <dgm:cxn modelId="{0E775FD9-5FB2-434A-A56B-9C762618A93A}" type="presParOf" srcId="{F66E5C8E-CEAB-4128-AE7D-3FEB3DF3260E}" destId="{9D24883F-EEE4-49AB-8F91-837950FFF114}" srcOrd="1" destOrd="0" presId="urn:microsoft.com/office/officeart/2005/8/layout/orgChart1"/>
    <dgm:cxn modelId="{C17A2F99-1DAE-4978-AC3F-4283D5FA11D8}" type="presParOf" srcId="{1808E6EF-5FEC-4760-AAEA-EF85F3F0CD22}" destId="{A05D8127-7084-4B30-903A-B9742C8BB226}" srcOrd="1" destOrd="0" presId="urn:microsoft.com/office/officeart/2005/8/layout/orgChart1"/>
    <dgm:cxn modelId="{2D91430D-24A9-4F55-B30A-B797F1FD91E9}" type="presParOf" srcId="{1808E6EF-5FEC-4760-AAEA-EF85F3F0CD22}" destId="{B3806690-80CF-4A60-92F0-FB33663B2F30}" srcOrd="2" destOrd="0" presId="urn:microsoft.com/office/officeart/2005/8/layout/orgChart1"/>
    <dgm:cxn modelId="{AB51B2BC-6503-4779-98B3-3A8A7FBEFCB4}" type="presParOf" srcId="{9B35BFBC-FC40-4AC9-B012-9AB06CDBF3F8}" destId="{F9550D3A-2D7D-4D9D-A238-AB2B40139F21}" srcOrd="2" destOrd="0" presId="urn:microsoft.com/office/officeart/2005/8/layout/orgChart1"/>
    <dgm:cxn modelId="{163BE1D2-8200-4488-A9F0-F18609A0E43D}" type="presParOf" srcId="{6CBCFE4B-9561-4672-920E-BC123C4C7A2F}" destId="{D1AF2CB4-C2C3-4F82-A6DB-D6DE8BC062E4}" srcOrd="10" destOrd="0" presId="urn:microsoft.com/office/officeart/2005/8/layout/orgChart1"/>
    <dgm:cxn modelId="{8180A6E2-6B80-4AC6-8103-F07D152DF2A0}" type="presParOf" srcId="{6CBCFE4B-9561-4672-920E-BC123C4C7A2F}" destId="{F20CFABE-6E6C-40CC-B931-22AFC28E0616}" srcOrd="11" destOrd="0" presId="urn:microsoft.com/office/officeart/2005/8/layout/orgChart1"/>
    <dgm:cxn modelId="{B6437C06-BFAB-4240-B561-D9EDE019DE00}" type="presParOf" srcId="{F20CFABE-6E6C-40CC-B931-22AFC28E0616}" destId="{E1251C0B-7CD9-4D23-A815-D18CCD248ED1}" srcOrd="0" destOrd="0" presId="urn:microsoft.com/office/officeart/2005/8/layout/orgChart1"/>
    <dgm:cxn modelId="{4A963B2D-CE9C-4A49-9F6B-8A5E6B6AA1A6}" type="presParOf" srcId="{E1251C0B-7CD9-4D23-A815-D18CCD248ED1}" destId="{8356BCBB-C1AF-4307-8A68-B7900C2ED7CC}" srcOrd="0" destOrd="0" presId="urn:microsoft.com/office/officeart/2005/8/layout/orgChart1"/>
    <dgm:cxn modelId="{49A2AC7B-66B5-4CAB-B726-A2DF669D8EBF}" type="presParOf" srcId="{E1251C0B-7CD9-4D23-A815-D18CCD248ED1}" destId="{F2B7BA81-ED48-469C-9DBD-941F5AEE8B1D}" srcOrd="1" destOrd="0" presId="urn:microsoft.com/office/officeart/2005/8/layout/orgChart1"/>
    <dgm:cxn modelId="{15E38FB6-03CE-4196-8C95-A1C9CB3B47D6}" type="presParOf" srcId="{F20CFABE-6E6C-40CC-B931-22AFC28E0616}" destId="{D4025874-F285-46A6-AC1F-8CFB99016562}" srcOrd="1" destOrd="0" presId="urn:microsoft.com/office/officeart/2005/8/layout/orgChart1"/>
    <dgm:cxn modelId="{A7781F92-92F6-4FC2-8A42-4C9ECB00EB9E}" type="presParOf" srcId="{D4025874-F285-46A6-AC1F-8CFB99016562}" destId="{8FBDAD66-0592-4838-96FE-6CAC80D15972}" srcOrd="0" destOrd="0" presId="urn:microsoft.com/office/officeart/2005/8/layout/orgChart1"/>
    <dgm:cxn modelId="{DA4DCCFF-F2A8-4609-962A-62D52FA8719C}" type="presParOf" srcId="{D4025874-F285-46A6-AC1F-8CFB99016562}" destId="{832A8E22-D91B-414B-A003-C066709D59B5}" srcOrd="1" destOrd="0" presId="urn:microsoft.com/office/officeart/2005/8/layout/orgChart1"/>
    <dgm:cxn modelId="{C7213C6E-C7D4-44A7-A613-BE54D1AAF205}" type="presParOf" srcId="{832A8E22-D91B-414B-A003-C066709D59B5}" destId="{AE91E84A-C523-4DA6-AFB5-E75F381D349E}" srcOrd="0" destOrd="0" presId="urn:microsoft.com/office/officeart/2005/8/layout/orgChart1"/>
    <dgm:cxn modelId="{93069513-E5D0-43E2-8F8A-782C60D7E877}" type="presParOf" srcId="{AE91E84A-C523-4DA6-AFB5-E75F381D349E}" destId="{334F00D2-A058-46CF-9AA1-5F9E1D73BDBB}" srcOrd="0" destOrd="0" presId="urn:microsoft.com/office/officeart/2005/8/layout/orgChart1"/>
    <dgm:cxn modelId="{1070A31E-123B-4A51-BADC-42A01B46E64D}" type="presParOf" srcId="{AE91E84A-C523-4DA6-AFB5-E75F381D349E}" destId="{9297540D-B5A8-49C1-AEA3-3071D31C5BDB}" srcOrd="1" destOrd="0" presId="urn:microsoft.com/office/officeart/2005/8/layout/orgChart1"/>
    <dgm:cxn modelId="{835AF54E-55C6-48B2-BA4E-4B219820D189}" type="presParOf" srcId="{832A8E22-D91B-414B-A003-C066709D59B5}" destId="{49277A78-FDC1-4C57-B93D-5518B7A71D26}" srcOrd="1" destOrd="0" presId="urn:microsoft.com/office/officeart/2005/8/layout/orgChart1"/>
    <dgm:cxn modelId="{0028A178-B0B5-43EB-A9B2-87EFD311675E}" type="presParOf" srcId="{832A8E22-D91B-414B-A003-C066709D59B5}" destId="{81BF4BEE-2E47-49A2-941C-151A4C7B17F2}" srcOrd="2" destOrd="0" presId="urn:microsoft.com/office/officeart/2005/8/layout/orgChart1"/>
    <dgm:cxn modelId="{BAF37B28-0D21-43B4-8FF0-C7D0D25844EB}" type="presParOf" srcId="{D4025874-F285-46A6-AC1F-8CFB99016562}" destId="{18D260B3-5A87-44D0-AF1E-0CFD995C5CE0}" srcOrd="2" destOrd="0" presId="urn:microsoft.com/office/officeart/2005/8/layout/orgChart1"/>
    <dgm:cxn modelId="{839AA9C4-BCC6-490E-AEE5-66542695F567}" type="presParOf" srcId="{D4025874-F285-46A6-AC1F-8CFB99016562}" destId="{B638D7DB-FC6F-4A09-B6FB-7C920A83D388}" srcOrd="3" destOrd="0" presId="urn:microsoft.com/office/officeart/2005/8/layout/orgChart1"/>
    <dgm:cxn modelId="{CB1D813D-EB04-45CB-AAB1-FE49F6411DC6}" type="presParOf" srcId="{B638D7DB-FC6F-4A09-B6FB-7C920A83D388}" destId="{A31AB5C4-3B25-4D28-AB23-3E77A0ABE33A}" srcOrd="0" destOrd="0" presId="urn:microsoft.com/office/officeart/2005/8/layout/orgChart1"/>
    <dgm:cxn modelId="{7BB548F1-910F-43C4-9522-8041023D21B0}" type="presParOf" srcId="{A31AB5C4-3B25-4D28-AB23-3E77A0ABE33A}" destId="{69BC7151-B4BA-44DE-89D5-455BF2EA75C2}" srcOrd="0" destOrd="0" presId="urn:microsoft.com/office/officeart/2005/8/layout/orgChart1"/>
    <dgm:cxn modelId="{8C1FE079-82BB-44E6-BAB8-CE227D161DAB}" type="presParOf" srcId="{A31AB5C4-3B25-4D28-AB23-3E77A0ABE33A}" destId="{412142D5-F388-4FB3-8C90-562A30AA5307}" srcOrd="1" destOrd="0" presId="urn:microsoft.com/office/officeart/2005/8/layout/orgChart1"/>
    <dgm:cxn modelId="{53525F64-096C-4FF6-9C0B-313C71DF4EDD}" type="presParOf" srcId="{B638D7DB-FC6F-4A09-B6FB-7C920A83D388}" destId="{CABC6684-3137-4660-89B6-7605E58D05F4}" srcOrd="1" destOrd="0" presId="urn:microsoft.com/office/officeart/2005/8/layout/orgChart1"/>
    <dgm:cxn modelId="{7F689354-891D-481E-9ADA-EED09778FD4C}" type="presParOf" srcId="{B638D7DB-FC6F-4A09-B6FB-7C920A83D388}" destId="{E6367261-5019-4991-8476-123C1C6705C7}" srcOrd="2" destOrd="0" presId="urn:microsoft.com/office/officeart/2005/8/layout/orgChart1"/>
    <dgm:cxn modelId="{B662E323-D320-483E-B802-90FC3AC8D296}" type="presParOf" srcId="{F20CFABE-6E6C-40CC-B931-22AFC28E0616}" destId="{51579F9A-E33A-4C68-B8D3-89348798EE4E}" srcOrd="2" destOrd="0" presId="urn:microsoft.com/office/officeart/2005/8/layout/orgChart1"/>
    <dgm:cxn modelId="{0F0C8808-4D94-46BF-BD57-0385C556C544}" type="presParOf" srcId="{6CBCFE4B-9561-4672-920E-BC123C4C7A2F}" destId="{E12C5CFD-F76A-4EAD-AAB6-D94C98B87CA9}" srcOrd="12" destOrd="0" presId="urn:microsoft.com/office/officeart/2005/8/layout/orgChart1"/>
    <dgm:cxn modelId="{81671899-D655-4231-81C0-43033AFCDEBC}" type="presParOf" srcId="{6CBCFE4B-9561-4672-920E-BC123C4C7A2F}" destId="{206B5DAD-05CB-4E4D-8162-64049778475F}" srcOrd="13" destOrd="0" presId="urn:microsoft.com/office/officeart/2005/8/layout/orgChart1"/>
    <dgm:cxn modelId="{586D7380-BC98-4AAD-A3E7-0FFE4C55E0F0}" type="presParOf" srcId="{206B5DAD-05CB-4E4D-8162-64049778475F}" destId="{0026D2B6-EED0-4743-BE28-F281939BDEFC}" srcOrd="0" destOrd="0" presId="urn:microsoft.com/office/officeart/2005/8/layout/orgChart1"/>
    <dgm:cxn modelId="{4C6DFD04-8319-4AD5-8675-0D04F0B60CAD}" type="presParOf" srcId="{0026D2B6-EED0-4743-BE28-F281939BDEFC}" destId="{93869A4A-6619-47F4-8C86-8E59D192822A}" srcOrd="0" destOrd="0" presId="urn:microsoft.com/office/officeart/2005/8/layout/orgChart1"/>
    <dgm:cxn modelId="{269DFD09-CFBF-476B-BF50-8C10CF14445C}" type="presParOf" srcId="{0026D2B6-EED0-4743-BE28-F281939BDEFC}" destId="{52117A91-6AB2-4D35-B584-4A9C58FA2EFB}" srcOrd="1" destOrd="0" presId="urn:microsoft.com/office/officeart/2005/8/layout/orgChart1"/>
    <dgm:cxn modelId="{0C2BC5F3-EBDC-4D63-B910-0EDF73D3E6FC}" type="presParOf" srcId="{206B5DAD-05CB-4E4D-8162-64049778475F}" destId="{2CBC679D-EEC6-447B-8C26-AFC563E0BAE7}" srcOrd="1" destOrd="0" presId="urn:microsoft.com/office/officeart/2005/8/layout/orgChart1"/>
    <dgm:cxn modelId="{67208897-4BE9-494B-9404-F00910C3D66C}" type="presParOf" srcId="{2CBC679D-EEC6-447B-8C26-AFC563E0BAE7}" destId="{4E49C03B-D691-4143-A10D-83F641A35029}" srcOrd="0" destOrd="0" presId="urn:microsoft.com/office/officeart/2005/8/layout/orgChart1"/>
    <dgm:cxn modelId="{4E1D6430-3DBC-4EC7-A6B3-DE4D7865484B}" type="presParOf" srcId="{2CBC679D-EEC6-447B-8C26-AFC563E0BAE7}" destId="{6CF29BB1-0642-4565-9FC1-74E02ED6B47B}" srcOrd="1" destOrd="0" presId="urn:microsoft.com/office/officeart/2005/8/layout/orgChart1"/>
    <dgm:cxn modelId="{173E8A99-93FB-4414-B56A-2C0B46B07E29}" type="presParOf" srcId="{6CF29BB1-0642-4565-9FC1-74E02ED6B47B}" destId="{910CEB04-C2D7-4074-A293-B009ECDCD7CC}" srcOrd="0" destOrd="0" presId="urn:microsoft.com/office/officeart/2005/8/layout/orgChart1"/>
    <dgm:cxn modelId="{E4F4B4A0-725A-4409-9DC6-69786D06E91E}" type="presParOf" srcId="{910CEB04-C2D7-4074-A293-B009ECDCD7CC}" destId="{5FB3F9C8-AC9D-48E5-AB30-EFA4A10A48CB}" srcOrd="0" destOrd="0" presId="urn:microsoft.com/office/officeart/2005/8/layout/orgChart1"/>
    <dgm:cxn modelId="{8A7E7C30-4F60-42E3-AE5A-699381D96041}" type="presParOf" srcId="{910CEB04-C2D7-4074-A293-B009ECDCD7CC}" destId="{74D12D76-C3A9-4D51-896F-BC4B6128E69F}" srcOrd="1" destOrd="0" presId="urn:microsoft.com/office/officeart/2005/8/layout/orgChart1"/>
    <dgm:cxn modelId="{C7E8B34D-275C-4711-9D56-ACD6E849F815}" type="presParOf" srcId="{6CF29BB1-0642-4565-9FC1-74E02ED6B47B}" destId="{C1AB4A0F-3D10-455C-A33B-0496CB342C60}" srcOrd="1" destOrd="0" presId="urn:microsoft.com/office/officeart/2005/8/layout/orgChart1"/>
    <dgm:cxn modelId="{C4963C81-404E-463C-8D20-18A1E21CC9CD}" type="presParOf" srcId="{6CF29BB1-0642-4565-9FC1-74E02ED6B47B}" destId="{BDFA628C-8D13-4C98-A0DE-58FF2E5BD768}" srcOrd="2" destOrd="0" presId="urn:microsoft.com/office/officeart/2005/8/layout/orgChart1"/>
    <dgm:cxn modelId="{544129DD-3E1D-4A47-8F5C-95BF9B564418}" type="presParOf" srcId="{2CBC679D-EEC6-447B-8C26-AFC563E0BAE7}" destId="{98156DA5-AFDF-4705-AD9E-D154BDBA4F06}" srcOrd="2" destOrd="0" presId="urn:microsoft.com/office/officeart/2005/8/layout/orgChart1"/>
    <dgm:cxn modelId="{787974D7-54D0-4F0E-A5BE-07535FAAACC4}" type="presParOf" srcId="{2CBC679D-EEC6-447B-8C26-AFC563E0BAE7}" destId="{F46D6C3A-7887-4FCD-A33B-CDB9A2308E52}" srcOrd="3" destOrd="0" presId="urn:microsoft.com/office/officeart/2005/8/layout/orgChart1"/>
    <dgm:cxn modelId="{2EED26BF-8566-4215-BAE3-ADFE69673FAF}" type="presParOf" srcId="{F46D6C3A-7887-4FCD-A33B-CDB9A2308E52}" destId="{80CF21B7-6994-4585-B96E-B7505CE9C96D}" srcOrd="0" destOrd="0" presId="urn:microsoft.com/office/officeart/2005/8/layout/orgChart1"/>
    <dgm:cxn modelId="{CF24073F-4FD8-4CEB-9B7D-0AF376D9945C}" type="presParOf" srcId="{80CF21B7-6994-4585-B96E-B7505CE9C96D}" destId="{8CE32DAF-6DD3-4728-978B-959A22595F45}" srcOrd="0" destOrd="0" presId="urn:microsoft.com/office/officeart/2005/8/layout/orgChart1"/>
    <dgm:cxn modelId="{FD833379-9DC5-4DF2-90ED-C522538F5BAB}" type="presParOf" srcId="{80CF21B7-6994-4585-B96E-B7505CE9C96D}" destId="{68263E7E-C664-4225-B1C3-82A49C5A5EBB}" srcOrd="1" destOrd="0" presId="urn:microsoft.com/office/officeart/2005/8/layout/orgChart1"/>
    <dgm:cxn modelId="{64FCC19B-9402-4219-9B00-4CC0EB706D05}" type="presParOf" srcId="{F46D6C3A-7887-4FCD-A33B-CDB9A2308E52}" destId="{5D9027A7-EBB7-47C1-8131-046FF2C8D84B}" srcOrd="1" destOrd="0" presId="urn:microsoft.com/office/officeart/2005/8/layout/orgChart1"/>
    <dgm:cxn modelId="{00707C37-8DB3-4352-BCA7-304F496A047B}" type="presParOf" srcId="{F46D6C3A-7887-4FCD-A33B-CDB9A2308E52}" destId="{0C663795-AA3C-4DDC-88C0-5CFE51575A16}" srcOrd="2" destOrd="0" presId="urn:microsoft.com/office/officeart/2005/8/layout/orgChart1"/>
    <dgm:cxn modelId="{76DA29E5-152B-4FC1-BA4D-7BF4DB119987}" type="presParOf" srcId="{206B5DAD-05CB-4E4D-8162-64049778475F}" destId="{7001E2D7-5387-4A63-871A-B963AF3E8DC2}" srcOrd="2" destOrd="0" presId="urn:microsoft.com/office/officeart/2005/8/layout/orgChart1"/>
    <dgm:cxn modelId="{1142A1D3-5D09-49CA-A48C-1895B73BCCC0}" type="presParOf" srcId="{6CBCFE4B-9561-4672-920E-BC123C4C7A2F}" destId="{9D1910B8-7E41-4630-819C-0C94212CCA94}" srcOrd="14" destOrd="0" presId="urn:microsoft.com/office/officeart/2005/8/layout/orgChart1"/>
    <dgm:cxn modelId="{02BA5EC5-F270-4CC6-977F-79A724CDE3A5}" type="presParOf" srcId="{6CBCFE4B-9561-4672-920E-BC123C4C7A2F}" destId="{F8D55542-174F-410E-BDA0-4ACEA68A86C5}" srcOrd="15" destOrd="0" presId="urn:microsoft.com/office/officeart/2005/8/layout/orgChart1"/>
    <dgm:cxn modelId="{5C2956F3-4184-45D2-A5AF-3E7A742DDB2D}" type="presParOf" srcId="{F8D55542-174F-410E-BDA0-4ACEA68A86C5}" destId="{6A04DB69-E233-4F7B-9A79-D4B80C9D34A0}" srcOrd="0" destOrd="0" presId="urn:microsoft.com/office/officeart/2005/8/layout/orgChart1"/>
    <dgm:cxn modelId="{5CCDAA8F-3A92-4487-9485-7960A53D87F9}" type="presParOf" srcId="{6A04DB69-E233-4F7B-9A79-D4B80C9D34A0}" destId="{AB9215D7-CA1A-46F0-AC54-2AA5E2450D19}" srcOrd="0" destOrd="0" presId="urn:microsoft.com/office/officeart/2005/8/layout/orgChart1"/>
    <dgm:cxn modelId="{5208B86D-B9CD-4191-965E-C0D47ABB70BA}" type="presParOf" srcId="{6A04DB69-E233-4F7B-9A79-D4B80C9D34A0}" destId="{657F9BBC-C51E-4593-B2F3-A2187A13801A}" srcOrd="1" destOrd="0" presId="urn:microsoft.com/office/officeart/2005/8/layout/orgChart1"/>
    <dgm:cxn modelId="{AA77F76F-85F2-474A-B847-A6DED7AD41A7}" type="presParOf" srcId="{F8D55542-174F-410E-BDA0-4ACEA68A86C5}" destId="{1AC5F953-4F70-444C-A3FA-462D32EF5F53}" srcOrd="1" destOrd="0" presId="urn:microsoft.com/office/officeart/2005/8/layout/orgChart1"/>
    <dgm:cxn modelId="{931E28CD-1420-4623-9FEC-8ADEDA1C7F29}" type="presParOf" srcId="{F8D55542-174F-410E-BDA0-4ACEA68A86C5}" destId="{E082C575-35E1-4408-87D7-6732A9DCB844}" srcOrd="2" destOrd="0" presId="urn:microsoft.com/office/officeart/2005/8/layout/orgChart1"/>
    <dgm:cxn modelId="{76933E06-7BEC-4551-B5E4-A60765EB8234}" type="presParOf" srcId="{48810139-B7CE-4579-B789-EB6EFB568155}" destId="{6D0055A8-4940-427D-A9C2-0D3498F024D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0273161-ACF6-4ED9-8655-D5E2D6CC7842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70BFEA84-36B9-4057-8C28-7841025A2ECB}">
      <dgm:prSet phldrT="[Text]" custT="1"/>
      <dgm:spPr/>
      <dgm:t>
        <a:bodyPr/>
        <a:lstStyle/>
        <a:p>
          <a:r>
            <a:rPr lang="de-DE" sz="1100" dirty="0" err="1">
              <a:solidFill>
                <a:srgbClr val="FF0000"/>
              </a:solidFill>
            </a:rPr>
            <a:t>UndefinedAnd</a:t>
          </a:r>
          <a:br>
            <a:rPr lang="de-DE" sz="1100" dirty="0">
              <a:solidFill>
                <a:srgbClr val="FF0000"/>
              </a:solidFill>
            </a:rPr>
          </a:br>
          <a:r>
            <a:rPr lang="de-DE" sz="1100" dirty="0">
              <a:solidFill>
                <a:srgbClr val="FF0000"/>
              </a:solidFill>
            </a:rPr>
            <a:t>MixedMaterials1</a:t>
          </a:r>
        </a:p>
      </dgm:t>
    </dgm:pt>
    <dgm:pt modelId="{5B47302D-53C7-42C9-BBAA-21A2F6E16825}" type="parTrans" cxnId="{8EB40B8D-4D3E-4680-8E1C-2C373FCEB149}">
      <dgm:prSet/>
      <dgm:spPr/>
      <dgm:t>
        <a:bodyPr/>
        <a:lstStyle/>
        <a:p>
          <a:endParaRPr lang="de-DE"/>
        </a:p>
      </dgm:t>
    </dgm:pt>
    <dgm:pt modelId="{EC6D8A73-8EBF-41C5-9EA4-C26435265B22}" type="sibTrans" cxnId="{8EB40B8D-4D3E-4680-8E1C-2C373FCEB149}">
      <dgm:prSet/>
      <dgm:spPr/>
      <dgm:t>
        <a:bodyPr/>
        <a:lstStyle/>
        <a:p>
          <a:endParaRPr lang="de-DE"/>
        </a:p>
      </dgm:t>
    </dgm:pt>
    <dgm:pt modelId="{55246342-6F72-4EDB-B6D7-D853950FA2EA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err="1"/>
            <a:t>plasticComposites</a:t>
          </a:r>
          <a:endParaRPr lang="de-DE" sz="1100"/>
        </a:p>
      </dgm:t>
    </dgm:pt>
    <dgm:pt modelId="{37516A2E-E5DB-4949-BADE-0DB84A0CA5E5}" type="parTrans" cxnId="{BE86DB08-7F41-4397-8539-A4582BDCF514}">
      <dgm:prSet/>
      <dgm:spPr/>
      <dgm:t>
        <a:bodyPr/>
        <a:lstStyle/>
        <a:p>
          <a:endParaRPr lang="de-DE" sz="1100"/>
        </a:p>
      </dgm:t>
    </dgm:pt>
    <dgm:pt modelId="{D166F4F1-842D-4F09-B221-573273757B02}" type="sibTrans" cxnId="{BE86DB08-7F41-4397-8539-A4582BDCF514}">
      <dgm:prSet/>
      <dgm:spPr/>
      <dgm:t>
        <a:bodyPr/>
        <a:lstStyle/>
        <a:p>
          <a:endParaRPr lang="de-DE"/>
        </a:p>
      </dgm:t>
    </dgm:pt>
    <dgm:pt modelId="{DA422F72-0B0A-4EA0-A3D4-B0312D580DE7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err="1"/>
            <a:t>ceramicComposites</a:t>
          </a:r>
          <a:endParaRPr lang="de-DE" sz="1100"/>
        </a:p>
      </dgm:t>
    </dgm:pt>
    <dgm:pt modelId="{A7D7EB34-134E-4062-8D06-6718CC39E56F}" type="parTrans" cxnId="{5C6AA796-9DAB-4521-B54E-352AFB98318D}">
      <dgm:prSet/>
      <dgm:spPr/>
      <dgm:t>
        <a:bodyPr/>
        <a:lstStyle/>
        <a:p>
          <a:endParaRPr lang="de-DE" sz="1100"/>
        </a:p>
      </dgm:t>
    </dgm:pt>
    <dgm:pt modelId="{692B9225-8123-424A-93B5-09F523D5E575}" type="sibTrans" cxnId="{5C6AA796-9DAB-4521-B54E-352AFB98318D}">
      <dgm:prSet/>
      <dgm:spPr/>
      <dgm:t>
        <a:bodyPr/>
        <a:lstStyle/>
        <a:p>
          <a:endParaRPr lang="de-DE"/>
        </a:p>
      </dgm:t>
    </dgm:pt>
    <dgm:pt modelId="{E49E1BCA-0C77-41A1-8D57-E396098C6104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err="1"/>
            <a:t>metalComposites</a:t>
          </a:r>
          <a:endParaRPr lang="de-DE" sz="1100"/>
        </a:p>
      </dgm:t>
    </dgm:pt>
    <dgm:pt modelId="{A5F81DB2-24EF-4D92-80E7-3BDA5DAA3F0C}" type="sibTrans" cxnId="{35847709-9B6E-41F8-A7A6-6120283E585B}">
      <dgm:prSet/>
      <dgm:spPr/>
      <dgm:t>
        <a:bodyPr/>
        <a:lstStyle/>
        <a:p>
          <a:endParaRPr lang="de-DE"/>
        </a:p>
      </dgm:t>
    </dgm:pt>
    <dgm:pt modelId="{268C0F2D-6434-4B0E-9291-A0125B3E25CF}" type="parTrans" cxnId="{35847709-9B6E-41F8-A7A6-6120283E585B}">
      <dgm:prSet/>
      <dgm:spPr/>
      <dgm:t>
        <a:bodyPr/>
        <a:lstStyle/>
        <a:p>
          <a:endParaRPr lang="de-DE" sz="1100"/>
        </a:p>
      </dgm:t>
    </dgm:pt>
    <dgm:pt modelId="{49F13D28-FD19-4C2D-A370-2047610A6900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err="1"/>
            <a:t>otherComposites</a:t>
          </a:r>
          <a:endParaRPr lang="de-DE" sz="1100"/>
        </a:p>
      </dgm:t>
    </dgm:pt>
    <dgm:pt modelId="{6D857CA9-99BC-4C2C-AD24-EF06560953E0}" type="parTrans" cxnId="{02CE3E1B-4A2B-4004-B1D3-094F971A2912}">
      <dgm:prSet/>
      <dgm:spPr/>
      <dgm:t>
        <a:bodyPr/>
        <a:lstStyle/>
        <a:p>
          <a:endParaRPr lang="de-DE" sz="1100"/>
        </a:p>
      </dgm:t>
    </dgm:pt>
    <dgm:pt modelId="{0E96DFAB-6B54-451E-B586-1E1AAFCD770E}" type="sibTrans" cxnId="{02CE3E1B-4A2B-4004-B1D3-094F971A2912}">
      <dgm:prSet/>
      <dgm:spPr/>
      <dgm:t>
        <a:bodyPr/>
        <a:lstStyle/>
        <a:p>
          <a:endParaRPr lang="de-DE"/>
        </a:p>
      </dgm:t>
    </dgm:pt>
    <dgm:pt modelId="{018A337F-3EAF-443A-92CC-A121DA1ADB39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err="1"/>
            <a:t>aggregateBinder</a:t>
          </a:r>
          <a:br>
            <a:rPr lang="de-DE" sz="1100"/>
          </a:br>
          <a:r>
            <a:rPr lang="de-DE" sz="1100" err="1"/>
            <a:t>MixedMaterials</a:t>
          </a:r>
          <a:endParaRPr lang="de-DE" sz="1100"/>
        </a:p>
      </dgm:t>
    </dgm:pt>
    <dgm:pt modelId="{A49631C0-C6A5-4EA2-BC4C-A0B3C3098C80}" type="parTrans" cxnId="{12D92FB6-0BA8-4A8B-8C3F-21E151A8C9CB}">
      <dgm:prSet/>
      <dgm:spPr/>
      <dgm:t>
        <a:bodyPr/>
        <a:lstStyle/>
        <a:p>
          <a:endParaRPr lang="de-DE" sz="1100"/>
        </a:p>
      </dgm:t>
    </dgm:pt>
    <dgm:pt modelId="{30B8BB5B-7990-49F7-8756-30EC23C44B45}" type="sibTrans" cxnId="{12D92FB6-0BA8-4A8B-8C3F-21E151A8C9CB}">
      <dgm:prSet/>
      <dgm:spPr/>
      <dgm:t>
        <a:bodyPr/>
        <a:lstStyle/>
        <a:p>
          <a:endParaRPr lang="de-DE"/>
        </a:p>
      </dgm:t>
    </dgm:pt>
    <dgm:pt modelId="{E5DE9691-A930-4264-9880-E933874DA6B8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err="1"/>
            <a:t>composites</a:t>
          </a:r>
          <a:endParaRPr lang="de-DE" sz="1100"/>
        </a:p>
      </dgm:t>
    </dgm:pt>
    <dgm:pt modelId="{22F51D14-9C41-404C-89EF-EF95BE50C679}" type="parTrans" cxnId="{65FF3A29-5E0C-4BE7-B423-8EBB222EC791}">
      <dgm:prSet/>
      <dgm:spPr/>
      <dgm:t>
        <a:bodyPr/>
        <a:lstStyle/>
        <a:p>
          <a:endParaRPr lang="de-DE" sz="1100"/>
        </a:p>
      </dgm:t>
    </dgm:pt>
    <dgm:pt modelId="{A3840729-9C43-4C86-B049-6AFE720AA760}" type="sibTrans" cxnId="{65FF3A29-5E0C-4BE7-B423-8EBB222EC791}">
      <dgm:prSet/>
      <dgm:spPr/>
      <dgm:t>
        <a:bodyPr/>
        <a:lstStyle/>
        <a:p>
          <a:endParaRPr lang="de-DE"/>
        </a:p>
      </dgm:t>
    </dgm:pt>
    <dgm:pt modelId="{CD7D0A07-A919-4C37-9B27-3DF0CF1862FE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de-DE" sz="1100" err="1"/>
            <a:t>reinforced</a:t>
          </a:r>
          <a:br>
            <a:rPr lang="de-DE" sz="1100"/>
          </a:br>
          <a:r>
            <a:rPr lang="de-DE" sz="1100"/>
            <a:t>Materials</a:t>
          </a:r>
        </a:p>
      </dgm:t>
    </dgm:pt>
    <dgm:pt modelId="{B6ED8E94-C92A-48CD-B07A-DA05D2AB113C}" type="parTrans" cxnId="{2C0F9EDA-C74E-4403-9D15-4B31585F9C8B}">
      <dgm:prSet/>
      <dgm:spPr/>
      <dgm:t>
        <a:bodyPr/>
        <a:lstStyle/>
        <a:p>
          <a:endParaRPr lang="de-DE" sz="1100"/>
        </a:p>
      </dgm:t>
    </dgm:pt>
    <dgm:pt modelId="{A9902BCB-10B9-4F9C-BA8C-8EAB820FBAF2}" type="sibTrans" cxnId="{2C0F9EDA-C74E-4403-9D15-4B31585F9C8B}">
      <dgm:prSet/>
      <dgm:spPr/>
      <dgm:t>
        <a:bodyPr/>
        <a:lstStyle/>
        <a:p>
          <a:endParaRPr lang="de-DE"/>
        </a:p>
      </dgm:t>
    </dgm:pt>
    <dgm:pt modelId="{3B6E781E-A70D-47F8-B857-15C1E7C068B4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err="1"/>
            <a:t>reinforcedConcrete</a:t>
          </a:r>
          <a:endParaRPr lang="de-DE" sz="1100"/>
        </a:p>
      </dgm:t>
    </dgm:pt>
    <dgm:pt modelId="{FF491591-21C5-4EFB-BEF2-27444D33E9E8}" type="parTrans" cxnId="{4A90679A-DDD9-4D15-B8A1-682CB9EA5B33}">
      <dgm:prSet/>
      <dgm:spPr/>
      <dgm:t>
        <a:bodyPr/>
        <a:lstStyle/>
        <a:p>
          <a:endParaRPr lang="de-DE" sz="1100"/>
        </a:p>
      </dgm:t>
    </dgm:pt>
    <dgm:pt modelId="{19666F51-FE6B-451A-ABD0-61037E04ECC4}" type="sibTrans" cxnId="{4A90679A-DDD9-4D15-B8A1-682CB9EA5B33}">
      <dgm:prSet/>
      <dgm:spPr/>
      <dgm:t>
        <a:bodyPr/>
        <a:lstStyle/>
        <a:p>
          <a:endParaRPr lang="de-DE"/>
        </a:p>
      </dgm:t>
    </dgm:pt>
    <dgm:pt modelId="{AC2003F7-5261-432A-8610-64F5400D1B21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err="1"/>
            <a:t>reinforcedPlastics</a:t>
          </a:r>
          <a:endParaRPr lang="de-DE" sz="1100"/>
        </a:p>
      </dgm:t>
    </dgm:pt>
    <dgm:pt modelId="{1A912EC3-2900-412F-A1C5-51679DAC295D}" type="parTrans" cxnId="{8E024D74-8E7F-4CE7-9E5C-EFF679ECDEDA}">
      <dgm:prSet/>
      <dgm:spPr/>
      <dgm:t>
        <a:bodyPr/>
        <a:lstStyle/>
        <a:p>
          <a:endParaRPr lang="de-DE" sz="1100"/>
        </a:p>
      </dgm:t>
    </dgm:pt>
    <dgm:pt modelId="{18F74DF5-7A84-4809-90BB-CFC208C7D4ED}" type="sibTrans" cxnId="{8E024D74-8E7F-4CE7-9E5C-EFF679ECDEDA}">
      <dgm:prSet/>
      <dgm:spPr/>
      <dgm:t>
        <a:bodyPr/>
        <a:lstStyle/>
        <a:p>
          <a:endParaRPr lang="de-DE"/>
        </a:p>
      </dgm:t>
    </dgm:pt>
    <dgm:pt modelId="{591F41F9-A2DD-4725-9EB8-C9727AA4338D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err="1"/>
            <a:t>concrete</a:t>
          </a:r>
          <a:endParaRPr lang="de-DE" sz="1100"/>
        </a:p>
      </dgm:t>
    </dgm:pt>
    <dgm:pt modelId="{63678A63-E6A7-4F04-8131-E3E86C212A3E}" type="parTrans" cxnId="{2E54809F-9F1F-4756-9F4F-04893D29F7FB}">
      <dgm:prSet/>
      <dgm:spPr/>
      <dgm:t>
        <a:bodyPr/>
        <a:lstStyle/>
        <a:p>
          <a:endParaRPr lang="de-DE" sz="1100"/>
        </a:p>
      </dgm:t>
    </dgm:pt>
    <dgm:pt modelId="{670999D6-CDCE-4238-B9EA-D6F17B09A5A6}" type="sibTrans" cxnId="{2E54809F-9F1F-4756-9F4F-04893D29F7FB}">
      <dgm:prSet/>
      <dgm:spPr/>
      <dgm:t>
        <a:bodyPr/>
        <a:lstStyle/>
        <a:p>
          <a:endParaRPr lang="de-DE"/>
        </a:p>
      </dgm:t>
    </dgm:pt>
    <dgm:pt modelId="{417E1552-2B02-4F56-AB07-B50365D4807F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err="1"/>
            <a:t>asphalt</a:t>
          </a:r>
          <a:endParaRPr lang="de-DE" sz="1100"/>
        </a:p>
      </dgm:t>
    </dgm:pt>
    <dgm:pt modelId="{CB0F474F-691D-4AF4-94CF-34C4FC7A3728}" type="parTrans" cxnId="{6BAFD319-4F3C-4FE5-8040-6C8568810BAF}">
      <dgm:prSet/>
      <dgm:spPr/>
      <dgm:t>
        <a:bodyPr/>
        <a:lstStyle/>
        <a:p>
          <a:endParaRPr lang="de-DE" sz="1100"/>
        </a:p>
      </dgm:t>
    </dgm:pt>
    <dgm:pt modelId="{55525BB3-C6E6-4F75-9D2C-5AC64D223B7A}" type="sibTrans" cxnId="{6BAFD319-4F3C-4FE5-8040-6C8568810BAF}">
      <dgm:prSet/>
      <dgm:spPr/>
      <dgm:t>
        <a:bodyPr/>
        <a:lstStyle/>
        <a:p>
          <a:endParaRPr lang="de-DE"/>
        </a:p>
      </dgm:t>
    </dgm:pt>
    <dgm:pt modelId="{83B7CB03-7412-4C95-A812-7E671B27199A}">
      <dgm:prSet phldrT="[Text]" custT="1"/>
      <dgm:spPr>
        <a:solidFill>
          <a:srgbClr val="000066">
            <a:lumMod val="75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6985" tIns="6985" rIns="6985" bIns="6985" numCol="1" spcCol="1270" anchor="ctr" anchorCtr="0"/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otherOrUndefined</a:t>
          </a:r>
          <a:br>
            <a:rPr lang="de-DE" sz="11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</a:br>
          <a:r>
            <a:rPr lang="de-DE" sz="11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Materials2</a:t>
          </a:r>
        </a:p>
      </dgm:t>
    </dgm:pt>
    <dgm:pt modelId="{B75E8536-FD76-458A-949E-404A602B52C2}" type="parTrans" cxnId="{393D0DBB-3F54-4006-A98C-E878D6FB3FD9}">
      <dgm:prSet/>
      <dgm:spPr/>
      <dgm:t>
        <a:bodyPr/>
        <a:lstStyle/>
        <a:p>
          <a:endParaRPr lang="de-DE"/>
        </a:p>
      </dgm:t>
    </dgm:pt>
    <dgm:pt modelId="{142A012F-34B9-4326-878B-C6C2ACD732BC}" type="sibTrans" cxnId="{393D0DBB-3F54-4006-A98C-E878D6FB3FD9}">
      <dgm:prSet/>
      <dgm:spPr/>
      <dgm:t>
        <a:bodyPr/>
        <a:lstStyle/>
        <a:p>
          <a:endParaRPr lang="de-DE"/>
        </a:p>
      </dgm:t>
    </dgm:pt>
    <dgm:pt modelId="{7B8F02C1-0B51-4F51-99C2-B2E82147B16C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de-DE" sz="1100" dirty="0" err="1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otherOrUndefined</a:t>
          </a:r>
          <a:br>
            <a:rPr lang="de-DE" sz="11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</a:br>
          <a:r>
            <a:rPr lang="de-DE" sz="11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Materials3</a:t>
          </a:r>
          <a:endParaRPr lang="de-DE" sz="1100" dirty="0">
            <a:solidFill>
              <a:srgbClr val="FF0000"/>
            </a:solidFill>
          </a:endParaRPr>
        </a:p>
      </dgm:t>
    </dgm:pt>
    <dgm:pt modelId="{98BAD833-EEF0-45EC-933D-8540205D2EF0}" type="parTrans" cxnId="{20382AB8-5EB5-4F5D-A207-554C984BCB21}">
      <dgm:prSet/>
      <dgm:spPr/>
      <dgm:t>
        <a:bodyPr/>
        <a:lstStyle/>
        <a:p>
          <a:endParaRPr lang="de-DE"/>
        </a:p>
      </dgm:t>
    </dgm:pt>
    <dgm:pt modelId="{11FD98A8-DE01-41F5-A1F5-3A2196D49A7E}" type="sibTrans" cxnId="{20382AB8-5EB5-4F5D-A207-554C984BCB21}">
      <dgm:prSet/>
      <dgm:spPr/>
      <dgm:t>
        <a:bodyPr/>
        <a:lstStyle/>
        <a:p>
          <a:endParaRPr lang="de-DE"/>
        </a:p>
      </dgm:t>
    </dgm:pt>
    <dgm:pt modelId="{BC6918A3-74E2-466E-894B-951F5D78EF79}" type="pres">
      <dgm:prSet presAssocID="{F0273161-ACF6-4ED9-8655-D5E2D6CC784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C2AD447-576A-4132-9E5A-822F121FBDD8}" type="pres">
      <dgm:prSet presAssocID="{70BFEA84-36B9-4057-8C28-7841025A2ECB}" presName="hierRoot1" presStyleCnt="0">
        <dgm:presLayoutVars>
          <dgm:hierBranch val="init"/>
        </dgm:presLayoutVars>
      </dgm:prSet>
      <dgm:spPr/>
    </dgm:pt>
    <dgm:pt modelId="{507673AD-CD90-4637-81A1-19F6ED6C8BD5}" type="pres">
      <dgm:prSet presAssocID="{70BFEA84-36B9-4057-8C28-7841025A2ECB}" presName="rootComposite1" presStyleCnt="0"/>
      <dgm:spPr/>
    </dgm:pt>
    <dgm:pt modelId="{974823DD-EBC6-413B-8B36-1313AAD769CA}" type="pres">
      <dgm:prSet presAssocID="{70BFEA84-36B9-4057-8C28-7841025A2ECB}" presName="rootText1" presStyleLbl="node0" presStyleIdx="0" presStyleCnt="1">
        <dgm:presLayoutVars>
          <dgm:chPref val="3"/>
        </dgm:presLayoutVars>
      </dgm:prSet>
      <dgm:spPr/>
    </dgm:pt>
    <dgm:pt modelId="{0F8629BF-F262-4F7A-8AEB-B54A222DE137}" type="pres">
      <dgm:prSet presAssocID="{70BFEA84-36B9-4057-8C28-7841025A2ECB}" presName="rootConnector1" presStyleLbl="node1" presStyleIdx="0" presStyleCnt="0"/>
      <dgm:spPr/>
    </dgm:pt>
    <dgm:pt modelId="{340CBF40-176E-43A4-A0FC-EAC33F6C363A}" type="pres">
      <dgm:prSet presAssocID="{70BFEA84-36B9-4057-8C28-7841025A2ECB}" presName="hierChild2" presStyleCnt="0"/>
      <dgm:spPr/>
    </dgm:pt>
    <dgm:pt modelId="{DFA46F2B-7CB1-4132-A64B-66B9527147F4}" type="pres">
      <dgm:prSet presAssocID="{22F51D14-9C41-404C-89EF-EF95BE50C679}" presName="Name37" presStyleLbl="parChTrans1D2" presStyleIdx="0" presStyleCnt="4"/>
      <dgm:spPr/>
    </dgm:pt>
    <dgm:pt modelId="{8D8F3D85-34A9-42E1-94D7-3EF236F2F6D3}" type="pres">
      <dgm:prSet presAssocID="{E5DE9691-A930-4264-9880-E933874DA6B8}" presName="hierRoot2" presStyleCnt="0">
        <dgm:presLayoutVars>
          <dgm:hierBranch val="r"/>
        </dgm:presLayoutVars>
      </dgm:prSet>
      <dgm:spPr/>
    </dgm:pt>
    <dgm:pt modelId="{61D6C4C6-5DA6-484C-8250-48DA75231D29}" type="pres">
      <dgm:prSet presAssocID="{E5DE9691-A930-4264-9880-E933874DA6B8}" presName="rootComposite" presStyleCnt="0"/>
      <dgm:spPr/>
    </dgm:pt>
    <dgm:pt modelId="{B0D49812-71F6-4AAB-B2ED-5CE749A383D8}" type="pres">
      <dgm:prSet presAssocID="{E5DE9691-A930-4264-9880-E933874DA6B8}" presName="rootText" presStyleLbl="node2" presStyleIdx="0" presStyleCnt="4">
        <dgm:presLayoutVars>
          <dgm:chPref val="3"/>
        </dgm:presLayoutVars>
      </dgm:prSet>
      <dgm:spPr/>
    </dgm:pt>
    <dgm:pt modelId="{E1DE5194-39BE-4215-8070-372EFD804598}" type="pres">
      <dgm:prSet presAssocID="{E5DE9691-A930-4264-9880-E933874DA6B8}" presName="rootConnector" presStyleLbl="node2" presStyleIdx="0" presStyleCnt="4"/>
      <dgm:spPr/>
    </dgm:pt>
    <dgm:pt modelId="{86355480-39D5-4B6D-86CA-392AEC36940A}" type="pres">
      <dgm:prSet presAssocID="{E5DE9691-A930-4264-9880-E933874DA6B8}" presName="hierChild4" presStyleCnt="0"/>
      <dgm:spPr/>
    </dgm:pt>
    <dgm:pt modelId="{51BFE5B9-87FC-49E1-9C93-9C5DC79418C7}" type="pres">
      <dgm:prSet presAssocID="{268C0F2D-6434-4B0E-9291-A0125B3E25CF}" presName="Name50" presStyleLbl="parChTrans1D3" presStyleIdx="0" presStyleCnt="9"/>
      <dgm:spPr/>
    </dgm:pt>
    <dgm:pt modelId="{93E2F505-B61C-42C6-BFC2-71667F7E41DD}" type="pres">
      <dgm:prSet presAssocID="{E49E1BCA-0C77-41A1-8D57-E396098C6104}" presName="hierRoot2" presStyleCnt="0">
        <dgm:presLayoutVars>
          <dgm:hierBranch val="init"/>
        </dgm:presLayoutVars>
      </dgm:prSet>
      <dgm:spPr/>
    </dgm:pt>
    <dgm:pt modelId="{E8FA9D3F-D265-488B-8648-CBF0FD6AA1B6}" type="pres">
      <dgm:prSet presAssocID="{E49E1BCA-0C77-41A1-8D57-E396098C6104}" presName="rootComposite" presStyleCnt="0"/>
      <dgm:spPr/>
    </dgm:pt>
    <dgm:pt modelId="{BDA674D8-FED5-4CE1-92EE-B047DCE1A506}" type="pres">
      <dgm:prSet presAssocID="{E49E1BCA-0C77-41A1-8D57-E396098C6104}" presName="rootText" presStyleLbl="node3" presStyleIdx="0" presStyleCnt="9">
        <dgm:presLayoutVars>
          <dgm:chPref val="3"/>
        </dgm:presLayoutVars>
      </dgm:prSet>
      <dgm:spPr/>
    </dgm:pt>
    <dgm:pt modelId="{483A7D6F-650F-4CC0-B22D-26470DBCD614}" type="pres">
      <dgm:prSet presAssocID="{E49E1BCA-0C77-41A1-8D57-E396098C6104}" presName="rootConnector" presStyleLbl="node3" presStyleIdx="0" presStyleCnt="9"/>
      <dgm:spPr/>
    </dgm:pt>
    <dgm:pt modelId="{2264F887-F7EE-451F-8B6F-E4155FB2B586}" type="pres">
      <dgm:prSet presAssocID="{E49E1BCA-0C77-41A1-8D57-E396098C6104}" presName="hierChild4" presStyleCnt="0"/>
      <dgm:spPr/>
    </dgm:pt>
    <dgm:pt modelId="{BFEFD0D2-242C-4C2D-A7FC-DA1A12BA8DC5}" type="pres">
      <dgm:prSet presAssocID="{E49E1BCA-0C77-41A1-8D57-E396098C6104}" presName="hierChild5" presStyleCnt="0"/>
      <dgm:spPr/>
    </dgm:pt>
    <dgm:pt modelId="{D9A7DC7E-63E0-4F88-B136-932A001A59A7}" type="pres">
      <dgm:prSet presAssocID="{37516A2E-E5DB-4949-BADE-0DB84A0CA5E5}" presName="Name50" presStyleLbl="parChTrans1D3" presStyleIdx="1" presStyleCnt="9"/>
      <dgm:spPr/>
    </dgm:pt>
    <dgm:pt modelId="{DD264238-A369-4E05-95C8-BAD1E3702453}" type="pres">
      <dgm:prSet presAssocID="{55246342-6F72-4EDB-B6D7-D853950FA2EA}" presName="hierRoot2" presStyleCnt="0">
        <dgm:presLayoutVars>
          <dgm:hierBranch val="init"/>
        </dgm:presLayoutVars>
      </dgm:prSet>
      <dgm:spPr/>
    </dgm:pt>
    <dgm:pt modelId="{1FE61695-A4B8-46F4-A7DE-8BE5C616E093}" type="pres">
      <dgm:prSet presAssocID="{55246342-6F72-4EDB-B6D7-D853950FA2EA}" presName="rootComposite" presStyleCnt="0"/>
      <dgm:spPr/>
    </dgm:pt>
    <dgm:pt modelId="{5401AFE3-BEF4-417E-B954-112B741708B5}" type="pres">
      <dgm:prSet presAssocID="{55246342-6F72-4EDB-B6D7-D853950FA2EA}" presName="rootText" presStyleLbl="node3" presStyleIdx="1" presStyleCnt="9">
        <dgm:presLayoutVars>
          <dgm:chPref val="3"/>
        </dgm:presLayoutVars>
      </dgm:prSet>
      <dgm:spPr/>
    </dgm:pt>
    <dgm:pt modelId="{908BFDD6-0233-408D-9501-A9BD3D17A48B}" type="pres">
      <dgm:prSet presAssocID="{55246342-6F72-4EDB-B6D7-D853950FA2EA}" presName="rootConnector" presStyleLbl="node3" presStyleIdx="1" presStyleCnt="9"/>
      <dgm:spPr/>
    </dgm:pt>
    <dgm:pt modelId="{9133215D-A086-46AC-8795-8D54692A57CA}" type="pres">
      <dgm:prSet presAssocID="{55246342-6F72-4EDB-B6D7-D853950FA2EA}" presName="hierChild4" presStyleCnt="0"/>
      <dgm:spPr/>
    </dgm:pt>
    <dgm:pt modelId="{9D79CE85-5996-45B0-B1CE-B106BECA360C}" type="pres">
      <dgm:prSet presAssocID="{55246342-6F72-4EDB-B6D7-D853950FA2EA}" presName="hierChild5" presStyleCnt="0"/>
      <dgm:spPr/>
    </dgm:pt>
    <dgm:pt modelId="{1E200FA7-1260-4426-9939-3F9EAFEC80DC}" type="pres">
      <dgm:prSet presAssocID="{A7D7EB34-134E-4062-8D06-6718CC39E56F}" presName="Name50" presStyleLbl="parChTrans1D3" presStyleIdx="2" presStyleCnt="9"/>
      <dgm:spPr/>
    </dgm:pt>
    <dgm:pt modelId="{305E1950-72E3-4794-B3CA-511AF8AE24C4}" type="pres">
      <dgm:prSet presAssocID="{DA422F72-0B0A-4EA0-A3D4-B0312D580DE7}" presName="hierRoot2" presStyleCnt="0">
        <dgm:presLayoutVars>
          <dgm:hierBranch val="init"/>
        </dgm:presLayoutVars>
      </dgm:prSet>
      <dgm:spPr/>
    </dgm:pt>
    <dgm:pt modelId="{6DAF975A-F0B6-4241-B84D-68E840A0C640}" type="pres">
      <dgm:prSet presAssocID="{DA422F72-0B0A-4EA0-A3D4-B0312D580DE7}" presName="rootComposite" presStyleCnt="0"/>
      <dgm:spPr/>
    </dgm:pt>
    <dgm:pt modelId="{688BFACF-4EA9-4FA4-BC1C-2C2E85B2FFF4}" type="pres">
      <dgm:prSet presAssocID="{DA422F72-0B0A-4EA0-A3D4-B0312D580DE7}" presName="rootText" presStyleLbl="node3" presStyleIdx="2" presStyleCnt="9">
        <dgm:presLayoutVars>
          <dgm:chPref val="3"/>
        </dgm:presLayoutVars>
      </dgm:prSet>
      <dgm:spPr/>
    </dgm:pt>
    <dgm:pt modelId="{26341C86-7489-4562-B5FC-7A37A27843E2}" type="pres">
      <dgm:prSet presAssocID="{DA422F72-0B0A-4EA0-A3D4-B0312D580DE7}" presName="rootConnector" presStyleLbl="node3" presStyleIdx="2" presStyleCnt="9"/>
      <dgm:spPr/>
    </dgm:pt>
    <dgm:pt modelId="{B16B5382-1EE2-44E0-B8C1-082DDB4BC519}" type="pres">
      <dgm:prSet presAssocID="{DA422F72-0B0A-4EA0-A3D4-B0312D580DE7}" presName="hierChild4" presStyleCnt="0"/>
      <dgm:spPr/>
    </dgm:pt>
    <dgm:pt modelId="{A5540F0C-3503-4130-9A1C-92BA32924063}" type="pres">
      <dgm:prSet presAssocID="{DA422F72-0B0A-4EA0-A3D4-B0312D580DE7}" presName="hierChild5" presStyleCnt="0"/>
      <dgm:spPr/>
    </dgm:pt>
    <dgm:pt modelId="{9898644A-BC15-4A26-8432-94BE736898F9}" type="pres">
      <dgm:prSet presAssocID="{6D857CA9-99BC-4C2C-AD24-EF06560953E0}" presName="Name50" presStyleLbl="parChTrans1D3" presStyleIdx="3" presStyleCnt="9"/>
      <dgm:spPr/>
    </dgm:pt>
    <dgm:pt modelId="{19553954-A77C-4C70-9920-80E96D60E909}" type="pres">
      <dgm:prSet presAssocID="{49F13D28-FD19-4C2D-A370-2047610A6900}" presName="hierRoot2" presStyleCnt="0">
        <dgm:presLayoutVars>
          <dgm:hierBranch val="init"/>
        </dgm:presLayoutVars>
      </dgm:prSet>
      <dgm:spPr/>
    </dgm:pt>
    <dgm:pt modelId="{CEAC9998-D5A1-4D7A-A0B9-AE1D0465640B}" type="pres">
      <dgm:prSet presAssocID="{49F13D28-FD19-4C2D-A370-2047610A6900}" presName="rootComposite" presStyleCnt="0"/>
      <dgm:spPr/>
    </dgm:pt>
    <dgm:pt modelId="{204A3197-216B-4AC0-BC32-02365ABD0454}" type="pres">
      <dgm:prSet presAssocID="{49F13D28-FD19-4C2D-A370-2047610A6900}" presName="rootText" presStyleLbl="node3" presStyleIdx="3" presStyleCnt="9">
        <dgm:presLayoutVars>
          <dgm:chPref val="3"/>
        </dgm:presLayoutVars>
      </dgm:prSet>
      <dgm:spPr/>
    </dgm:pt>
    <dgm:pt modelId="{BF7360BC-7FD7-42CB-A386-B24595173657}" type="pres">
      <dgm:prSet presAssocID="{49F13D28-FD19-4C2D-A370-2047610A6900}" presName="rootConnector" presStyleLbl="node3" presStyleIdx="3" presStyleCnt="9"/>
      <dgm:spPr/>
    </dgm:pt>
    <dgm:pt modelId="{703BA44E-5C93-4D3E-942B-BD0B6065CBBA}" type="pres">
      <dgm:prSet presAssocID="{49F13D28-FD19-4C2D-A370-2047610A6900}" presName="hierChild4" presStyleCnt="0"/>
      <dgm:spPr/>
    </dgm:pt>
    <dgm:pt modelId="{60BFC126-A6A2-46B3-A8AC-C82E9D902E6B}" type="pres">
      <dgm:prSet presAssocID="{49F13D28-FD19-4C2D-A370-2047610A6900}" presName="hierChild5" presStyleCnt="0"/>
      <dgm:spPr/>
    </dgm:pt>
    <dgm:pt modelId="{DE0A25F9-A1FD-4EE4-A181-E586C4F2B8D5}" type="pres">
      <dgm:prSet presAssocID="{E5DE9691-A930-4264-9880-E933874DA6B8}" presName="hierChild5" presStyleCnt="0"/>
      <dgm:spPr/>
    </dgm:pt>
    <dgm:pt modelId="{BE3777B0-8920-4432-8FD8-B1CC3CBB7094}" type="pres">
      <dgm:prSet presAssocID="{B6ED8E94-C92A-48CD-B07A-DA05D2AB113C}" presName="Name37" presStyleLbl="parChTrans1D2" presStyleIdx="1" presStyleCnt="4"/>
      <dgm:spPr/>
    </dgm:pt>
    <dgm:pt modelId="{33050E90-2A25-41AC-9D78-C91A0BCDEB7F}" type="pres">
      <dgm:prSet presAssocID="{CD7D0A07-A919-4C37-9B27-3DF0CF1862FE}" presName="hierRoot2" presStyleCnt="0">
        <dgm:presLayoutVars>
          <dgm:hierBranch val="r"/>
        </dgm:presLayoutVars>
      </dgm:prSet>
      <dgm:spPr/>
    </dgm:pt>
    <dgm:pt modelId="{D60579C9-C047-460D-99E0-20EFADE8BE04}" type="pres">
      <dgm:prSet presAssocID="{CD7D0A07-A919-4C37-9B27-3DF0CF1862FE}" presName="rootComposite" presStyleCnt="0"/>
      <dgm:spPr/>
    </dgm:pt>
    <dgm:pt modelId="{E341E177-2014-4807-B9CE-C39E21B9A2B0}" type="pres">
      <dgm:prSet presAssocID="{CD7D0A07-A919-4C37-9B27-3DF0CF1862FE}" presName="rootText" presStyleLbl="node2" presStyleIdx="1" presStyleCnt="4">
        <dgm:presLayoutVars>
          <dgm:chPref val="3"/>
        </dgm:presLayoutVars>
      </dgm:prSet>
      <dgm:spPr/>
    </dgm:pt>
    <dgm:pt modelId="{D5A15856-08ED-4CFB-A81C-4A8A9E7CBE4E}" type="pres">
      <dgm:prSet presAssocID="{CD7D0A07-A919-4C37-9B27-3DF0CF1862FE}" presName="rootConnector" presStyleLbl="node2" presStyleIdx="1" presStyleCnt="4"/>
      <dgm:spPr/>
    </dgm:pt>
    <dgm:pt modelId="{0CB5DCE3-3377-44D7-8DB0-EFD04E5FCD26}" type="pres">
      <dgm:prSet presAssocID="{CD7D0A07-A919-4C37-9B27-3DF0CF1862FE}" presName="hierChild4" presStyleCnt="0"/>
      <dgm:spPr/>
    </dgm:pt>
    <dgm:pt modelId="{39C741DD-434F-4649-AE2B-60AD0102D655}" type="pres">
      <dgm:prSet presAssocID="{FF491591-21C5-4EFB-BEF2-27444D33E9E8}" presName="Name50" presStyleLbl="parChTrans1D3" presStyleIdx="4" presStyleCnt="9"/>
      <dgm:spPr/>
    </dgm:pt>
    <dgm:pt modelId="{3EAA60F3-F828-487B-A623-9AD69EDD46B7}" type="pres">
      <dgm:prSet presAssocID="{3B6E781E-A70D-47F8-B857-15C1E7C068B4}" presName="hierRoot2" presStyleCnt="0">
        <dgm:presLayoutVars>
          <dgm:hierBranch val="init"/>
        </dgm:presLayoutVars>
      </dgm:prSet>
      <dgm:spPr/>
    </dgm:pt>
    <dgm:pt modelId="{BE021351-77D0-4647-B774-ADDC5511C9D3}" type="pres">
      <dgm:prSet presAssocID="{3B6E781E-A70D-47F8-B857-15C1E7C068B4}" presName="rootComposite" presStyleCnt="0"/>
      <dgm:spPr/>
    </dgm:pt>
    <dgm:pt modelId="{4A0F2D85-7F54-4945-815C-A9BC02D7791F}" type="pres">
      <dgm:prSet presAssocID="{3B6E781E-A70D-47F8-B857-15C1E7C068B4}" presName="rootText" presStyleLbl="node3" presStyleIdx="4" presStyleCnt="9">
        <dgm:presLayoutVars>
          <dgm:chPref val="3"/>
        </dgm:presLayoutVars>
      </dgm:prSet>
      <dgm:spPr/>
    </dgm:pt>
    <dgm:pt modelId="{A99A4B03-3CDB-4D09-8D36-A12DD2159F0B}" type="pres">
      <dgm:prSet presAssocID="{3B6E781E-A70D-47F8-B857-15C1E7C068B4}" presName="rootConnector" presStyleLbl="node3" presStyleIdx="4" presStyleCnt="9"/>
      <dgm:spPr/>
    </dgm:pt>
    <dgm:pt modelId="{2F5F9501-C069-4D9D-95B4-08160C02E782}" type="pres">
      <dgm:prSet presAssocID="{3B6E781E-A70D-47F8-B857-15C1E7C068B4}" presName="hierChild4" presStyleCnt="0"/>
      <dgm:spPr/>
    </dgm:pt>
    <dgm:pt modelId="{86715A03-2310-421A-870F-E9D681952A95}" type="pres">
      <dgm:prSet presAssocID="{3B6E781E-A70D-47F8-B857-15C1E7C068B4}" presName="hierChild5" presStyleCnt="0"/>
      <dgm:spPr/>
    </dgm:pt>
    <dgm:pt modelId="{C6E94D7F-75C1-4F4E-BE1C-2C213CC6651E}" type="pres">
      <dgm:prSet presAssocID="{1A912EC3-2900-412F-A1C5-51679DAC295D}" presName="Name50" presStyleLbl="parChTrans1D3" presStyleIdx="5" presStyleCnt="9"/>
      <dgm:spPr/>
    </dgm:pt>
    <dgm:pt modelId="{7F918654-B72D-405D-977E-1401EFBF9BAD}" type="pres">
      <dgm:prSet presAssocID="{AC2003F7-5261-432A-8610-64F5400D1B21}" presName="hierRoot2" presStyleCnt="0">
        <dgm:presLayoutVars>
          <dgm:hierBranch val="init"/>
        </dgm:presLayoutVars>
      </dgm:prSet>
      <dgm:spPr/>
    </dgm:pt>
    <dgm:pt modelId="{9A910C54-20FF-48D6-B93F-7E5E5ED0D801}" type="pres">
      <dgm:prSet presAssocID="{AC2003F7-5261-432A-8610-64F5400D1B21}" presName="rootComposite" presStyleCnt="0"/>
      <dgm:spPr/>
    </dgm:pt>
    <dgm:pt modelId="{F7FBAB0D-AC25-40DC-B255-E061774C1FA2}" type="pres">
      <dgm:prSet presAssocID="{AC2003F7-5261-432A-8610-64F5400D1B21}" presName="rootText" presStyleLbl="node3" presStyleIdx="5" presStyleCnt="9">
        <dgm:presLayoutVars>
          <dgm:chPref val="3"/>
        </dgm:presLayoutVars>
      </dgm:prSet>
      <dgm:spPr/>
    </dgm:pt>
    <dgm:pt modelId="{FAD32CF9-12C5-4FCF-B529-95942538B275}" type="pres">
      <dgm:prSet presAssocID="{AC2003F7-5261-432A-8610-64F5400D1B21}" presName="rootConnector" presStyleLbl="node3" presStyleIdx="5" presStyleCnt="9"/>
      <dgm:spPr/>
    </dgm:pt>
    <dgm:pt modelId="{19DB4A58-0895-4135-BF06-0ED4F3C0F2B8}" type="pres">
      <dgm:prSet presAssocID="{AC2003F7-5261-432A-8610-64F5400D1B21}" presName="hierChild4" presStyleCnt="0"/>
      <dgm:spPr/>
    </dgm:pt>
    <dgm:pt modelId="{A94B41A1-8D8E-45C2-9510-0F233441A109}" type="pres">
      <dgm:prSet presAssocID="{AC2003F7-5261-432A-8610-64F5400D1B21}" presName="hierChild5" presStyleCnt="0"/>
      <dgm:spPr/>
    </dgm:pt>
    <dgm:pt modelId="{19594BEB-F1E2-4D09-A6C8-685A227B0481}" type="pres">
      <dgm:prSet presAssocID="{CD7D0A07-A919-4C37-9B27-3DF0CF1862FE}" presName="hierChild5" presStyleCnt="0"/>
      <dgm:spPr/>
    </dgm:pt>
    <dgm:pt modelId="{21871255-161E-4927-B8CB-BB8DFAFE0943}" type="pres">
      <dgm:prSet presAssocID="{A49631C0-C6A5-4EA2-BC4C-A0B3C3098C80}" presName="Name37" presStyleLbl="parChTrans1D2" presStyleIdx="2" presStyleCnt="4"/>
      <dgm:spPr/>
    </dgm:pt>
    <dgm:pt modelId="{2E8E7DE9-BADF-427B-89AE-E61D793D2933}" type="pres">
      <dgm:prSet presAssocID="{018A337F-3EAF-443A-92CC-A121DA1ADB39}" presName="hierRoot2" presStyleCnt="0">
        <dgm:presLayoutVars>
          <dgm:hierBranch val="r"/>
        </dgm:presLayoutVars>
      </dgm:prSet>
      <dgm:spPr/>
    </dgm:pt>
    <dgm:pt modelId="{B2D99E41-B5C0-455E-BE4E-DF135BE1E681}" type="pres">
      <dgm:prSet presAssocID="{018A337F-3EAF-443A-92CC-A121DA1ADB39}" presName="rootComposite" presStyleCnt="0"/>
      <dgm:spPr/>
    </dgm:pt>
    <dgm:pt modelId="{C41841F5-6499-44A9-A9D3-7A31FFC8D3D6}" type="pres">
      <dgm:prSet presAssocID="{018A337F-3EAF-443A-92CC-A121DA1ADB39}" presName="rootText" presStyleLbl="node2" presStyleIdx="2" presStyleCnt="4">
        <dgm:presLayoutVars>
          <dgm:chPref val="3"/>
        </dgm:presLayoutVars>
      </dgm:prSet>
      <dgm:spPr/>
    </dgm:pt>
    <dgm:pt modelId="{F8BA9500-2E81-4770-8757-A8B2DDD975BF}" type="pres">
      <dgm:prSet presAssocID="{018A337F-3EAF-443A-92CC-A121DA1ADB39}" presName="rootConnector" presStyleLbl="node2" presStyleIdx="2" presStyleCnt="4"/>
      <dgm:spPr/>
    </dgm:pt>
    <dgm:pt modelId="{96D0342F-A6CB-4873-8ACB-48EC0E1E91A2}" type="pres">
      <dgm:prSet presAssocID="{018A337F-3EAF-443A-92CC-A121DA1ADB39}" presName="hierChild4" presStyleCnt="0"/>
      <dgm:spPr/>
    </dgm:pt>
    <dgm:pt modelId="{01313186-2F8A-43BB-B938-087DC1F8C763}" type="pres">
      <dgm:prSet presAssocID="{63678A63-E6A7-4F04-8131-E3E86C212A3E}" presName="Name50" presStyleLbl="parChTrans1D3" presStyleIdx="6" presStyleCnt="9"/>
      <dgm:spPr/>
    </dgm:pt>
    <dgm:pt modelId="{D710FCBC-56E1-49E4-8951-9BD3B02C718A}" type="pres">
      <dgm:prSet presAssocID="{591F41F9-A2DD-4725-9EB8-C9727AA4338D}" presName="hierRoot2" presStyleCnt="0">
        <dgm:presLayoutVars>
          <dgm:hierBranch val="init"/>
        </dgm:presLayoutVars>
      </dgm:prSet>
      <dgm:spPr/>
    </dgm:pt>
    <dgm:pt modelId="{40D5D6E8-5772-4FB1-9008-44BB473C953C}" type="pres">
      <dgm:prSet presAssocID="{591F41F9-A2DD-4725-9EB8-C9727AA4338D}" presName="rootComposite" presStyleCnt="0"/>
      <dgm:spPr/>
    </dgm:pt>
    <dgm:pt modelId="{36666BE5-B38A-4801-A4E6-8A313EDB69D3}" type="pres">
      <dgm:prSet presAssocID="{591F41F9-A2DD-4725-9EB8-C9727AA4338D}" presName="rootText" presStyleLbl="node3" presStyleIdx="6" presStyleCnt="9">
        <dgm:presLayoutVars>
          <dgm:chPref val="3"/>
        </dgm:presLayoutVars>
      </dgm:prSet>
      <dgm:spPr/>
    </dgm:pt>
    <dgm:pt modelId="{2C0742AB-43FD-452F-93BE-040954764DB9}" type="pres">
      <dgm:prSet presAssocID="{591F41F9-A2DD-4725-9EB8-C9727AA4338D}" presName="rootConnector" presStyleLbl="node3" presStyleIdx="6" presStyleCnt="9"/>
      <dgm:spPr/>
    </dgm:pt>
    <dgm:pt modelId="{4EFAFD92-18AF-4F39-A782-292BEFC11F7F}" type="pres">
      <dgm:prSet presAssocID="{591F41F9-A2DD-4725-9EB8-C9727AA4338D}" presName="hierChild4" presStyleCnt="0"/>
      <dgm:spPr/>
    </dgm:pt>
    <dgm:pt modelId="{8034A1DD-8717-446D-BEC9-4F4ECEE9EE9F}" type="pres">
      <dgm:prSet presAssocID="{591F41F9-A2DD-4725-9EB8-C9727AA4338D}" presName="hierChild5" presStyleCnt="0"/>
      <dgm:spPr/>
    </dgm:pt>
    <dgm:pt modelId="{2EA0D6D9-22E7-4B5F-9B12-E23E3D060776}" type="pres">
      <dgm:prSet presAssocID="{CB0F474F-691D-4AF4-94CF-34C4FC7A3728}" presName="Name50" presStyleLbl="parChTrans1D3" presStyleIdx="7" presStyleCnt="9"/>
      <dgm:spPr/>
    </dgm:pt>
    <dgm:pt modelId="{9168BD6F-C51A-45B5-9B72-EC4D67B77177}" type="pres">
      <dgm:prSet presAssocID="{417E1552-2B02-4F56-AB07-B50365D4807F}" presName="hierRoot2" presStyleCnt="0">
        <dgm:presLayoutVars>
          <dgm:hierBranch val="init"/>
        </dgm:presLayoutVars>
      </dgm:prSet>
      <dgm:spPr/>
    </dgm:pt>
    <dgm:pt modelId="{0852832E-955F-45F5-9037-E2E26EF3C56D}" type="pres">
      <dgm:prSet presAssocID="{417E1552-2B02-4F56-AB07-B50365D4807F}" presName="rootComposite" presStyleCnt="0"/>
      <dgm:spPr/>
    </dgm:pt>
    <dgm:pt modelId="{57A51EEE-87EE-4E7C-BA11-453F27B24744}" type="pres">
      <dgm:prSet presAssocID="{417E1552-2B02-4F56-AB07-B50365D4807F}" presName="rootText" presStyleLbl="node3" presStyleIdx="7" presStyleCnt="9">
        <dgm:presLayoutVars>
          <dgm:chPref val="3"/>
        </dgm:presLayoutVars>
      </dgm:prSet>
      <dgm:spPr/>
    </dgm:pt>
    <dgm:pt modelId="{BED1E2EE-3A83-4D36-9D40-2D12C581B73C}" type="pres">
      <dgm:prSet presAssocID="{417E1552-2B02-4F56-AB07-B50365D4807F}" presName="rootConnector" presStyleLbl="node3" presStyleIdx="7" presStyleCnt="9"/>
      <dgm:spPr/>
    </dgm:pt>
    <dgm:pt modelId="{9A761F0E-2331-4EC0-BE7F-27174385DD77}" type="pres">
      <dgm:prSet presAssocID="{417E1552-2B02-4F56-AB07-B50365D4807F}" presName="hierChild4" presStyleCnt="0"/>
      <dgm:spPr/>
    </dgm:pt>
    <dgm:pt modelId="{A9608B74-625B-4FFD-973E-550424F36EDA}" type="pres">
      <dgm:prSet presAssocID="{417E1552-2B02-4F56-AB07-B50365D4807F}" presName="hierChild5" presStyleCnt="0"/>
      <dgm:spPr/>
    </dgm:pt>
    <dgm:pt modelId="{555DBE5E-0F3B-474D-AE2F-AF1CE9D1EC8B}" type="pres">
      <dgm:prSet presAssocID="{018A337F-3EAF-443A-92CC-A121DA1ADB39}" presName="hierChild5" presStyleCnt="0"/>
      <dgm:spPr/>
    </dgm:pt>
    <dgm:pt modelId="{9EAB90A2-4D79-47A2-81D7-7C02DDD67ADB}" type="pres">
      <dgm:prSet presAssocID="{B75E8536-FD76-458A-949E-404A602B52C2}" presName="Name37" presStyleLbl="parChTrans1D2" presStyleIdx="3" presStyleCnt="4"/>
      <dgm:spPr/>
    </dgm:pt>
    <dgm:pt modelId="{E300659C-EBDF-4F35-B5C1-D70293EE3067}" type="pres">
      <dgm:prSet presAssocID="{83B7CB03-7412-4C95-A812-7E671B27199A}" presName="hierRoot2" presStyleCnt="0">
        <dgm:presLayoutVars>
          <dgm:hierBranch val="init"/>
        </dgm:presLayoutVars>
      </dgm:prSet>
      <dgm:spPr/>
    </dgm:pt>
    <dgm:pt modelId="{A4418FD1-85C5-4974-B621-A51EC0A081E5}" type="pres">
      <dgm:prSet presAssocID="{83B7CB03-7412-4C95-A812-7E671B27199A}" presName="rootComposite" presStyleCnt="0"/>
      <dgm:spPr/>
    </dgm:pt>
    <dgm:pt modelId="{235799A5-237E-4C8C-B5CE-5CEA0D5CAE3E}" type="pres">
      <dgm:prSet presAssocID="{83B7CB03-7412-4C95-A812-7E671B27199A}" presName="rootText" presStyleLbl="node2" presStyleIdx="3" presStyleCnt="4">
        <dgm:presLayoutVars>
          <dgm:chPref val="3"/>
        </dgm:presLayoutVars>
      </dgm:prSet>
      <dgm:spPr>
        <a:xfrm>
          <a:off x="5559542" y="810050"/>
          <a:ext cx="1137294" cy="568647"/>
        </a:xfrm>
        <a:prstGeom prst="rect">
          <a:avLst/>
        </a:prstGeom>
      </dgm:spPr>
    </dgm:pt>
    <dgm:pt modelId="{29172A74-81C8-4151-BCFF-0879B181C948}" type="pres">
      <dgm:prSet presAssocID="{83B7CB03-7412-4C95-A812-7E671B27199A}" presName="rootConnector" presStyleLbl="node2" presStyleIdx="3" presStyleCnt="4"/>
      <dgm:spPr/>
    </dgm:pt>
    <dgm:pt modelId="{33868831-344B-4386-AA42-060D6EC8C4AD}" type="pres">
      <dgm:prSet presAssocID="{83B7CB03-7412-4C95-A812-7E671B27199A}" presName="hierChild4" presStyleCnt="0"/>
      <dgm:spPr/>
    </dgm:pt>
    <dgm:pt modelId="{1D88AE1F-57BA-4EA7-8A2E-933877BB7C00}" type="pres">
      <dgm:prSet presAssocID="{98BAD833-EEF0-45EC-933D-8540205D2EF0}" presName="Name37" presStyleLbl="parChTrans1D3" presStyleIdx="8" presStyleCnt="9"/>
      <dgm:spPr/>
    </dgm:pt>
    <dgm:pt modelId="{5AF7D779-2669-467E-80A3-C2ECBFC7B0EC}" type="pres">
      <dgm:prSet presAssocID="{7B8F02C1-0B51-4F51-99C2-B2E82147B16C}" presName="hierRoot2" presStyleCnt="0">
        <dgm:presLayoutVars>
          <dgm:hierBranch val="init"/>
        </dgm:presLayoutVars>
      </dgm:prSet>
      <dgm:spPr/>
    </dgm:pt>
    <dgm:pt modelId="{2BF86F8B-3906-4D9B-8448-529FFEF1EC72}" type="pres">
      <dgm:prSet presAssocID="{7B8F02C1-0B51-4F51-99C2-B2E82147B16C}" presName="rootComposite" presStyleCnt="0"/>
      <dgm:spPr/>
    </dgm:pt>
    <dgm:pt modelId="{FE93A58D-CB67-496C-8B2E-F6FDB5B164A2}" type="pres">
      <dgm:prSet presAssocID="{7B8F02C1-0B51-4F51-99C2-B2E82147B16C}" presName="rootText" presStyleLbl="node3" presStyleIdx="8" presStyleCnt="9">
        <dgm:presLayoutVars>
          <dgm:chPref val="3"/>
        </dgm:presLayoutVars>
      </dgm:prSet>
      <dgm:spPr/>
    </dgm:pt>
    <dgm:pt modelId="{C86A4452-FE07-4B64-BDB5-722B13AD6EA3}" type="pres">
      <dgm:prSet presAssocID="{7B8F02C1-0B51-4F51-99C2-B2E82147B16C}" presName="rootConnector" presStyleLbl="node3" presStyleIdx="8" presStyleCnt="9"/>
      <dgm:spPr/>
    </dgm:pt>
    <dgm:pt modelId="{DC27C1FD-B700-48AA-A839-DBA5CC308C33}" type="pres">
      <dgm:prSet presAssocID="{7B8F02C1-0B51-4F51-99C2-B2E82147B16C}" presName="hierChild4" presStyleCnt="0"/>
      <dgm:spPr/>
    </dgm:pt>
    <dgm:pt modelId="{234D22E4-E0FB-4564-BA0E-65E9397AC389}" type="pres">
      <dgm:prSet presAssocID="{7B8F02C1-0B51-4F51-99C2-B2E82147B16C}" presName="hierChild5" presStyleCnt="0"/>
      <dgm:spPr/>
    </dgm:pt>
    <dgm:pt modelId="{18434CC9-A00A-4CB7-9A79-5A111AB93F1F}" type="pres">
      <dgm:prSet presAssocID="{83B7CB03-7412-4C95-A812-7E671B27199A}" presName="hierChild5" presStyleCnt="0"/>
      <dgm:spPr/>
    </dgm:pt>
    <dgm:pt modelId="{811C35BD-F100-4B10-9BFB-F851E3D0CFFF}" type="pres">
      <dgm:prSet presAssocID="{70BFEA84-36B9-4057-8C28-7841025A2ECB}" presName="hierChild3" presStyleCnt="0"/>
      <dgm:spPr/>
    </dgm:pt>
  </dgm:ptLst>
  <dgm:cxnLst>
    <dgm:cxn modelId="{F1715D00-5EB6-445D-9C8E-39B699FD65F9}" type="presOf" srcId="{E5DE9691-A930-4264-9880-E933874DA6B8}" destId="{B0D49812-71F6-4AAB-B2ED-5CE749A383D8}" srcOrd="0" destOrd="0" presId="urn:microsoft.com/office/officeart/2005/8/layout/orgChart1"/>
    <dgm:cxn modelId="{F02ACE01-E925-4E14-B502-18C4C4B5F7A4}" type="presOf" srcId="{E49E1BCA-0C77-41A1-8D57-E396098C6104}" destId="{BDA674D8-FED5-4CE1-92EE-B047DCE1A506}" srcOrd="0" destOrd="0" presId="urn:microsoft.com/office/officeart/2005/8/layout/orgChart1"/>
    <dgm:cxn modelId="{D4B88107-C9DE-4B08-A6B5-E062969E79E7}" type="presOf" srcId="{018A337F-3EAF-443A-92CC-A121DA1ADB39}" destId="{F8BA9500-2E81-4770-8757-A8B2DDD975BF}" srcOrd="1" destOrd="0" presId="urn:microsoft.com/office/officeart/2005/8/layout/orgChart1"/>
    <dgm:cxn modelId="{DD2E7908-5F63-4F38-AD98-1957219A158F}" type="presOf" srcId="{CD7D0A07-A919-4C37-9B27-3DF0CF1862FE}" destId="{D5A15856-08ED-4CFB-A81C-4A8A9E7CBE4E}" srcOrd="1" destOrd="0" presId="urn:microsoft.com/office/officeart/2005/8/layout/orgChart1"/>
    <dgm:cxn modelId="{BE86DB08-7F41-4397-8539-A4582BDCF514}" srcId="{E5DE9691-A930-4264-9880-E933874DA6B8}" destId="{55246342-6F72-4EDB-B6D7-D853950FA2EA}" srcOrd="1" destOrd="0" parTransId="{37516A2E-E5DB-4949-BADE-0DB84A0CA5E5}" sibTransId="{D166F4F1-842D-4F09-B221-573273757B02}"/>
    <dgm:cxn modelId="{35847709-9B6E-41F8-A7A6-6120283E585B}" srcId="{E5DE9691-A930-4264-9880-E933874DA6B8}" destId="{E49E1BCA-0C77-41A1-8D57-E396098C6104}" srcOrd="0" destOrd="0" parTransId="{268C0F2D-6434-4B0E-9291-A0125B3E25CF}" sibTransId="{A5F81DB2-24EF-4D92-80E7-3BDA5DAA3F0C}"/>
    <dgm:cxn modelId="{CA77A00C-0C76-439A-837D-5DDFA16C68DF}" type="presOf" srcId="{7B8F02C1-0B51-4F51-99C2-B2E82147B16C}" destId="{FE93A58D-CB67-496C-8B2E-F6FDB5B164A2}" srcOrd="0" destOrd="0" presId="urn:microsoft.com/office/officeart/2005/8/layout/orgChart1"/>
    <dgm:cxn modelId="{0269010D-6A2B-40D1-BDE6-F21B5FA80984}" type="presOf" srcId="{F0273161-ACF6-4ED9-8655-D5E2D6CC7842}" destId="{BC6918A3-74E2-466E-894B-951F5D78EF79}" srcOrd="0" destOrd="0" presId="urn:microsoft.com/office/officeart/2005/8/layout/orgChart1"/>
    <dgm:cxn modelId="{950A0D11-DB04-4438-8693-C54709D31F96}" type="presOf" srcId="{B6ED8E94-C92A-48CD-B07A-DA05D2AB113C}" destId="{BE3777B0-8920-4432-8FD8-B1CC3CBB7094}" srcOrd="0" destOrd="0" presId="urn:microsoft.com/office/officeart/2005/8/layout/orgChart1"/>
    <dgm:cxn modelId="{6BAFD319-4F3C-4FE5-8040-6C8568810BAF}" srcId="{018A337F-3EAF-443A-92CC-A121DA1ADB39}" destId="{417E1552-2B02-4F56-AB07-B50365D4807F}" srcOrd="1" destOrd="0" parTransId="{CB0F474F-691D-4AF4-94CF-34C4FC7A3728}" sibTransId="{55525BB3-C6E6-4F75-9D2C-5AC64D223B7A}"/>
    <dgm:cxn modelId="{02CE3E1B-4A2B-4004-B1D3-094F971A2912}" srcId="{E5DE9691-A930-4264-9880-E933874DA6B8}" destId="{49F13D28-FD19-4C2D-A370-2047610A6900}" srcOrd="3" destOrd="0" parTransId="{6D857CA9-99BC-4C2C-AD24-EF06560953E0}" sibTransId="{0E96DFAB-6B54-451E-B586-1E1AAFCD770E}"/>
    <dgm:cxn modelId="{6B7DF61E-3A41-462E-851C-3C2D19BAF756}" type="presOf" srcId="{E49E1BCA-0C77-41A1-8D57-E396098C6104}" destId="{483A7D6F-650F-4CC0-B22D-26470DBCD614}" srcOrd="1" destOrd="0" presId="urn:microsoft.com/office/officeart/2005/8/layout/orgChart1"/>
    <dgm:cxn modelId="{5CD2D826-908B-447F-A62B-EE7F09B4FE7B}" type="presOf" srcId="{268C0F2D-6434-4B0E-9291-A0125B3E25CF}" destId="{51BFE5B9-87FC-49E1-9C93-9C5DC79418C7}" srcOrd="0" destOrd="0" presId="urn:microsoft.com/office/officeart/2005/8/layout/orgChart1"/>
    <dgm:cxn modelId="{65FF3A29-5E0C-4BE7-B423-8EBB222EC791}" srcId="{70BFEA84-36B9-4057-8C28-7841025A2ECB}" destId="{E5DE9691-A930-4264-9880-E933874DA6B8}" srcOrd="0" destOrd="0" parTransId="{22F51D14-9C41-404C-89EF-EF95BE50C679}" sibTransId="{A3840729-9C43-4C86-B049-6AFE720AA760}"/>
    <dgm:cxn modelId="{056D9A3F-E7D1-41E0-8C71-D46C2CE62DBA}" type="presOf" srcId="{49F13D28-FD19-4C2D-A370-2047610A6900}" destId="{204A3197-216B-4AC0-BC32-02365ABD0454}" srcOrd="0" destOrd="0" presId="urn:microsoft.com/office/officeart/2005/8/layout/orgChart1"/>
    <dgm:cxn modelId="{3386235C-0BF0-44EA-ABCD-46822E335E1D}" type="presOf" srcId="{591F41F9-A2DD-4725-9EB8-C9727AA4338D}" destId="{36666BE5-B38A-4801-A4E6-8A313EDB69D3}" srcOrd="0" destOrd="0" presId="urn:microsoft.com/office/officeart/2005/8/layout/orgChart1"/>
    <dgm:cxn modelId="{4752BA5F-D725-4016-91A7-F1820B59EACB}" type="presOf" srcId="{98BAD833-EEF0-45EC-933D-8540205D2EF0}" destId="{1D88AE1F-57BA-4EA7-8A2E-933877BB7C00}" srcOrd="0" destOrd="0" presId="urn:microsoft.com/office/officeart/2005/8/layout/orgChart1"/>
    <dgm:cxn modelId="{FC18DC42-13C9-480E-9BCE-25B3DD8AC092}" type="presOf" srcId="{63678A63-E6A7-4F04-8131-E3E86C212A3E}" destId="{01313186-2F8A-43BB-B938-087DC1F8C763}" srcOrd="0" destOrd="0" presId="urn:microsoft.com/office/officeart/2005/8/layout/orgChart1"/>
    <dgm:cxn modelId="{8F415D64-D011-46F0-86EB-7A865BAE22DD}" type="presOf" srcId="{49F13D28-FD19-4C2D-A370-2047610A6900}" destId="{BF7360BC-7FD7-42CB-A386-B24595173657}" srcOrd="1" destOrd="0" presId="urn:microsoft.com/office/officeart/2005/8/layout/orgChart1"/>
    <dgm:cxn modelId="{E6B6D644-F812-4EC1-9F86-F4C1BCF84F79}" type="presOf" srcId="{B75E8536-FD76-458A-949E-404A602B52C2}" destId="{9EAB90A2-4D79-47A2-81D7-7C02DDD67ADB}" srcOrd="0" destOrd="0" presId="urn:microsoft.com/office/officeart/2005/8/layout/orgChart1"/>
    <dgm:cxn modelId="{C901E844-3DD5-4101-BDD3-2C99602B4EF2}" type="presOf" srcId="{3B6E781E-A70D-47F8-B857-15C1E7C068B4}" destId="{4A0F2D85-7F54-4945-815C-A9BC02D7791F}" srcOrd="0" destOrd="0" presId="urn:microsoft.com/office/officeart/2005/8/layout/orgChart1"/>
    <dgm:cxn modelId="{3724EF45-18FB-418F-8D4D-E9F5E5F4087A}" type="presOf" srcId="{417E1552-2B02-4F56-AB07-B50365D4807F}" destId="{57A51EEE-87EE-4E7C-BA11-453F27B24744}" srcOrd="0" destOrd="0" presId="urn:microsoft.com/office/officeart/2005/8/layout/orgChart1"/>
    <dgm:cxn modelId="{45F9B467-76E9-47BA-8FA1-BBDFE475150E}" type="presOf" srcId="{55246342-6F72-4EDB-B6D7-D853950FA2EA}" destId="{908BFDD6-0233-408D-9501-A9BD3D17A48B}" srcOrd="1" destOrd="0" presId="urn:microsoft.com/office/officeart/2005/8/layout/orgChart1"/>
    <dgm:cxn modelId="{4016136D-2A6F-4E43-B5F3-57BBCDD1DE6F}" type="presOf" srcId="{FF491591-21C5-4EFB-BEF2-27444D33E9E8}" destId="{39C741DD-434F-4649-AE2B-60AD0102D655}" srcOrd="0" destOrd="0" presId="urn:microsoft.com/office/officeart/2005/8/layout/orgChart1"/>
    <dgm:cxn modelId="{AD276A73-0E73-4B9F-AD42-0A79B07DC927}" type="presOf" srcId="{7B8F02C1-0B51-4F51-99C2-B2E82147B16C}" destId="{C86A4452-FE07-4B64-BDB5-722B13AD6EA3}" srcOrd="1" destOrd="0" presId="urn:microsoft.com/office/officeart/2005/8/layout/orgChart1"/>
    <dgm:cxn modelId="{8E024D74-8E7F-4CE7-9E5C-EFF679ECDEDA}" srcId="{CD7D0A07-A919-4C37-9B27-3DF0CF1862FE}" destId="{AC2003F7-5261-432A-8610-64F5400D1B21}" srcOrd="1" destOrd="0" parTransId="{1A912EC3-2900-412F-A1C5-51679DAC295D}" sibTransId="{18F74DF5-7A84-4809-90BB-CFC208C7D4ED}"/>
    <dgm:cxn modelId="{C5595176-315D-4151-9769-C58FA8C37F47}" type="presOf" srcId="{018A337F-3EAF-443A-92CC-A121DA1ADB39}" destId="{C41841F5-6499-44A9-A9D3-7A31FFC8D3D6}" srcOrd="0" destOrd="0" presId="urn:microsoft.com/office/officeart/2005/8/layout/orgChart1"/>
    <dgm:cxn modelId="{EF2F1A7A-7D73-468F-89D8-11D9B2845077}" type="presOf" srcId="{6D857CA9-99BC-4C2C-AD24-EF06560953E0}" destId="{9898644A-BC15-4A26-8432-94BE736898F9}" srcOrd="0" destOrd="0" presId="urn:microsoft.com/office/officeart/2005/8/layout/orgChart1"/>
    <dgm:cxn modelId="{8ABBD65A-70F2-457D-8BBF-7A90210A9F7E}" type="presOf" srcId="{DA422F72-0B0A-4EA0-A3D4-B0312D580DE7}" destId="{688BFACF-4EA9-4FA4-BC1C-2C2E85B2FFF4}" srcOrd="0" destOrd="0" presId="urn:microsoft.com/office/officeart/2005/8/layout/orgChart1"/>
    <dgm:cxn modelId="{9B43FD7B-4717-4B4D-8D89-0175DE13403C}" type="presOf" srcId="{AC2003F7-5261-432A-8610-64F5400D1B21}" destId="{FAD32CF9-12C5-4FCF-B529-95942538B275}" srcOrd="1" destOrd="0" presId="urn:microsoft.com/office/officeart/2005/8/layout/orgChart1"/>
    <dgm:cxn modelId="{4624BA80-5E29-4BDD-8B20-D05E681D73E6}" type="presOf" srcId="{A7D7EB34-134E-4062-8D06-6718CC39E56F}" destId="{1E200FA7-1260-4426-9939-3F9EAFEC80DC}" srcOrd="0" destOrd="0" presId="urn:microsoft.com/office/officeart/2005/8/layout/orgChart1"/>
    <dgm:cxn modelId="{7C2BAB85-9D7D-4138-A4CE-FEE8A57BEB2F}" type="presOf" srcId="{3B6E781E-A70D-47F8-B857-15C1E7C068B4}" destId="{A99A4B03-3CDB-4D09-8D36-A12DD2159F0B}" srcOrd="1" destOrd="0" presId="urn:microsoft.com/office/officeart/2005/8/layout/orgChart1"/>
    <dgm:cxn modelId="{945E2A86-66F2-4D51-9148-95F171DFF63B}" type="presOf" srcId="{1A912EC3-2900-412F-A1C5-51679DAC295D}" destId="{C6E94D7F-75C1-4F4E-BE1C-2C213CC6651E}" srcOrd="0" destOrd="0" presId="urn:microsoft.com/office/officeart/2005/8/layout/orgChart1"/>
    <dgm:cxn modelId="{E0CDCD87-C64F-4F80-80B3-D30086D721D0}" type="presOf" srcId="{22F51D14-9C41-404C-89EF-EF95BE50C679}" destId="{DFA46F2B-7CB1-4132-A64B-66B9527147F4}" srcOrd="0" destOrd="0" presId="urn:microsoft.com/office/officeart/2005/8/layout/orgChart1"/>
    <dgm:cxn modelId="{94263C8C-47A9-4372-AD13-596E22362323}" type="presOf" srcId="{AC2003F7-5261-432A-8610-64F5400D1B21}" destId="{F7FBAB0D-AC25-40DC-B255-E061774C1FA2}" srcOrd="0" destOrd="0" presId="urn:microsoft.com/office/officeart/2005/8/layout/orgChart1"/>
    <dgm:cxn modelId="{8EB40B8D-4D3E-4680-8E1C-2C373FCEB149}" srcId="{F0273161-ACF6-4ED9-8655-D5E2D6CC7842}" destId="{70BFEA84-36B9-4057-8C28-7841025A2ECB}" srcOrd="0" destOrd="0" parTransId="{5B47302D-53C7-42C9-BBAA-21A2F6E16825}" sibTransId="{EC6D8A73-8EBF-41C5-9EA4-C26435265B22}"/>
    <dgm:cxn modelId="{35AF368E-9F27-4866-AAF5-06BCE47ED52A}" type="presOf" srcId="{CB0F474F-691D-4AF4-94CF-34C4FC7A3728}" destId="{2EA0D6D9-22E7-4B5F-9B12-E23E3D060776}" srcOrd="0" destOrd="0" presId="urn:microsoft.com/office/officeart/2005/8/layout/orgChart1"/>
    <dgm:cxn modelId="{6FD0EC92-D6F7-4FA2-ADE4-F6F57FFE9445}" type="presOf" srcId="{70BFEA84-36B9-4057-8C28-7841025A2ECB}" destId="{0F8629BF-F262-4F7A-8AEB-B54A222DE137}" srcOrd="1" destOrd="0" presId="urn:microsoft.com/office/officeart/2005/8/layout/orgChart1"/>
    <dgm:cxn modelId="{5C6AA796-9DAB-4521-B54E-352AFB98318D}" srcId="{E5DE9691-A930-4264-9880-E933874DA6B8}" destId="{DA422F72-0B0A-4EA0-A3D4-B0312D580DE7}" srcOrd="2" destOrd="0" parTransId="{A7D7EB34-134E-4062-8D06-6718CC39E56F}" sibTransId="{692B9225-8123-424A-93B5-09F523D5E575}"/>
    <dgm:cxn modelId="{4A90679A-DDD9-4D15-B8A1-682CB9EA5B33}" srcId="{CD7D0A07-A919-4C37-9B27-3DF0CF1862FE}" destId="{3B6E781E-A70D-47F8-B857-15C1E7C068B4}" srcOrd="0" destOrd="0" parTransId="{FF491591-21C5-4EFB-BEF2-27444D33E9E8}" sibTransId="{19666F51-FE6B-451A-ABD0-61037E04ECC4}"/>
    <dgm:cxn modelId="{2E54809F-9F1F-4756-9F4F-04893D29F7FB}" srcId="{018A337F-3EAF-443A-92CC-A121DA1ADB39}" destId="{591F41F9-A2DD-4725-9EB8-C9727AA4338D}" srcOrd="0" destOrd="0" parTransId="{63678A63-E6A7-4F04-8131-E3E86C212A3E}" sibTransId="{670999D6-CDCE-4238-B9EA-D6F17B09A5A6}"/>
    <dgm:cxn modelId="{9A18A7A8-F93C-46EC-9B45-840304D10401}" type="presOf" srcId="{83B7CB03-7412-4C95-A812-7E671B27199A}" destId="{29172A74-81C8-4151-BCFF-0879B181C948}" srcOrd="1" destOrd="0" presId="urn:microsoft.com/office/officeart/2005/8/layout/orgChart1"/>
    <dgm:cxn modelId="{3FFA3AB0-B3E6-4F0B-BFC1-913D1AC27BCB}" type="presOf" srcId="{55246342-6F72-4EDB-B6D7-D853950FA2EA}" destId="{5401AFE3-BEF4-417E-B954-112B741708B5}" srcOrd="0" destOrd="0" presId="urn:microsoft.com/office/officeart/2005/8/layout/orgChart1"/>
    <dgm:cxn modelId="{72E446B2-A77C-450C-AF4B-27EBE5E66AA6}" type="presOf" srcId="{417E1552-2B02-4F56-AB07-B50365D4807F}" destId="{BED1E2EE-3A83-4D36-9D40-2D12C581B73C}" srcOrd="1" destOrd="0" presId="urn:microsoft.com/office/officeart/2005/8/layout/orgChart1"/>
    <dgm:cxn modelId="{12D92FB6-0BA8-4A8B-8C3F-21E151A8C9CB}" srcId="{70BFEA84-36B9-4057-8C28-7841025A2ECB}" destId="{018A337F-3EAF-443A-92CC-A121DA1ADB39}" srcOrd="2" destOrd="0" parTransId="{A49631C0-C6A5-4EA2-BC4C-A0B3C3098C80}" sibTransId="{30B8BB5B-7990-49F7-8756-30EC23C44B45}"/>
    <dgm:cxn modelId="{20382AB8-5EB5-4F5D-A207-554C984BCB21}" srcId="{83B7CB03-7412-4C95-A812-7E671B27199A}" destId="{7B8F02C1-0B51-4F51-99C2-B2E82147B16C}" srcOrd="0" destOrd="0" parTransId="{98BAD833-EEF0-45EC-933D-8540205D2EF0}" sibTransId="{11FD98A8-DE01-41F5-A1F5-3A2196D49A7E}"/>
    <dgm:cxn modelId="{393D0DBB-3F54-4006-A98C-E878D6FB3FD9}" srcId="{70BFEA84-36B9-4057-8C28-7841025A2ECB}" destId="{83B7CB03-7412-4C95-A812-7E671B27199A}" srcOrd="3" destOrd="0" parTransId="{B75E8536-FD76-458A-949E-404A602B52C2}" sibTransId="{142A012F-34B9-4326-878B-C6C2ACD732BC}"/>
    <dgm:cxn modelId="{C75608C3-CFB5-4D38-A632-EB81034EA8C1}" type="presOf" srcId="{DA422F72-0B0A-4EA0-A3D4-B0312D580DE7}" destId="{26341C86-7489-4562-B5FC-7A37A27843E2}" srcOrd="1" destOrd="0" presId="urn:microsoft.com/office/officeart/2005/8/layout/orgChart1"/>
    <dgm:cxn modelId="{48D27ECD-D1B9-4774-8AA6-D8BE57442508}" type="presOf" srcId="{CD7D0A07-A919-4C37-9B27-3DF0CF1862FE}" destId="{E341E177-2014-4807-B9CE-C39E21B9A2B0}" srcOrd="0" destOrd="0" presId="urn:microsoft.com/office/officeart/2005/8/layout/orgChart1"/>
    <dgm:cxn modelId="{BE6543D1-B55D-4C32-809B-E33463CE4A72}" type="presOf" srcId="{83B7CB03-7412-4C95-A812-7E671B27199A}" destId="{235799A5-237E-4C8C-B5CE-5CEA0D5CAE3E}" srcOrd="0" destOrd="0" presId="urn:microsoft.com/office/officeart/2005/8/layout/orgChart1"/>
    <dgm:cxn modelId="{BEDE73D1-30B3-4B05-A107-5E3702050044}" type="presOf" srcId="{A49631C0-C6A5-4EA2-BC4C-A0B3C3098C80}" destId="{21871255-161E-4927-B8CB-BB8DFAFE0943}" srcOrd="0" destOrd="0" presId="urn:microsoft.com/office/officeart/2005/8/layout/orgChart1"/>
    <dgm:cxn modelId="{316F03D4-E364-42D7-8AE8-419427CF7961}" type="presOf" srcId="{E5DE9691-A930-4264-9880-E933874DA6B8}" destId="{E1DE5194-39BE-4215-8070-372EFD804598}" srcOrd="1" destOrd="0" presId="urn:microsoft.com/office/officeart/2005/8/layout/orgChart1"/>
    <dgm:cxn modelId="{2C0F9EDA-C74E-4403-9D15-4B31585F9C8B}" srcId="{70BFEA84-36B9-4057-8C28-7841025A2ECB}" destId="{CD7D0A07-A919-4C37-9B27-3DF0CF1862FE}" srcOrd="1" destOrd="0" parTransId="{B6ED8E94-C92A-48CD-B07A-DA05D2AB113C}" sibTransId="{A9902BCB-10B9-4F9C-BA8C-8EAB820FBAF2}"/>
    <dgm:cxn modelId="{0F76DADB-77FA-4FD8-AC6F-8AEDE74E0BBC}" type="presOf" srcId="{591F41F9-A2DD-4725-9EB8-C9727AA4338D}" destId="{2C0742AB-43FD-452F-93BE-040954764DB9}" srcOrd="1" destOrd="0" presId="urn:microsoft.com/office/officeart/2005/8/layout/orgChart1"/>
    <dgm:cxn modelId="{4BDFCDEE-2D2C-41D4-A622-441727D65ED8}" type="presOf" srcId="{70BFEA84-36B9-4057-8C28-7841025A2ECB}" destId="{974823DD-EBC6-413B-8B36-1313AAD769CA}" srcOrd="0" destOrd="0" presId="urn:microsoft.com/office/officeart/2005/8/layout/orgChart1"/>
    <dgm:cxn modelId="{723B32F5-A1E0-40FA-AA39-C2C5CC911E80}" type="presOf" srcId="{37516A2E-E5DB-4949-BADE-0DB84A0CA5E5}" destId="{D9A7DC7E-63E0-4F88-B136-932A001A59A7}" srcOrd="0" destOrd="0" presId="urn:microsoft.com/office/officeart/2005/8/layout/orgChart1"/>
    <dgm:cxn modelId="{CAD5F439-F29A-431C-A3EC-121C52E33C95}" type="presParOf" srcId="{BC6918A3-74E2-466E-894B-951F5D78EF79}" destId="{EC2AD447-576A-4132-9E5A-822F121FBDD8}" srcOrd="0" destOrd="0" presId="urn:microsoft.com/office/officeart/2005/8/layout/orgChart1"/>
    <dgm:cxn modelId="{C652A09C-AEB3-484E-A05F-FAF9B3A80DDF}" type="presParOf" srcId="{EC2AD447-576A-4132-9E5A-822F121FBDD8}" destId="{507673AD-CD90-4637-81A1-19F6ED6C8BD5}" srcOrd="0" destOrd="0" presId="urn:microsoft.com/office/officeart/2005/8/layout/orgChart1"/>
    <dgm:cxn modelId="{2CAFD965-BEDB-45B6-9BB8-CB9AE70AB659}" type="presParOf" srcId="{507673AD-CD90-4637-81A1-19F6ED6C8BD5}" destId="{974823DD-EBC6-413B-8B36-1313AAD769CA}" srcOrd="0" destOrd="0" presId="urn:microsoft.com/office/officeart/2005/8/layout/orgChart1"/>
    <dgm:cxn modelId="{50D07136-2F54-494C-87A2-922128530F2B}" type="presParOf" srcId="{507673AD-CD90-4637-81A1-19F6ED6C8BD5}" destId="{0F8629BF-F262-4F7A-8AEB-B54A222DE137}" srcOrd="1" destOrd="0" presId="urn:microsoft.com/office/officeart/2005/8/layout/orgChart1"/>
    <dgm:cxn modelId="{153936A0-86A8-4F5F-8275-3A6732BC604A}" type="presParOf" srcId="{EC2AD447-576A-4132-9E5A-822F121FBDD8}" destId="{340CBF40-176E-43A4-A0FC-EAC33F6C363A}" srcOrd="1" destOrd="0" presId="urn:microsoft.com/office/officeart/2005/8/layout/orgChart1"/>
    <dgm:cxn modelId="{4DE64E4B-3720-45E4-8299-DD25436C6719}" type="presParOf" srcId="{340CBF40-176E-43A4-A0FC-EAC33F6C363A}" destId="{DFA46F2B-7CB1-4132-A64B-66B9527147F4}" srcOrd="0" destOrd="0" presId="urn:microsoft.com/office/officeart/2005/8/layout/orgChart1"/>
    <dgm:cxn modelId="{134B5F94-4CEC-4B25-8930-2BE0177B096C}" type="presParOf" srcId="{340CBF40-176E-43A4-A0FC-EAC33F6C363A}" destId="{8D8F3D85-34A9-42E1-94D7-3EF236F2F6D3}" srcOrd="1" destOrd="0" presId="urn:microsoft.com/office/officeart/2005/8/layout/orgChart1"/>
    <dgm:cxn modelId="{E722AA73-3A06-4C6A-85A0-AD14D700F693}" type="presParOf" srcId="{8D8F3D85-34A9-42E1-94D7-3EF236F2F6D3}" destId="{61D6C4C6-5DA6-484C-8250-48DA75231D29}" srcOrd="0" destOrd="0" presId="urn:microsoft.com/office/officeart/2005/8/layout/orgChart1"/>
    <dgm:cxn modelId="{19AA70B0-2C0D-4D42-9708-898235FF0490}" type="presParOf" srcId="{61D6C4C6-5DA6-484C-8250-48DA75231D29}" destId="{B0D49812-71F6-4AAB-B2ED-5CE749A383D8}" srcOrd="0" destOrd="0" presId="urn:microsoft.com/office/officeart/2005/8/layout/orgChart1"/>
    <dgm:cxn modelId="{90EDBA7F-8C5E-4516-879C-FEB172F262A0}" type="presParOf" srcId="{61D6C4C6-5DA6-484C-8250-48DA75231D29}" destId="{E1DE5194-39BE-4215-8070-372EFD804598}" srcOrd="1" destOrd="0" presId="urn:microsoft.com/office/officeart/2005/8/layout/orgChart1"/>
    <dgm:cxn modelId="{8E3D5377-227D-427A-8A64-1F4EEABDCFB9}" type="presParOf" srcId="{8D8F3D85-34A9-42E1-94D7-3EF236F2F6D3}" destId="{86355480-39D5-4B6D-86CA-392AEC36940A}" srcOrd="1" destOrd="0" presId="urn:microsoft.com/office/officeart/2005/8/layout/orgChart1"/>
    <dgm:cxn modelId="{1859ABC8-25B9-464E-8A2B-E49185B4B0E3}" type="presParOf" srcId="{86355480-39D5-4B6D-86CA-392AEC36940A}" destId="{51BFE5B9-87FC-49E1-9C93-9C5DC79418C7}" srcOrd="0" destOrd="0" presId="urn:microsoft.com/office/officeart/2005/8/layout/orgChart1"/>
    <dgm:cxn modelId="{0689656B-A5D1-4AE9-9FC6-1B6FB7EDF921}" type="presParOf" srcId="{86355480-39D5-4B6D-86CA-392AEC36940A}" destId="{93E2F505-B61C-42C6-BFC2-71667F7E41DD}" srcOrd="1" destOrd="0" presId="urn:microsoft.com/office/officeart/2005/8/layout/orgChart1"/>
    <dgm:cxn modelId="{CA1B7EE8-FEBE-4588-B5F6-7DC6FE2C223A}" type="presParOf" srcId="{93E2F505-B61C-42C6-BFC2-71667F7E41DD}" destId="{E8FA9D3F-D265-488B-8648-CBF0FD6AA1B6}" srcOrd="0" destOrd="0" presId="urn:microsoft.com/office/officeart/2005/8/layout/orgChart1"/>
    <dgm:cxn modelId="{99B2EBA3-ED6D-4B48-8F63-6200044EE1A4}" type="presParOf" srcId="{E8FA9D3F-D265-488B-8648-CBF0FD6AA1B6}" destId="{BDA674D8-FED5-4CE1-92EE-B047DCE1A506}" srcOrd="0" destOrd="0" presId="urn:microsoft.com/office/officeart/2005/8/layout/orgChart1"/>
    <dgm:cxn modelId="{76253336-8812-493D-A66D-A7778309205D}" type="presParOf" srcId="{E8FA9D3F-D265-488B-8648-CBF0FD6AA1B6}" destId="{483A7D6F-650F-4CC0-B22D-26470DBCD614}" srcOrd="1" destOrd="0" presId="urn:microsoft.com/office/officeart/2005/8/layout/orgChart1"/>
    <dgm:cxn modelId="{4FFAC6D1-D68B-4287-A8EE-EC22A68019C8}" type="presParOf" srcId="{93E2F505-B61C-42C6-BFC2-71667F7E41DD}" destId="{2264F887-F7EE-451F-8B6F-E4155FB2B586}" srcOrd="1" destOrd="0" presId="urn:microsoft.com/office/officeart/2005/8/layout/orgChart1"/>
    <dgm:cxn modelId="{EE162845-3348-46E3-BA7B-1278CCCD9EC4}" type="presParOf" srcId="{93E2F505-B61C-42C6-BFC2-71667F7E41DD}" destId="{BFEFD0D2-242C-4C2D-A7FC-DA1A12BA8DC5}" srcOrd="2" destOrd="0" presId="urn:microsoft.com/office/officeart/2005/8/layout/orgChart1"/>
    <dgm:cxn modelId="{97835AC5-9621-44E9-8E89-E510DF2C9AB7}" type="presParOf" srcId="{86355480-39D5-4B6D-86CA-392AEC36940A}" destId="{D9A7DC7E-63E0-4F88-B136-932A001A59A7}" srcOrd="2" destOrd="0" presId="urn:microsoft.com/office/officeart/2005/8/layout/orgChart1"/>
    <dgm:cxn modelId="{69060348-750B-4858-B575-9B9778835E18}" type="presParOf" srcId="{86355480-39D5-4B6D-86CA-392AEC36940A}" destId="{DD264238-A369-4E05-95C8-BAD1E3702453}" srcOrd="3" destOrd="0" presId="urn:microsoft.com/office/officeart/2005/8/layout/orgChart1"/>
    <dgm:cxn modelId="{7787F931-6A85-4982-83DF-EA7E309B5F5A}" type="presParOf" srcId="{DD264238-A369-4E05-95C8-BAD1E3702453}" destId="{1FE61695-A4B8-46F4-A7DE-8BE5C616E093}" srcOrd="0" destOrd="0" presId="urn:microsoft.com/office/officeart/2005/8/layout/orgChart1"/>
    <dgm:cxn modelId="{5A557CEB-C3DD-4F4C-973B-98FFFFB081DB}" type="presParOf" srcId="{1FE61695-A4B8-46F4-A7DE-8BE5C616E093}" destId="{5401AFE3-BEF4-417E-B954-112B741708B5}" srcOrd="0" destOrd="0" presId="urn:microsoft.com/office/officeart/2005/8/layout/orgChart1"/>
    <dgm:cxn modelId="{51E495C5-6114-4CBD-99BC-CD089E2B7C56}" type="presParOf" srcId="{1FE61695-A4B8-46F4-A7DE-8BE5C616E093}" destId="{908BFDD6-0233-408D-9501-A9BD3D17A48B}" srcOrd="1" destOrd="0" presId="urn:microsoft.com/office/officeart/2005/8/layout/orgChart1"/>
    <dgm:cxn modelId="{CFCDC324-A6EC-4B4D-95D5-E6D78AC35B1F}" type="presParOf" srcId="{DD264238-A369-4E05-95C8-BAD1E3702453}" destId="{9133215D-A086-46AC-8795-8D54692A57CA}" srcOrd="1" destOrd="0" presId="urn:microsoft.com/office/officeart/2005/8/layout/orgChart1"/>
    <dgm:cxn modelId="{C2B73465-8B21-43A4-9DC5-82EE72D6ADE9}" type="presParOf" srcId="{DD264238-A369-4E05-95C8-BAD1E3702453}" destId="{9D79CE85-5996-45B0-B1CE-B106BECA360C}" srcOrd="2" destOrd="0" presId="urn:microsoft.com/office/officeart/2005/8/layout/orgChart1"/>
    <dgm:cxn modelId="{AE8F6857-FBCD-4CC4-8064-A82A044F6D8B}" type="presParOf" srcId="{86355480-39D5-4B6D-86CA-392AEC36940A}" destId="{1E200FA7-1260-4426-9939-3F9EAFEC80DC}" srcOrd="4" destOrd="0" presId="urn:microsoft.com/office/officeart/2005/8/layout/orgChart1"/>
    <dgm:cxn modelId="{6F2040DB-FCF6-4B93-8CE4-5919C3CB954F}" type="presParOf" srcId="{86355480-39D5-4B6D-86CA-392AEC36940A}" destId="{305E1950-72E3-4794-B3CA-511AF8AE24C4}" srcOrd="5" destOrd="0" presId="urn:microsoft.com/office/officeart/2005/8/layout/orgChart1"/>
    <dgm:cxn modelId="{E877ADC5-D6A6-4E66-8BC2-C96AE523B0B4}" type="presParOf" srcId="{305E1950-72E3-4794-B3CA-511AF8AE24C4}" destId="{6DAF975A-F0B6-4241-B84D-68E840A0C640}" srcOrd="0" destOrd="0" presId="urn:microsoft.com/office/officeart/2005/8/layout/orgChart1"/>
    <dgm:cxn modelId="{118EBC60-7B19-4DA1-ABA8-021D09EBDC77}" type="presParOf" srcId="{6DAF975A-F0B6-4241-B84D-68E840A0C640}" destId="{688BFACF-4EA9-4FA4-BC1C-2C2E85B2FFF4}" srcOrd="0" destOrd="0" presId="urn:microsoft.com/office/officeart/2005/8/layout/orgChart1"/>
    <dgm:cxn modelId="{B2E7CBF0-503A-4798-B0A6-0ABCF2B6260F}" type="presParOf" srcId="{6DAF975A-F0B6-4241-B84D-68E840A0C640}" destId="{26341C86-7489-4562-B5FC-7A37A27843E2}" srcOrd="1" destOrd="0" presId="urn:microsoft.com/office/officeart/2005/8/layout/orgChart1"/>
    <dgm:cxn modelId="{A41458AB-E4DD-4958-B7FB-8F7CA9AEE776}" type="presParOf" srcId="{305E1950-72E3-4794-B3CA-511AF8AE24C4}" destId="{B16B5382-1EE2-44E0-B8C1-082DDB4BC519}" srcOrd="1" destOrd="0" presId="urn:microsoft.com/office/officeart/2005/8/layout/orgChart1"/>
    <dgm:cxn modelId="{8A98CB60-4358-449A-974D-2368EB35EDC5}" type="presParOf" srcId="{305E1950-72E3-4794-B3CA-511AF8AE24C4}" destId="{A5540F0C-3503-4130-9A1C-92BA32924063}" srcOrd="2" destOrd="0" presId="urn:microsoft.com/office/officeart/2005/8/layout/orgChart1"/>
    <dgm:cxn modelId="{5826C1C1-636F-488A-AE41-93D68A796F7D}" type="presParOf" srcId="{86355480-39D5-4B6D-86CA-392AEC36940A}" destId="{9898644A-BC15-4A26-8432-94BE736898F9}" srcOrd="6" destOrd="0" presId="urn:microsoft.com/office/officeart/2005/8/layout/orgChart1"/>
    <dgm:cxn modelId="{BA9D7FAE-64D9-4A16-AF77-6E1E47A1E8E1}" type="presParOf" srcId="{86355480-39D5-4B6D-86CA-392AEC36940A}" destId="{19553954-A77C-4C70-9920-80E96D60E909}" srcOrd="7" destOrd="0" presId="urn:microsoft.com/office/officeart/2005/8/layout/orgChart1"/>
    <dgm:cxn modelId="{E86EDF9B-B071-4496-8A69-1520E381C8D1}" type="presParOf" srcId="{19553954-A77C-4C70-9920-80E96D60E909}" destId="{CEAC9998-D5A1-4D7A-A0B9-AE1D0465640B}" srcOrd="0" destOrd="0" presId="urn:microsoft.com/office/officeart/2005/8/layout/orgChart1"/>
    <dgm:cxn modelId="{515DD437-D22A-4A15-A702-1C80E7F484FA}" type="presParOf" srcId="{CEAC9998-D5A1-4D7A-A0B9-AE1D0465640B}" destId="{204A3197-216B-4AC0-BC32-02365ABD0454}" srcOrd="0" destOrd="0" presId="urn:microsoft.com/office/officeart/2005/8/layout/orgChart1"/>
    <dgm:cxn modelId="{AFBBDE18-A7DF-452E-977C-02D97AE2B0F2}" type="presParOf" srcId="{CEAC9998-D5A1-4D7A-A0B9-AE1D0465640B}" destId="{BF7360BC-7FD7-42CB-A386-B24595173657}" srcOrd="1" destOrd="0" presId="urn:microsoft.com/office/officeart/2005/8/layout/orgChart1"/>
    <dgm:cxn modelId="{B4BF6303-F42E-4628-A33D-5BA8D34F9251}" type="presParOf" srcId="{19553954-A77C-4C70-9920-80E96D60E909}" destId="{703BA44E-5C93-4D3E-942B-BD0B6065CBBA}" srcOrd="1" destOrd="0" presId="urn:microsoft.com/office/officeart/2005/8/layout/orgChart1"/>
    <dgm:cxn modelId="{FC03AB09-9662-469D-8AA6-5028BEB270DC}" type="presParOf" srcId="{19553954-A77C-4C70-9920-80E96D60E909}" destId="{60BFC126-A6A2-46B3-A8AC-C82E9D902E6B}" srcOrd="2" destOrd="0" presId="urn:microsoft.com/office/officeart/2005/8/layout/orgChart1"/>
    <dgm:cxn modelId="{D5E7D603-D1FD-432D-A591-311417431764}" type="presParOf" srcId="{8D8F3D85-34A9-42E1-94D7-3EF236F2F6D3}" destId="{DE0A25F9-A1FD-4EE4-A181-E586C4F2B8D5}" srcOrd="2" destOrd="0" presId="urn:microsoft.com/office/officeart/2005/8/layout/orgChart1"/>
    <dgm:cxn modelId="{D69F6D52-56A3-44F8-9599-9E15C2FFBF27}" type="presParOf" srcId="{340CBF40-176E-43A4-A0FC-EAC33F6C363A}" destId="{BE3777B0-8920-4432-8FD8-B1CC3CBB7094}" srcOrd="2" destOrd="0" presId="urn:microsoft.com/office/officeart/2005/8/layout/orgChart1"/>
    <dgm:cxn modelId="{A2F64FAE-179C-4610-9E30-BF72DA8E91FA}" type="presParOf" srcId="{340CBF40-176E-43A4-A0FC-EAC33F6C363A}" destId="{33050E90-2A25-41AC-9D78-C91A0BCDEB7F}" srcOrd="3" destOrd="0" presId="urn:microsoft.com/office/officeart/2005/8/layout/orgChart1"/>
    <dgm:cxn modelId="{B57626AC-DE7E-4A7C-9326-B89BEF6796F9}" type="presParOf" srcId="{33050E90-2A25-41AC-9D78-C91A0BCDEB7F}" destId="{D60579C9-C047-460D-99E0-20EFADE8BE04}" srcOrd="0" destOrd="0" presId="urn:microsoft.com/office/officeart/2005/8/layout/orgChart1"/>
    <dgm:cxn modelId="{873556AF-B32E-4BA4-B6D2-D0E7CA20BC00}" type="presParOf" srcId="{D60579C9-C047-460D-99E0-20EFADE8BE04}" destId="{E341E177-2014-4807-B9CE-C39E21B9A2B0}" srcOrd="0" destOrd="0" presId="urn:microsoft.com/office/officeart/2005/8/layout/orgChart1"/>
    <dgm:cxn modelId="{F96FD3DC-2F62-4439-B800-00133111A92C}" type="presParOf" srcId="{D60579C9-C047-460D-99E0-20EFADE8BE04}" destId="{D5A15856-08ED-4CFB-A81C-4A8A9E7CBE4E}" srcOrd="1" destOrd="0" presId="urn:microsoft.com/office/officeart/2005/8/layout/orgChart1"/>
    <dgm:cxn modelId="{DF617E91-10B5-49F0-B759-B1E5FC9F85DD}" type="presParOf" srcId="{33050E90-2A25-41AC-9D78-C91A0BCDEB7F}" destId="{0CB5DCE3-3377-44D7-8DB0-EFD04E5FCD26}" srcOrd="1" destOrd="0" presId="urn:microsoft.com/office/officeart/2005/8/layout/orgChart1"/>
    <dgm:cxn modelId="{23C5E2E6-8FBA-4F51-8EDC-55331A581EDA}" type="presParOf" srcId="{0CB5DCE3-3377-44D7-8DB0-EFD04E5FCD26}" destId="{39C741DD-434F-4649-AE2B-60AD0102D655}" srcOrd="0" destOrd="0" presId="urn:microsoft.com/office/officeart/2005/8/layout/orgChart1"/>
    <dgm:cxn modelId="{9E216B85-172E-4AB6-960B-2FE1A04AF735}" type="presParOf" srcId="{0CB5DCE3-3377-44D7-8DB0-EFD04E5FCD26}" destId="{3EAA60F3-F828-487B-A623-9AD69EDD46B7}" srcOrd="1" destOrd="0" presId="urn:microsoft.com/office/officeart/2005/8/layout/orgChart1"/>
    <dgm:cxn modelId="{2274BD1D-46F2-4D5D-A8F5-F21735285298}" type="presParOf" srcId="{3EAA60F3-F828-487B-A623-9AD69EDD46B7}" destId="{BE021351-77D0-4647-B774-ADDC5511C9D3}" srcOrd="0" destOrd="0" presId="urn:microsoft.com/office/officeart/2005/8/layout/orgChart1"/>
    <dgm:cxn modelId="{4523F111-3E1E-476A-8892-C0E0724A366B}" type="presParOf" srcId="{BE021351-77D0-4647-B774-ADDC5511C9D3}" destId="{4A0F2D85-7F54-4945-815C-A9BC02D7791F}" srcOrd="0" destOrd="0" presId="urn:microsoft.com/office/officeart/2005/8/layout/orgChart1"/>
    <dgm:cxn modelId="{37B1321E-A684-429B-A4FB-63C85E51078E}" type="presParOf" srcId="{BE021351-77D0-4647-B774-ADDC5511C9D3}" destId="{A99A4B03-3CDB-4D09-8D36-A12DD2159F0B}" srcOrd="1" destOrd="0" presId="urn:microsoft.com/office/officeart/2005/8/layout/orgChart1"/>
    <dgm:cxn modelId="{DF44FF0C-901F-47F5-A9AD-43A8F7510598}" type="presParOf" srcId="{3EAA60F3-F828-487B-A623-9AD69EDD46B7}" destId="{2F5F9501-C069-4D9D-95B4-08160C02E782}" srcOrd="1" destOrd="0" presId="urn:microsoft.com/office/officeart/2005/8/layout/orgChart1"/>
    <dgm:cxn modelId="{061ED8A0-AF41-406D-94B9-913BB2E0EA2C}" type="presParOf" srcId="{3EAA60F3-F828-487B-A623-9AD69EDD46B7}" destId="{86715A03-2310-421A-870F-E9D681952A95}" srcOrd="2" destOrd="0" presId="urn:microsoft.com/office/officeart/2005/8/layout/orgChart1"/>
    <dgm:cxn modelId="{7AA94FDB-E422-41FB-9680-CFB3030BC49D}" type="presParOf" srcId="{0CB5DCE3-3377-44D7-8DB0-EFD04E5FCD26}" destId="{C6E94D7F-75C1-4F4E-BE1C-2C213CC6651E}" srcOrd="2" destOrd="0" presId="urn:microsoft.com/office/officeart/2005/8/layout/orgChart1"/>
    <dgm:cxn modelId="{5313417E-86EB-4D7F-8EB7-5E79AF2B12FC}" type="presParOf" srcId="{0CB5DCE3-3377-44D7-8DB0-EFD04E5FCD26}" destId="{7F918654-B72D-405D-977E-1401EFBF9BAD}" srcOrd="3" destOrd="0" presId="urn:microsoft.com/office/officeart/2005/8/layout/orgChart1"/>
    <dgm:cxn modelId="{A86863F5-01F6-4ED1-AEEC-5449F10A5B19}" type="presParOf" srcId="{7F918654-B72D-405D-977E-1401EFBF9BAD}" destId="{9A910C54-20FF-48D6-B93F-7E5E5ED0D801}" srcOrd="0" destOrd="0" presId="urn:microsoft.com/office/officeart/2005/8/layout/orgChart1"/>
    <dgm:cxn modelId="{5F0D1FE8-B756-40B1-9F3F-4AF81211BAA2}" type="presParOf" srcId="{9A910C54-20FF-48D6-B93F-7E5E5ED0D801}" destId="{F7FBAB0D-AC25-40DC-B255-E061774C1FA2}" srcOrd="0" destOrd="0" presId="urn:microsoft.com/office/officeart/2005/8/layout/orgChart1"/>
    <dgm:cxn modelId="{9215909E-01C3-47E6-BA78-0F95D5FE8978}" type="presParOf" srcId="{9A910C54-20FF-48D6-B93F-7E5E5ED0D801}" destId="{FAD32CF9-12C5-4FCF-B529-95942538B275}" srcOrd="1" destOrd="0" presId="urn:microsoft.com/office/officeart/2005/8/layout/orgChart1"/>
    <dgm:cxn modelId="{8AB7A909-9556-48FE-9D58-6834139D3432}" type="presParOf" srcId="{7F918654-B72D-405D-977E-1401EFBF9BAD}" destId="{19DB4A58-0895-4135-BF06-0ED4F3C0F2B8}" srcOrd="1" destOrd="0" presId="urn:microsoft.com/office/officeart/2005/8/layout/orgChart1"/>
    <dgm:cxn modelId="{A967D352-B144-4D19-A01B-EADDA06B5A65}" type="presParOf" srcId="{7F918654-B72D-405D-977E-1401EFBF9BAD}" destId="{A94B41A1-8D8E-45C2-9510-0F233441A109}" srcOrd="2" destOrd="0" presId="urn:microsoft.com/office/officeart/2005/8/layout/orgChart1"/>
    <dgm:cxn modelId="{A7B7BD0F-D2D5-465F-8EAE-E0B3A7D08186}" type="presParOf" srcId="{33050E90-2A25-41AC-9D78-C91A0BCDEB7F}" destId="{19594BEB-F1E2-4D09-A6C8-685A227B0481}" srcOrd="2" destOrd="0" presId="urn:microsoft.com/office/officeart/2005/8/layout/orgChart1"/>
    <dgm:cxn modelId="{6166D6F8-D84F-4E23-99E1-EFBAD9A18AB8}" type="presParOf" srcId="{340CBF40-176E-43A4-A0FC-EAC33F6C363A}" destId="{21871255-161E-4927-B8CB-BB8DFAFE0943}" srcOrd="4" destOrd="0" presId="urn:microsoft.com/office/officeart/2005/8/layout/orgChart1"/>
    <dgm:cxn modelId="{974D74B5-5ACF-4123-8D9F-6213A6DF9305}" type="presParOf" srcId="{340CBF40-176E-43A4-A0FC-EAC33F6C363A}" destId="{2E8E7DE9-BADF-427B-89AE-E61D793D2933}" srcOrd="5" destOrd="0" presId="urn:microsoft.com/office/officeart/2005/8/layout/orgChart1"/>
    <dgm:cxn modelId="{8B9F420D-3219-4463-BC4F-BDBA60661C0F}" type="presParOf" srcId="{2E8E7DE9-BADF-427B-89AE-E61D793D2933}" destId="{B2D99E41-B5C0-455E-BE4E-DF135BE1E681}" srcOrd="0" destOrd="0" presId="urn:microsoft.com/office/officeart/2005/8/layout/orgChart1"/>
    <dgm:cxn modelId="{40A0A175-BF89-4220-98AF-51EAC3854885}" type="presParOf" srcId="{B2D99E41-B5C0-455E-BE4E-DF135BE1E681}" destId="{C41841F5-6499-44A9-A9D3-7A31FFC8D3D6}" srcOrd="0" destOrd="0" presId="urn:microsoft.com/office/officeart/2005/8/layout/orgChart1"/>
    <dgm:cxn modelId="{93413413-7F82-4A0E-AB98-1560C60F5507}" type="presParOf" srcId="{B2D99E41-B5C0-455E-BE4E-DF135BE1E681}" destId="{F8BA9500-2E81-4770-8757-A8B2DDD975BF}" srcOrd="1" destOrd="0" presId="urn:microsoft.com/office/officeart/2005/8/layout/orgChart1"/>
    <dgm:cxn modelId="{C2059031-E306-4248-AA22-B6AACA2ACA92}" type="presParOf" srcId="{2E8E7DE9-BADF-427B-89AE-E61D793D2933}" destId="{96D0342F-A6CB-4873-8ACB-48EC0E1E91A2}" srcOrd="1" destOrd="0" presId="urn:microsoft.com/office/officeart/2005/8/layout/orgChart1"/>
    <dgm:cxn modelId="{2D0373E1-5469-4936-9A0D-6735E3A92CBD}" type="presParOf" srcId="{96D0342F-A6CB-4873-8ACB-48EC0E1E91A2}" destId="{01313186-2F8A-43BB-B938-087DC1F8C763}" srcOrd="0" destOrd="0" presId="urn:microsoft.com/office/officeart/2005/8/layout/orgChart1"/>
    <dgm:cxn modelId="{95A91E15-97E8-4949-A531-B151FE8BF72C}" type="presParOf" srcId="{96D0342F-A6CB-4873-8ACB-48EC0E1E91A2}" destId="{D710FCBC-56E1-49E4-8951-9BD3B02C718A}" srcOrd="1" destOrd="0" presId="urn:microsoft.com/office/officeart/2005/8/layout/orgChart1"/>
    <dgm:cxn modelId="{54DB92FB-460C-47C8-9713-A0335AFDE58B}" type="presParOf" srcId="{D710FCBC-56E1-49E4-8951-9BD3B02C718A}" destId="{40D5D6E8-5772-4FB1-9008-44BB473C953C}" srcOrd="0" destOrd="0" presId="urn:microsoft.com/office/officeart/2005/8/layout/orgChart1"/>
    <dgm:cxn modelId="{BFD82BDE-1C75-4ED1-86EA-E680F64805D7}" type="presParOf" srcId="{40D5D6E8-5772-4FB1-9008-44BB473C953C}" destId="{36666BE5-B38A-4801-A4E6-8A313EDB69D3}" srcOrd="0" destOrd="0" presId="urn:microsoft.com/office/officeart/2005/8/layout/orgChart1"/>
    <dgm:cxn modelId="{84F7EFD1-BAB6-431F-8B6A-77B1DF86DB49}" type="presParOf" srcId="{40D5D6E8-5772-4FB1-9008-44BB473C953C}" destId="{2C0742AB-43FD-452F-93BE-040954764DB9}" srcOrd="1" destOrd="0" presId="urn:microsoft.com/office/officeart/2005/8/layout/orgChart1"/>
    <dgm:cxn modelId="{CCB5DB77-C0B0-45D9-96B3-782595BFDE09}" type="presParOf" srcId="{D710FCBC-56E1-49E4-8951-9BD3B02C718A}" destId="{4EFAFD92-18AF-4F39-A782-292BEFC11F7F}" srcOrd="1" destOrd="0" presId="urn:microsoft.com/office/officeart/2005/8/layout/orgChart1"/>
    <dgm:cxn modelId="{CC9924DE-56FA-4C63-B341-F81E63D5CD8D}" type="presParOf" srcId="{D710FCBC-56E1-49E4-8951-9BD3B02C718A}" destId="{8034A1DD-8717-446D-BEC9-4F4ECEE9EE9F}" srcOrd="2" destOrd="0" presId="urn:microsoft.com/office/officeart/2005/8/layout/orgChart1"/>
    <dgm:cxn modelId="{4EA0E397-A645-4E20-81F4-8D689B4B43C5}" type="presParOf" srcId="{96D0342F-A6CB-4873-8ACB-48EC0E1E91A2}" destId="{2EA0D6D9-22E7-4B5F-9B12-E23E3D060776}" srcOrd="2" destOrd="0" presId="urn:microsoft.com/office/officeart/2005/8/layout/orgChart1"/>
    <dgm:cxn modelId="{01A71205-9DBB-4C41-A71A-B972C4BC9DA8}" type="presParOf" srcId="{96D0342F-A6CB-4873-8ACB-48EC0E1E91A2}" destId="{9168BD6F-C51A-45B5-9B72-EC4D67B77177}" srcOrd="3" destOrd="0" presId="urn:microsoft.com/office/officeart/2005/8/layout/orgChart1"/>
    <dgm:cxn modelId="{48770338-CC72-4AB8-A50E-B2D81C9EEBFB}" type="presParOf" srcId="{9168BD6F-C51A-45B5-9B72-EC4D67B77177}" destId="{0852832E-955F-45F5-9037-E2E26EF3C56D}" srcOrd="0" destOrd="0" presId="urn:microsoft.com/office/officeart/2005/8/layout/orgChart1"/>
    <dgm:cxn modelId="{9ED89FF5-230E-4B3C-AAE1-271DD69E036D}" type="presParOf" srcId="{0852832E-955F-45F5-9037-E2E26EF3C56D}" destId="{57A51EEE-87EE-4E7C-BA11-453F27B24744}" srcOrd="0" destOrd="0" presId="urn:microsoft.com/office/officeart/2005/8/layout/orgChart1"/>
    <dgm:cxn modelId="{5DD728AB-7631-4E0B-9B87-D8446702E267}" type="presParOf" srcId="{0852832E-955F-45F5-9037-E2E26EF3C56D}" destId="{BED1E2EE-3A83-4D36-9D40-2D12C581B73C}" srcOrd="1" destOrd="0" presId="urn:microsoft.com/office/officeart/2005/8/layout/orgChart1"/>
    <dgm:cxn modelId="{A30186D8-3606-4D30-900E-C3FCC86931F1}" type="presParOf" srcId="{9168BD6F-C51A-45B5-9B72-EC4D67B77177}" destId="{9A761F0E-2331-4EC0-BE7F-27174385DD77}" srcOrd="1" destOrd="0" presId="urn:microsoft.com/office/officeart/2005/8/layout/orgChart1"/>
    <dgm:cxn modelId="{136566BC-EAEC-4892-B673-20B035535706}" type="presParOf" srcId="{9168BD6F-C51A-45B5-9B72-EC4D67B77177}" destId="{A9608B74-625B-4FFD-973E-550424F36EDA}" srcOrd="2" destOrd="0" presId="urn:microsoft.com/office/officeart/2005/8/layout/orgChart1"/>
    <dgm:cxn modelId="{41EDEB9C-6191-4175-9F89-D7A936D7B040}" type="presParOf" srcId="{2E8E7DE9-BADF-427B-89AE-E61D793D2933}" destId="{555DBE5E-0F3B-474D-AE2F-AF1CE9D1EC8B}" srcOrd="2" destOrd="0" presId="urn:microsoft.com/office/officeart/2005/8/layout/orgChart1"/>
    <dgm:cxn modelId="{DE128CAE-ADF0-483C-BC80-C7A271724353}" type="presParOf" srcId="{340CBF40-176E-43A4-A0FC-EAC33F6C363A}" destId="{9EAB90A2-4D79-47A2-81D7-7C02DDD67ADB}" srcOrd="6" destOrd="0" presId="urn:microsoft.com/office/officeart/2005/8/layout/orgChart1"/>
    <dgm:cxn modelId="{E1A3626B-2042-469C-871A-1FB7F140F60F}" type="presParOf" srcId="{340CBF40-176E-43A4-A0FC-EAC33F6C363A}" destId="{E300659C-EBDF-4F35-B5C1-D70293EE3067}" srcOrd="7" destOrd="0" presId="urn:microsoft.com/office/officeart/2005/8/layout/orgChart1"/>
    <dgm:cxn modelId="{499C7210-0758-49ED-BC89-7053F77DED2A}" type="presParOf" srcId="{E300659C-EBDF-4F35-B5C1-D70293EE3067}" destId="{A4418FD1-85C5-4974-B621-A51EC0A081E5}" srcOrd="0" destOrd="0" presId="urn:microsoft.com/office/officeart/2005/8/layout/orgChart1"/>
    <dgm:cxn modelId="{30D23E59-A139-483A-9CC4-2F5437359F6A}" type="presParOf" srcId="{A4418FD1-85C5-4974-B621-A51EC0A081E5}" destId="{235799A5-237E-4C8C-B5CE-5CEA0D5CAE3E}" srcOrd="0" destOrd="0" presId="urn:microsoft.com/office/officeart/2005/8/layout/orgChart1"/>
    <dgm:cxn modelId="{C02A684D-00E1-4762-93B4-E397E61EA111}" type="presParOf" srcId="{A4418FD1-85C5-4974-B621-A51EC0A081E5}" destId="{29172A74-81C8-4151-BCFF-0879B181C948}" srcOrd="1" destOrd="0" presId="urn:microsoft.com/office/officeart/2005/8/layout/orgChart1"/>
    <dgm:cxn modelId="{358C8163-7C80-418B-819F-ECC87746E855}" type="presParOf" srcId="{E300659C-EBDF-4F35-B5C1-D70293EE3067}" destId="{33868831-344B-4386-AA42-060D6EC8C4AD}" srcOrd="1" destOrd="0" presId="urn:microsoft.com/office/officeart/2005/8/layout/orgChart1"/>
    <dgm:cxn modelId="{AB94ED42-F2A0-4510-A74B-994E2A16526B}" type="presParOf" srcId="{33868831-344B-4386-AA42-060D6EC8C4AD}" destId="{1D88AE1F-57BA-4EA7-8A2E-933877BB7C00}" srcOrd="0" destOrd="0" presId="urn:microsoft.com/office/officeart/2005/8/layout/orgChart1"/>
    <dgm:cxn modelId="{C140A4AD-28A6-4E22-8A44-AEDEBD29E9AF}" type="presParOf" srcId="{33868831-344B-4386-AA42-060D6EC8C4AD}" destId="{5AF7D779-2669-467E-80A3-C2ECBFC7B0EC}" srcOrd="1" destOrd="0" presId="urn:microsoft.com/office/officeart/2005/8/layout/orgChart1"/>
    <dgm:cxn modelId="{E5B3AC04-4046-4074-8575-13AA97373E7E}" type="presParOf" srcId="{5AF7D779-2669-467E-80A3-C2ECBFC7B0EC}" destId="{2BF86F8B-3906-4D9B-8448-529FFEF1EC72}" srcOrd="0" destOrd="0" presId="urn:microsoft.com/office/officeart/2005/8/layout/orgChart1"/>
    <dgm:cxn modelId="{33AF5CBA-28CA-401D-9744-44EB999123F9}" type="presParOf" srcId="{2BF86F8B-3906-4D9B-8448-529FFEF1EC72}" destId="{FE93A58D-CB67-496C-8B2E-F6FDB5B164A2}" srcOrd="0" destOrd="0" presId="urn:microsoft.com/office/officeart/2005/8/layout/orgChart1"/>
    <dgm:cxn modelId="{24AD9716-80D5-4667-AF5B-5561CDC5E79E}" type="presParOf" srcId="{2BF86F8B-3906-4D9B-8448-529FFEF1EC72}" destId="{C86A4452-FE07-4B64-BDB5-722B13AD6EA3}" srcOrd="1" destOrd="0" presId="urn:microsoft.com/office/officeart/2005/8/layout/orgChart1"/>
    <dgm:cxn modelId="{6B8CC766-638F-406B-B309-CB5E8024D861}" type="presParOf" srcId="{5AF7D779-2669-467E-80A3-C2ECBFC7B0EC}" destId="{DC27C1FD-B700-48AA-A839-DBA5CC308C33}" srcOrd="1" destOrd="0" presId="urn:microsoft.com/office/officeart/2005/8/layout/orgChart1"/>
    <dgm:cxn modelId="{5D5ABFA8-9668-46D5-8A1B-831AA167997F}" type="presParOf" srcId="{5AF7D779-2669-467E-80A3-C2ECBFC7B0EC}" destId="{234D22E4-E0FB-4564-BA0E-65E9397AC389}" srcOrd="2" destOrd="0" presId="urn:microsoft.com/office/officeart/2005/8/layout/orgChart1"/>
    <dgm:cxn modelId="{AF50064C-58DE-4B10-978D-7B398CFCB3DD}" type="presParOf" srcId="{E300659C-EBDF-4F35-B5C1-D70293EE3067}" destId="{18434CC9-A00A-4CB7-9A79-5A111AB93F1F}" srcOrd="2" destOrd="0" presId="urn:microsoft.com/office/officeart/2005/8/layout/orgChart1"/>
    <dgm:cxn modelId="{1BD743E8-0BD9-4728-B8CD-FF664987DC6D}" type="presParOf" srcId="{EC2AD447-576A-4132-9E5A-822F121FBDD8}" destId="{811C35BD-F100-4B10-9BFB-F851E3D0CFF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9A934B-92A0-47BB-B952-655A34607A33}">
      <dsp:nvSpPr>
        <dsp:cNvPr id="0" name=""/>
        <dsp:cNvSpPr/>
      </dsp:nvSpPr>
      <dsp:spPr>
        <a:xfrm>
          <a:off x="4154983" y="1378698"/>
          <a:ext cx="170594" cy="37530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53073"/>
              </a:lnTo>
              <a:lnTo>
                <a:pt x="170594" y="375307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2BC0BB-87AF-42AF-AAAA-1270CF698D3D}">
      <dsp:nvSpPr>
        <dsp:cNvPr id="0" name=""/>
        <dsp:cNvSpPr/>
      </dsp:nvSpPr>
      <dsp:spPr>
        <a:xfrm>
          <a:off x="4154983" y="1378698"/>
          <a:ext cx="170594" cy="29455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45593"/>
              </a:lnTo>
              <a:lnTo>
                <a:pt x="170594" y="294559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D30123-01D5-4516-A673-FC0A399790F1}">
      <dsp:nvSpPr>
        <dsp:cNvPr id="0" name=""/>
        <dsp:cNvSpPr/>
      </dsp:nvSpPr>
      <dsp:spPr>
        <a:xfrm>
          <a:off x="4154983" y="1378698"/>
          <a:ext cx="170594" cy="21381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38114"/>
              </a:lnTo>
              <a:lnTo>
                <a:pt x="170594" y="213811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F45F19-8530-4656-9191-9CDF8C6DABED}">
      <dsp:nvSpPr>
        <dsp:cNvPr id="0" name=""/>
        <dsp:cNvSpPr/>
      </dsp:nvSpPr>
      <dsp:spPr>
        <a:xfrm>
          <a:off x="4154983" y="1378698"/>
          <a:ext cx="170594" cy="13306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0635"/>
              </a:lnTo>
              <a:lnTo>
                <a:pt x="170594" y="133063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2654F9-B93D-4E85-ADBF-659451EBF481}">
      <dsp:nvSpPr>
        <dsp:cNvPr id="0" name=""/>
        <dsp:cNvSpPr/>
      </dsp:nvSpPr>
      <dsp:spPr>
        <a:xfrm>
          <a:off x="4154983" y="1378698"/>
          <a:ext cx="170594" cy="5231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3155"/>
              </a:lnTo>
              <a:lnTo>
                <a:pt x="170594" y="5231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6FFACC-C2A5-4B8E-97E3-FBC73D906601}">
      <dsp:nvSpPr>
        <dsp:cNvPr id="0" name=""/>
        <dsp:cNvSpPr/>
      </dsp:nvSpPr>
      <dsp:spPr>
        <a:xfrm>
          <a:off x="3921838" y="571219"/>
          <a:ext cx="688063" cy="2388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415"/>
              </a:lnTo>
              <a:lnTo>
                <a:pt x="688063" y="119415"/>
              </a:lnTo>
              <a:lnTo>
                <a:pt x="688063" y="23883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C9595D-2B33-4C6E-BF6D-E87994A7759C}">
      <dsp:nvSpPr>
        <dsp:cNvPr id="0" name=""/>
        <dsp:cNvSpPr/>
      </dsp:nvSpPr>
      <dsp:spPr>
        <a:xfrm>
          <a:off x="2778856" y="1378698"/>
          <a:ext cx="170594" cy="13306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0635"/>
              </a:lnTo>
              <a:lnTo>
                <a:pt x="170594" y="133063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29D490-582C-413C-8272-094FE12B675A}">
      <dsp:nvSpPr>
        <dsp:cNvPr id="0" name=""/>
        <dsp:cNvSpPr/>
      </dsp:nvSpPr>
      <dsp:spPr>
        <a:xfrm>
          <a:off x="2778856" y="1378698"/>
          <a:ext cx="170594" cy="5231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23155"/>
              </a:lnTo>
              <a:lnTo>
                <a:pt x="170594" y="52315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0BF9E7-38B0-426E-86C6-8443A0F54AA2}">
      <dsp:nvSpPr>
        <dsp:cNvPr id="0" name=""/>
        <dsp:cNvSpPr/>
      </dsp:nvSpPr>
      <dsp:spPr>
        <a:xfrm>
          <a:off x="3233774" y="571219"/>
          <a:ext cx="688063" cy="238831"/>
        </a:xfrm>
        <a:custGeom>
          <a:avLst/>
          <a:gdLst/>
          <a:ahLst/>
          <a:cxnLst/>
          <a:rect l="0" t="0" r="0" b="0"/>
          <a:pathLst>
            <a:path>
              <a:moveTo>
                <a:pt x="688063" y="0"/>
              </a:moveTo>
              <a:lnTo>
                <a:pt x="688063" y="119415"/>
              </a:lnTo>
              <a:lnTo>
                <a:pt x="0" y="119415"/>
              </a:lnTo>
              <a:lnTo>
                <a:pt x="0" y="23883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DA827F-8D4C-45FD-A944-F49859DA6E1F}">
      <dsp:nvSpPr>
        <dsp:cNvPr id="0" name=""/>
        <dsp:cNvSpPr/>
      </dsp:nvSpPr>
      <dsp:spPr>
        <a:xfrm>
          <a:off x="3353190" y="2571"/>
          <a:ext cx="1137294" cy="56864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FeAndSteelAnd</a:t>
          </a:r>
          <a:endParaRPr lang="de-DE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SteelAlloys</a:t>
          </a:r>
          <a:endParaRPr lang="de-DE" sz="1100" kern="1200"/>
        </a:p>
      </dsp:txBody>
      <dsp:txXfrm>
        <a:off x="3353190" y="2571"/>
        <a:ext cx="1137294" cy="568647"/>
      </dsp:txXfrm>
    </dsp:sp>
    <dsp:sp modelId="{E47903C6-910E-4C11-9F47-A90C37BB960F}">
      <dsp:nvSpPr>
        <dsp:cNvPr id="0" name=""/>
        <dsp:cNvSpPr/>
      </dsp:nvSpPr>
      <dsp:spPr>
        <a:xfrm>
          <a:off x="2665127" y="810050"/>
          <a:ext cx="1137294" cy="568647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iron</a:t>
          </a:r>
        </a:p>
      </dsp:txBody>
      <dsp:txXfrm>
        <a:off x="2665127" y="810050"/>
        <a:ext cx="1137294" cy="568647"/>
      </dsp:txXfrm>
    </dsp:sp>
    <dsp:sp modelId="{9DAC3A2E-CBDD-43F8-B9FB-DBF3E327BEE6}">
      <dsp:nvSpPr>
        <dsp:cNvPr id="0" name=""/>
        <dsp:cNvSpPr/>
      </dsp:nvSpPr>
      <dsp:spPr>
        <a:xfrm>
          <a:off x="2949450" y="1617530"/>
          <a:ext cx="1137294" cy="568647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castIron</a:t>
          </a:r>
          <a:endParaRPr lang="de-DE" sz="1100" kern="1200"/>
        </a:p>
      </dsp:txBody>
      <dsp:txXfrm>
        <a:off x="2949450" y="1617530"/>
        <a:ext cx="1137294" cy="568647"/>
      </dsp:txXfrm>
    </dsp:sp>
    <dsp:sp modelId="{2CC6D5F5-88AD-4C37-83B4-4FCB1BA0DF12}">
      <dsp:nvSpPr>
        <dsp:cNvPr id="0" name=""/>
        <dsp:cNvSpPr/>
      </dsp:nvSpPr>
      <dsp:spPr>
        <a:xfrm>
          <a:off x="2949450" y="2425009"/>
          <a:ext cx="1137294" cy="568647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wroughtIron</a:t>
          </a:r>
          <a:endParaRPr lang="de-DE" sz="1100" kern="1200"/>
        </a:p>
      </dsp:txBody>
      <dsp:txXfrm>
        <a:off x="2949450" y="2425009"/>
        <a:ext cx="1137294" cy="568647"/>
      </dsp:txXfrm>
    </dsp:sp>
    <dsp:sp modelId="{263D1683-6B34-4C65-AED7-245D357E5B71}">
      <dsp:nvSpPr>
        <dsp:cNvPr id="0" name=""/>
        <dsp:cNvSpPr/>
      </dsp:nvSpPr>
      <dsp:spPr>
        <a:xfrm>
          <a:off x="4041254" y="810050"/>
          <a:ext cx="1137294" cy="568647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steelAnd</a:t>
          </a:r>
          <a:endParaRPr lang="de-DE" sz="1100" kern="120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SteelAlloys</a:t>
          </a:r>
          <a:endParaRPr lang="de-DE" sz="1100" kern="1200"/>
        </a:p>
      </dsp:txBody>
      <dsp:txXfrm>
        <a:off x="4041254" y="810050"/>
        <a:ext cx="1137294" cy="568647"/>
      </dsp:txXfrm>
    </dsp:sp>
    <dsp:sp modelId="{162268A3-7E5C-4295-BCD3-B643F53ADBF3}">
      <dsp:nvSpPr>
        <dsp:cNvPr id="0" name=""/>
        <dsp:cNvSpPr/>
      </dsp:nvSpPr>
      <dsp:spPr>
        <a:xfrm>
          <a:off x="4325577" y="1617530"/>
          <a:ext cx="1137294" cy="568647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carbonSteel</a:t>
          </a:r>
          <a:endParaRPr lang="de-DE" sz="1100" kern="1200"/>
        </a:p>
      </dsp:txBody>
      <dsp:txXfrm>
        <a:off x="4325577" y="1617530"/>
        <a:ext cx="1137294" cy="568647"/>
      </dsp:txXfrm>
    </dsp:sp>
    <dsp:sp modelId="{022C3195-EA3B-4063-8780-2CAD88D6DA6B}">
      <dsp:nvSpPr>
        <dsp:cNvPr id="0" name=""/>
        <dsp:cNvSpPr/>
      </dsp:nvSpPr>
      <dsp:spPr>
        <a:xfrm>
          <a:off x="4325577" y="2425009"/>
          <a:ext cx="1137294" cy="568647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alloySteel</a:t>
          </a:r>
          <a:endParaRPr lang="de-DE" sz="1100" kern="1200"/>
        </a:p>
      </dsp:txBody>
      <dsp:txXfrm>
        <a:off x="4325577" y="2425009"/>
        <a:ext cx="1137294" cy="568647"/>
      </dsp:txXfrm>
    </dsp:sp>
    <dsp:sp modelId="{36164227-629F-4FA7-B07E-0705AF556E78}">
      <dsp:nvSpPr>
        <dsp:cNvPr id="0" name=""/>
        <dsp:cNvSpPr/>
      </dsp:nvSpPr>
      <dsp:spPr>
        <a:xfrm>
          <a:off x="4325577" y="3232489"/>
          <a:ext cx="1137294" cy="568647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stainlessSteel</a:t>
          </a:r>
          <a:endParaRPr lang="de-DE" sz="1100" kern="1200"/>
        </a:p>
      </dsp:txBody>
      <dsp:txXfrm>
        <a:off x="4325577" y="3232489"/>
        <a:ext cx="1137294" cy="568647"/>
      </dsp:txXfrm>
    </dsp:sp>
    <dsp:sp modelId="{E0D635E2-4281-44C6-92E0-08ACBCEFFFD1}">
      <dsp:nvSpPr>
        <dsp:cNvPr id="0" name=""/>
        <dsp:cNvSpPr/>
      </dsp:nvSpPr>
      <dsp:spPr>
        <a:xfrm>
          <a:off x="4325577" y="4039968"/>
          <a:ext cx="1137294" cy="568647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/>
            <a:t>toolSteel</a:t>
          </a:r>
          <a:endParaRPr lang="de-DE" sz="1100" kern="1200" dirty="0"/>
        </a:p>
      </dsp:txBody>
      <dsp:txXfrm>
        <a:off x="4325577" y="4039968"/>
        <a:ext cx="1137294" cy="568647"/>
      </dsp:txXfrm>
    </dsp:sp>
    <dsp:sp modelId="{E4853F31-2566-4857-9ACE-A379CB917E8A}">
      <dsp:nvSpPr>
        <dsp:cNvPr id="0" name=""/>
        <dsp:cNvSpPr/>
      </dsp:nvSpPr>
      <dsp:spPr>
        <a:xfrm>
          <a:off x="4325577" y="4847447"/>
          <a:ext cx="1137294" cy="568647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/>
            <a:t>galvanizedSteel</a:t>
          </a:r>
          <a:endParaRPr lang="de-DE" sz="1100" kern="1200" dirty="0"/>
        </a:p>
      </dsp:txBody>
      <dsp:txXfrm>
        <a:off x="4325577" y="4847447"/>
        <a:ext cx="1137294" cy="5686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7453F1-C3E7-4CE8-ABED-52294ED860F8}">
      <dsp:nvSpPr>
        <dsp:cNvPr id="0" name=""/>
        <dsp:cNvSpPr/>
      </dsp:nvSpPr>
      <dsp:spPr>
        <a:xfrm>
          <a:off x="4557337" y="863221"/>
          <a:ext cx="106917" cy="3278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7880"/>
              </a:lnTo>
              <a:lnTo>
                <a:pt x="106917" y="32788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E60862-DC86-4B0D-9582-480292BC850E}">
      <dsp:nvSpPr>
        <dsp:cNvPr id="0" name=""/>
        <dsp:cNvSpPr/>
      </dsp:nvSpPr>
      <dsp:spPr>
        <a:xfrm>
          <a:off x="3979981" y="357144"/>
          <a:ext cx="862469" cy="1496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4842"/>
              </a:lnTo>
              <a:lnTo>
                <a:pt x="862469" y="74842"/>
              </a:lnTo>
              <a:lnTo>
                <a:pt x="862469" y="14968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63FEE2-F5A4-4582-8015-48353F4685CF}">
      <dsp:nvSpPr>
        <dsp:cNvPr id="0" name=""/>
        <dsp:cNvSpPr/>
      </dsp:nvSpPr>
      <dsp:spPr>
        <a:xfrm>
          <a:off x="3694868" y="863221"/>
          <a:ext cx="106917" cy="38704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70419"/>
              </a:lnTo>
              <a:lnTo>
                <a:pt x="106917" y="38704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40C94A-BC91-453A-BF78-4DC30F13C019}">
      <dsp:nvSpPr>
        <dsp:cNvPr id="0" name=""/>
        <dsp:cNvSpPr/>
      </dsp:nvSpPr>
      <dsp:spPr>
        <a:xfrm>
          <a:off x="3694868" y="863221"/>
          <a:ext cx="106917" cy="33643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64342"/>
              </a:lnTo>
              <a:lnTo>
                <a:pt x="106917" y="336434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1BF864-BB18-42F3-81FE-ED134E7DBFC0}">
      <dsp:nvSpPr>
        <dsp:cNvPr id="0" name=""/>
        <dsp:cNvSpPr/>
      </dsp:nvSpPr>
      <dsp:spPr>
        <a:xfrm>
          <a:off x="3694868" y="863221"/>
          <a:ext cx="106917" cy="2858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58265"/>
              </a:lnTo>
              <a:lnTo>
                <a:pt x="106917" y="28582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8064F2-354E-431A-8446-E7C13267878E}">
      <dsp:nvSpPr>
        <dsp:cNvPr id="0" name=""/>
        <dsp:cNvSpPr/>
      </dsp:nvSpPr>
      <dsp:spPr>
        <a:xfrm>
          <a:off x="3694868" y="863221"/>
          <a:ext cx="106917" cy="23521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52188"/>
              </a:lnTo>
              <a:lnTo>
                <a:pt x="106917" y="23521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AFA5FC-3406-4AC6-83DB-9D374A746AB2}">
      <dsp:nvSpPr>
        <dsp:cNvPr id="0" name=""/>
        <dsp:cNvSpPr/>
      </dsp:nvSpPr>
      <dsp:spPr>
        <a:xfrm>
          <a:off x="3694868" y="863221"/>
          <a:ext cx="106917" cy="18461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46111"/>
              </a:lnTo>
              <a:lnTo>
                <a:pt x="106917" y="184611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2C4C1E-CB0B-4C5E-BD38-BF6C2852B6F8}">
      <dsp:nvSpPr>
        <dsp:cNvPr id="0" name=""/>
        <dsp:cNvSpPr/>
      </dsp:nvSpPr>
      <dsp:spPr>
        <a:xfrm>
          <a:off x="3694868" y="863221"/>
          <a:ext cx="106917" cy="13400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40034"/>
              </a:lnTo>
              <a:lnTo>
                <a:pt x="106917" y="13400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1ED9AC-67AA-43A5-BFB5-5D407F538D3D}">
      <dsp:nvSpPr>
        <dsp:cNvPr id="0" name=""/>
        <dsp:cNvSpPr/>
      </dsp:nvSpPr>
      <dsp:spPr>
        <a:xfrm>
          <a:off x="3694868" y="863221"/>
          <a:ext cx="106917" cy="8339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33957"/>
              </a:lnTo>
              <a:lnTo>
                <a:pt x="106917" y="8339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C4A64A-9195-4A20-891B-8D171719CB7F}">
      <dsp:nvSpPr>
        <dsp:cNvPr id="0" name=""/>
        <dsp:cNvSpPr/>
      </dsp:nvSpPr>
      <dsp:spPr>
        <a:xfrm>
          <a:off x="3694868" y="863221"/>
          <a:ext cx="106917" cy="3278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7880"/>
              </a:lnTo>
              <a:lnTo>
                <a:pt x="106917" y="32788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94D9D4-A1B4-495B-B661-9F67CFA1FA02}">
      <dsp:nvSpPr>
        <dsp:cNvPr id="0" name=""/>
        <dsp:cNvSpPr/>
      </dsp:nvSpPr>
      <dsp:spPr>
        <a:xfrm>
          <a:off x="3934261" y="357144"/>
          <a:ext cx="91440" cy="14968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4968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FA391C-2E86-4288-BFC8-DAAEE106F857}">
      <dsp:nvSpPr>
        <dsp:cNvPr id="0" name=""/>
        <dsp:cNvSpPr/>
      </dsp:nvSpPr>
      <dsp:spPr>
        <a:xfrm>
          <a:off x="2832399" y="863221"/>
          <a:ext cx="106917" cy="43764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76496"/>
              </a:lnTo>
              <a:lnTo>
                <a:pt x="106917" y="437649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D3BDC6-09DF-4CB0-82AD-C76FADFFE6D4}">
      <dsp:nvSpPr>
        <dsp:cNvPr id="0" name=""/>
        <dsp:cNvSpPr/>
      </dsp:nvSpPr>
      <dsp:spPr>
        <a:xfrm>
          <a:off x="2832399" y="863221"/>
          <a:ext cx="106917" cy="38704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70419"/>
              </a:lnTo>
              <a:lnTo>
                <a:pt x="106917" y="38704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0F7C8C-7B24-4373-81A2-CBE476A9D4C5}">
      <dsp:nvSpPr>
        <dsp:cNvPr id="0" name=""/>
        <dsp:cNvSpPr/>
      </dsp:nvSpPr>
      <dsp:spPr>
        <a:xfrm>
          <a:off x="2832399" y="863221"/>
          <a:ext cx="106917" cy="33643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64342"/>
              </a:lnTo>
              <a:lnTo>
                <a:pt x="106917" y="336434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C50962-A178-49FE-9A99-C5B157FDB851}">
      <dsp:nvSpPr>
        <dsp:cNvPr id="0" name=""/>
        <dsp:cNvSpPr/>
      </dsp:nvSpPr>
      <dsp:spPr>
        <a:xfrm>
          <a:off x="2832399" y="863221"/>
          <a:ext cx="106917" cy="2858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58265"/>
              </a:lnTo>
              <a:lnTo>
                <a:pt x="106917" y="28582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36BF43-B8C8-41B3-9727-97C5507A63D8}">
      <dsp:nvSpPr>
        <dsp:cNvPr id="0" name=""/>
        <dsp:cNvSpPr/>
      </dsp:nvSpPr>
      <dsp:spPr>
        <a:xfrm>
          <a:off x="2832399" y="863221"/>
          <a:ext cx="106917" cy="23521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52188"/>
              </a:lnTo>
              <a:lnTo>
                <a:pt x="106917" y="235218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10025D-993A-4489-87C0-ED0EF8C0A2DD}">
      <dsp:nvSpPr>
        <dsp:cNvPr id="0" name=""/>
        <dsp:cNvSpPr/>
      </dsp:nvSpPr>
      <dsp:spPr>
        <a:xfrm>
          <a:off x="2832399" y="863221"/>
          <a:ext cx="106917" cy="18461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46111"/>
              </a:lnTo>
              <a:lnTo>
                <a:pt x="106917" y="184611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AF1700-00EA-4905-AA6D-93701C082EEB}">
      <dsp:nvSpPr>
        <dsp:cNvPr id="0" name=""/>
        <dsp:cNvSpPr/>
      </dsp:nvSpPr>
      <dsp:spPr>
        <a:xfrm>
          <a:off x="2832399" y="863221"/>
          <a:ext cx="106917" cy="13400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40034"/>
              </a:lnTo>
              <a:lnTo>
                <a:pt x="106917" y="134003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923197-CD66-4DAC-9928-2307F9C082F9}">
      <dsp:nvSpPr>
        <dsp:cNvPr id="0" name=""/>
        <dsp:cNvSpPr/>
      </dsp:nvSpPr>
      <dsp:spPr>
        <a:xfrm>
          <a:off x="2832399" y="863221"/>
          <a:ext cx="106917" cy="8339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33957"/>
              </a:lnTo>
              <a:lnTo>
                <a:pt x="106917" y="8339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5A19F9-9913-4085-943C-548D64271239}">
      <dsp:nvSpPr>
        <dsp:cNvPr id="0" name=""/>
        <dsp:cNvSpPr/>
      </dsp:nvSpPr>
      <dsp:spPr>
        <a:xfrm>
          <a:off x="2832399" y="863221"/>
          <a:ext cx="106917" cy="3278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7880"/>
              </a:lnTo>
              <a:lnTo>
                <a:pt x="106917" y="32788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358332-9A28-4920-B584-4D04A0BE7E9A}">
      <dsp:nvSpPr>
        <dsp:cNvPr id="0" name=""/>
        <dsp:cNvSpPr/>
      </dsp:nvSpPr>
      <dsp:spPr>
        <a:xfrm>
          <a:off x="3117512" y="357144"/>
          <a:ext cx="862469" cy="149684"/>
        </a:xfrm>
        <a:custGeom>
          <a:avLst/>
          <a:gdLst/>
          <a:ahLst/>
          <a:cxnLst/>
          <a:rect l="0" t="0" r="0" b="0"/>
          <a:pathLst>
            <a:path>
              <a:moveTo>
                <a:pt x="862469" y="0"/>
              </a:moveTo>
              <a:lnTo>
                <a:pt x="862469" y="74842"/>
              </a:lnTo>
              <a:lnTo>
                <a:pt x="0" y="74842"/>
              </a:lnTo>
              <a:lnTo>
                <a:pt x="0" y="14968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1059EB-3835-4E8A-B89D-710D851A6DA1}">
      <dsp:nvSpPr>
        <dsp:cNvPr id="0" name=""/>
        <dsp:cNvSpPr/>
      </dsp:nvSpPr>
      <dsp:spPr>
        <a:xfrm>
          <a:off x="3623589" y="752"/>
          <a:ext cx="712784" cy="3563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AlAndAl</a:t>
          </a:r>
          <a:br>
            <a:rPr lang="de-DE" sz="1100" kern="1200"/>
          </a:br>
          <a:r>
            <a:rPr lang="de-DE" sz="1100" kern="1200" err="1"/>
            <a:t>Alloys</a:t>
          </a:r>
          <a:endParaRPr lang="de-DE" sz="1100" kern="1200"/>
        </a:p>
      </dsp:txBody>
      <dsp:txXfrm>
        <a:off x="3623589" y="752"/>
        <a:ext cx="712784" cy="356392"/>
      </dsp:txXfrm>
    </dsp:sp>
    <dsp:sp modelId="{802A20C3-C55F-41E6-8398-3480B85B1494}">
      <dsp:nvSpPr>
        <dsp:cNvPr id="0" name=""/>
        <dsp:cNvSpPr/>
      </dsp:nvSpPr>
      <dsp:spPr>
        <a:xfrm>
          <a:off x="2761120" y="506829"/>
          <a:ext cx="712784" cy="356392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cast</a:t>
          </a:r>
          <a:br>
            <a:rPr lang="de-DE" sz="1100" kern="1200"/>
          </a:br>
          <a:r>
            <a:rPr lang="de-DE" sz="1100" kern="1200" err="1"/>
            <a:t>AlAlloys</a:t>
          </a:r>
          <a:endParaRPr lang="de-DE" sz="1100" kern="1200"/>
        </a:p>
      </dsp:txBody>
      <dsp:txXfrm>
        <a:off x="2761120" y="506829"/>
        <a:ext cx="712784" cy="356392"/>
      </dsp:txXfrm>
    </dsp:sp>
    <dsp:sp modelId="{15321A22-9B14-40B3-A116-CC0AF1B812E3}">
      <dsp:nvSpPr>
        <dsp:cNvPr id="0" name=""/>
        <dsp:cNvSpPr/>
      </dsp:nvSpPr>
      <dsp:spPr>
        <a:xfrm>
          <a:off x="2939316" y="1012906"/>
          <a:ext cx="712784" cy="356392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1xx.xAl</a:t>
          </a:r>
          <a:br>
            <a:rPr lang="de-DE" sz="1100" kern="1200"/>
          </a:br>
          <a:r>
            <a:rPr lang="de-DE" sz="1100" kern="1200" err="1"/>
            <a:t>Alloy</a:t>
          </a:r>
          <a:endParaRPr lang="de-DE" sz="1100" kern="1200"/>
        </a:p>
      </dsp:txBody>
      <dsp:txXfrm>
        <a:off x="2939316" y="1012906"/>
        <a:ext cx="712784" cy="356392"/>
      </dsp:txXfrm>
    </dsp:sp>
    <dsp:sp modelId="{878A7193-C289-4185-8F48-79B84632DC90}">
      <dsp:nvSpPr>
        <dsp:cNvPr id="0" name=""/>
        <dsp:cNvSpPr/>
      </dsp:nvSpPr>
      <dsp:spPr>
        <a:xfrm>
          <a:off x="2939316" y="1518983"/>
          <a:ext cx="712784" cy="356392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2xx.xAl</a:t>
          </a:r>
          <a:br>
            <a:rPr lang="de-DE" sz="1100" kern="1200" dirty="0"/>
          </a:br>
          <a:r>
            <a:rPr lang="de-DE" sz="1100" kern="1200" dirty="0" err="1"/>
            <a:t>Alloy</a:t>
          </a:r>
          <a:endParaRPr lang="de-DE" sz="1100" kern="1200" dirty="0"/>
        </a:p>
      </dsp:txBody>
      <dsp:txXfrm>
        <a:off x="2939316" y="1518983"/>
        <a:ext cx="712784" cy="356392"/>
      </dsp:txXfrm>
    </dsp:sp>
    <dsp:sp modelId="{80F3FE27-A52C-4315-8AC8-CCEFBDDAD005}">
      <dsp:nvSpPr>
        <dsp:cNvPr id="0" name=""/>
        <dsp:cNvSpPr/>
      </dsp:nvSpPr>
      <dsp:spPr>
        <a:xfrm>
          <a:off x="2939316" y="2025060"/>
          <a:ext cx="712784" cy="356392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3xx.xAl</a:t>
          </a:r>
          <a:br>
            <a:rPr lang="de-DE" sz="1100" kern="1200"/>
          </a:br>
          <a:r>
            <a:rPr lang="de-DE" sz="1100" kern="1200" err="1"/>
            <a:t>Alloy</a:t>
          </a:r>
          <a:endParaRPr lang="de-DE" sz="1100" kern="1200"/>
        </a:p>
      </dsp:txBody>
      <dsp:txXfrm>
        <a:off x="2939316" y="2025060"/>
        <a:ext cx="712784" cy="356392"/>
      </dsp:txXfrm>
    </dsp:sp>
    <dsp:sp modelId="{396B21B3-E2B9-4A56-979A-CCB60F9A6698}">
      <dsp:nvSpPr>
        <dsp:cNvPr id="0" name=""/>
        <dsp:cNvSpPr/>
      </dsp:nvSpPr>
      <dsp:spPr>
        <a:xfrm>
          <a:off x="2939316" y="2531137"/>
          <a:ext cx="712784" cy="356392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4xx.xAl</a:t>
          </a:r>
          <a:br>
            <a:rPr lang="de-DE" sz="1100" kern="1200"/>
          </a:br>
          <a:r>
            <a:rPr lang="de-DE" sz="1100" kern="1200" err="1"/>
            <a:t>Alloy</a:t>
          </a:r>
          <a:endParaRPr lang="de-DE" sz="1100" kern="1200"/>
        </a:p>
      </dsp:txBody>
      <dsp:txXfrm>
        <a:off x="2939316" y="2531137"/>
        <a:ext cx="712784" cy="356392"/>
      </dsp:txXfrm>
    </dsp:sp>
    <dsp:sp modelId="{8CC0F70A-DB8E-4CCE-87A5-25F1BE24DA99}">
      <dsp:nvSpPr>
        <dsp:cNvPr id="0" name=""/>
        <dsp:cNvSpPr/>
      </dsp:nvSpPr>
      <dsp:spPr>
        <a:xfrm>
          <a:off x="2939316" y="3037214"/>
          <a:ext cx="712784" cy="356392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5xx.xAl</a:t>
          </a:r>
          <a:br>
            <a:rPr lang="de-DE" sz="1100" kern="1200"/>
          </a:br>
          <a:r>
            <a:rPr lang="de-DE" sz="1100" kern="1200" err="1"/>
            <a:t>Alloy</a:t>
          </a:r>
          <a:endParaRPr lang="de-DE" sz="1100" kern="1200"/>
        </a:p>
      </dsp:txBody>
      <dsp:txXfrm>
        <a:off x="2939316" y="3037214"/>
        <a:ext cx="712784" cy="356392"/>
      </dsp:txXfrm>
    </dsp:sp>
    <dsp:sp modelId="{7567A999-2BB3-4781-94A9-9F8A78AD308D}">
      <dsp:nvSpPr>
        <dsp:cNvPr id="0" name=""/>
        <dsp:cNvSpPr/>
      </dsp:nvSpPr>
      <dsp:spPr>
        <a:xfrm>
          <a:off x="2939316" y="3543291"/>
          <a:ext cx="712784" cy="356392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6xx.xAl</a:t>
          </a:r>
          <a:br>
            <a:rPr lang="de-DE" sz="1100" kern="1200"/>
          </a:br>
          <a:r>
            <a:rPr lang="de-DE" sz="1100" kern="1200" err="1"/>
            <a:t>Alloy</a:t>
          </a:r>
          <a:endParaRPr lang="de-DE" sz="1100" kern="1200"/>
        </a:p>
      </dsp:txBody>
      <dsp:txXfrm>
        <a:off x="2939316" y="3543291"/>
        <a:ext cx="712784" cy="356392"/>
      </dsp:txXfrm>
    </dsp:sp>
    <dsp:sp modelId="{E249294D-71D5-4DE1-BA58-F160DCB72FC0}">
      <dsp:nvSpPr>
        <dsp:cNvPr id="0" name=""/>
        <dsp:cNvSpPr/>
      </dsp:nvSpPr>
      <dsp:spPr>
        <a:xfrm>
          <a:off x="2939316" y="4049368"/>
          <a:ext cx="712784" cy="356392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7xx.xAl</a:t>
          </a:r>
          <a:br>
            <a:rPr lang="de-DE" sz="1100" kern="1200"/>
          </a:br>
          <a:r>
            <a:rPr lang="de-DE" sz="1100" kern="1200" err="1"/>
            <a:t>Alloy</a:t>
          </a:r>
          <a:endParaRPr lang="de-DE" sz="1100" kern="1200"/>
        </a:p>
      </dsp:txBody>
      <dsp:txXfrm>
        <a:off x="2939316" y="4049368"/>
        <a:ext cx="712784" cy="356392"/>
      </dsp:txXfrm>
    </dsp:sp>
    <dsp:sp modelId="{A8467B73-8485-4AD8-BAD1-CBA2370DD515}">
      <dsp:nvSpPr>
        <dsp:cNvPr id="0" name=""/>
        <dsp:cNvSpPr/>
      </dsp:nvSpPr>
      <dsp:spPr>
        <a:xfrm>
          <a:off x="2939316" y="4555445"/>
          <a:ext cx="712784" cy="356392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8xx.xAl</a:t>
          </a:r>
          <a:br>
            <a:rPr lang="de-DE" sz="1100" kern="1200"/>
          </a:br>
          <a:r>
            <a:rPr lang="de-DE" sz="1100" kern="1200" err="1"/>
            <a:t>Alloy</a:t>
          </a:r>
          <a:endParaRPr lang="de-DE" sz="1100" kern="1200"/>
        </a:p>
      </dsp:txBody>
      <dsp:txXfrm>
        <a:off x="2939316" y="4555445"/>
        <a:ext cx="712784" cy="356392"/>
      </dsp:txXfrm>
    </dsp:sp>
    <dsp:sp modelId="{3783AE6A-1CB5-427C-9A00-1EDEA6C9D45B}">
      <dsp:nvSpPr>
        <dsp:cNvPr id="0" name=""/>
        <dsp:cNvSpPr/>
      </dsp:nvSpPr>
      <dsp:spPr>
        <a:xfrm>
          <a:off x="2939316" y="5061522"/>
          <a:ext cx="712784" cy="356392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9xx.Al</a:t>
          </a:r>
          <a:br>
            <a:rPr lang="de-DE" sz="1100" kern="1200"/>
          </a:br>
          <a:r>
            <a:rPr lang="de-DE" sz="1100" kern="1200" err="1"/>
            <a:t>Alloy</a:t>
          </a:r>
          <a:endParaRPr lang="de-DE" sz="1100" kern="1200"/>
        </a:p>
      </dsp:txBody>
      <dsp:txXfrm>
        <a:off x="2939316" y="5061522"/>
        <a:ext cx="712784" cy="356392"/>
      </dsp:txXfrm>
    </dsp:sp>
    <dsp:sp modelId="{4A705F88-A160-4243-9CA7-EFB6BBF86F1A}">
      <dsp:nvSpPr>
        <dsp:cNvPr id="0" name=""/>
        <dsp:cNvSpPr/>
      </dsp:nvSpPr>
      <dsp:spPr>
        <a:xfrm>
          <a:off x="3623589" y="506829"/>
          <a:ext cx="712784" cy="356392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/>
            <a:t>wrought</a:t>
          </a:r>
          <a:br>
            <a:rPr lang="de-DE" sz="1100" kern="1200" dirty="0"/>
          </a:br>
          <a:r>
            <a:rPr lang="de-DE" sz="1100" kern="1200" dirty="0" err="1"/>
            <a:t>AlAlloys</a:t>
          </a:r>
          <a:endParaRPr lang="de-DE" sz="1100" kern="1200" dirty="0"/>
        </a:p>
      </dsp:txBody>
      <dsp:txXfrm>
        <a:off x="3623589" y="506829"/>
        <a:ext cx="712784" cy="356392"/>
      </dsp:txXfrm>
    </dsp:sp>
    <dsp:sp modelId="{BB275D91-C53C-4046-9974-0C1CD6677DAE}">
      <dsp:nvSpPr>
        <dsp:cNvPr id="0" name=""/>
        <dsp:cNvSpPr/>
      </dsp:nvSpPr>
      <dsp:spPr>
        <a:xfrm>
          <a:off x="3801785" y="1012906"/>
          <a:ext cx="712784" cy="356392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1xxxAl</a:t>
          </a:r>
          <a:br>
            <a:rPr lang="de-DE" sz="1100" kern="1200"/>
          </a:br>
          <a:r>
            <a:rPr lang="de-DE" sz="1100" kern="1200" err="1"/>
            <a:t>Alloy</a:t>
          </a:r>
          <a:endParaRPr lang="de-DE" sz="1100" kern="1200"/>
        </a:p>
      </dsp:txBody>
      <dsp:txXfrm>
        <a:off x="3801785" y="1012906"/>
        <a:ext cx="712784" cy="356392"/>
      </dsp:txXfrm>
    </dsp:sp>
    <dsp:sp modelId="{4A697A66-A3C0-423F-A0B1-E59B429E01C6}">
      <dsp:nvSpPr>
        <dsp:cNvPr id="0" name=""/>
        <dsp:cNvSpPr/>
      </dsp:nvSpPr>
      <dsp:spPr>
        <a:xfrm>
          <a:off x="3801785" y="1518983"/>
          <a:ext cx="712784" cy="356392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2xxxAl</a:t>
          </a:r>
          <a:br>
            <a:rPr lang="de-DE" sz="1100" kern="1200"/>
          </a:br>
          <a:r>
            <a:rPr lang="de-DE" sz="1100" kern="1200" err="1"/>
            <a:t>Alloy</a:t>
          </a:r>
          <a:endParaRPr lang="de-DE" sz="1100" kern="1200"/>
        </a:p>
      </dsp:txBody>
      <dsp:txXfrm>
        <a:off x="3801785" y="1518983"/>
        <a:ext cx="712784" cy="356392"/>
      </dsp:txXfrm>
    </dsp:sp>
    <dsp:sp modelId="{DDFDBC03-0A26-48DE-8CA3-79A4C7862524}">
      <dsp:nvSpPr>
        <dsp:cNvPr id="0" name=""/>
        <dsp:cNvSpPr/>
      </dsp:nvSpPr>
      <dsp:spPr>
        <a:xfrm>
          <a:off x="3801785" y="2025060"/>
          <a:ext cx="712784" cy="356392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3xxxAl</a:t>
          </a:r>
          <a:br>
            <a:rPr lang="de-DE" sz="1100" kern="1200"/>
          </a:br>
          <a:r>
            <a:rPr lang="de-DE" sz="1100" kern="1200" err="1"/>
            <a:t>Alloy</a:t>
          </a:r>
          <a:endParaRPr lang="de-DE" sz="1100" kern="1200"/>
        </a:p>
      </dsp:txBody>
      <dsp:txXfrm>
        <a:off x="3801785" y="2025060"/>
        <a:ext cx="712784" cy="356392"/>
      </dsp:txXfrm>
    </dsp:sp>
    <dsp:sp modelId="{5442EFEF-3887-4B46-AE26-67B16FE5A3C1}">
      <dsp:nvSpPr>
        <dsp:cNvPr id="0" name=""/>
        <dsp:cNvSpPr/>
      </dsp:nvSpPr>
      <dsp:spPr>
        <a:xfrm>
          <a:off x="3801785" y="2531137"/>
          <a:ext cx="712784" cy="356392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4xxxAl</a:t>
          </a:r>
          <a:br>
            <a:rPr lang="de-DE" sz="1100" kern="1200"/>
          </a:br>
          <a:r>
            <a:rPr lang="de-DE" sz="1100" kern="1200" err="1"/>
            <a:t>Alloy</a:t>
          </a:r>
          <a:endParaRPr lang="de-DE" sz="1100" kern="1200"/>
        </a:p>
      </dsp:txBody>
      <dsp:txXfrm>
        <a:off x="3801785" y="2531137"/>
        <a:ext cx="712784" cy="356392"/>
      </dsp:txXfrm>
    </dsp:sp>
    <dsp:sp modelId="{E256C613-C362-490B-94B2-5AAD246598B8}">
      <dsp:nvSpPr>
        <dsp:cNvPr id="0" name=""/>
        <dsp:cNvSpPr/>
      </dsp:nvSpPr>
      <dsp:spPr>
        <a:xfrm>
          <a:off x="3801785" y="3037214"/>
          <a:ext cx="712784" cy="356392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5xxxAl</a:t>
          </a:r>
          <a:br>
            <a:rPr lang="de-DE" sz="1100" kern="1200"/>
          </a:br>
          <a:r>
            <a:rPr lang="de-DE" sz="1100" kern="1200" err="1"/>
            <a:t>Alloy</a:t>
          </a:r>
          <a:endParaRPr lang="de-DE" sz="1100" kern="1200"/>
        </a:p>
      </dsp:txBody>
      <dsp:txXfrm>
        <a:off x="3801785" y="3037214"/>
        <a:ext cx="712784" cy="356392"/>
      </dsp:txXfrm>
    </dsp:sp>
    <dsp:sp modelId="{5BD3E7FA-5D88-4E68-80FE-BADBC60ED953}">
      <dsp:nvSpPr>
        <dsp:cNvPr id="0" name=""/>
        <dsp:cNvSpPr/>
      </dsp:nvSpPr>
      <dsp:spPr>
        <a:xfrm>
          <a:off x="3801785" y="3543291"/>
          <a:ext cx="712784" cy="356392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6xxxAl</a:t>
          </a:r>
          <a:br>
            <a:rPr lang="de-DE" sz="1100" kern="1200"/>
          </a:br>
          <a:r>
            <a:rPr lang="de-DE" sz="1100" kern="1200" err="1"/>
            <a:t>Alloy</a:t>
          </a:r>
          <a:endParaRPr lang="de-DE" sz="1100" kern="1200"/>
        </a:p>
      </dsp:txBody>
      <dsp:txXfrm>
        <a:off x="3801785" y="3543291"/>
        <a:ext cx="712784" cy="356392"/>
      </dsp:txXfrm>
    </dsp:sp>
    <dsp:sp modelId="{7F8C19D9-7B1A-49BB-8360-A404E7640B4D}">
      <dsp:nvSpPr>
        <dsp:cNvPr id="0" name=""/>
        <dsp:cNvSpPr/>
      </dsp:nvSpPr>
      <dsp:spPr>
        <a:xfrm>
          <a:off x="3801785" y="4049368"/>
          <a:ext cx="712784" cy="356392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7xxxAl</a:t>
          </a:r>
          <a:br>
            <a:rPr lang="de-DE" sz="1100" kern="1200"/>
          </a:br>
          <a:r>
            <a:rPr lang="de-DE" sz="1100" kern="1200" err="1"/>
            <a:t>Alloy</a:t>
          </a:r>
          <a:endParaRPr lang="de-DE" sz="1100" kern="1200"/>
        </a:p>
      </dsp:txBody>
      <dsp:txXfrm>
        <a:off x="3801785" y="4049368"/>
        <a:ext cx="712784" cy="356392"/>
      </dsp:txXfrm>
    </dsp:sp>
    <dsp:sp modelId="{C9C41797-A357-4F2D-94B4-2F5C940E5EED}">
      <dsp:nvSpPr>
        <dsp:cNvPr id="0" name=""/>
        <dsp:cNvSpPr/>
      </dsp:nvSpPr>
      <dsp:spPr>
        <a:xfrm>
          <a:off x="3801785" y="4555445"/>
          <a:ext cx="712784" cy="356392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/>
            <a:t>8xxxAl</a:t>
          </a:r>
          <a:br>
            <a:rPr lang="de-DE" sz="1100" kern="1200" dirty="0"/>
          </a:br>
          <a:r>
            <a:rPr lang="de-DE" sz="1100" kern="1200" dirty="0" err="1"/>
            <a:t>Alloy</a:t>
          </a:r>
          <a:endParaRPr lang="de-DE" sz="1100" kern="1200" dirty="0">
            <a:solidFill>
              <a:srgbClr val="010000"/>
            </a:solidFill>
            <a:latin typeface="Calibri Light" panose="020F0302020204030204"/>
          </a:endParaRPr>
        </a:p>
      </dsp:txBody>
      <dsp:txXfrm>
        <a:off x="3801785" y="4555445"/>
        <a:ext cx="712784" cy="356392"/>
      </dsp:txXfrm>
    </dsp:sp>
    <dsp:sp modelId="{9FDCDEC4-8E8F-4E98-AAF6-8458F5364B1E}">
      <dsp:nvSpPr>
        <dsp:cNvPr id="0" name=""/>
        <dsp:cNvSpPr/>
      </dsp:nvSpPr>
      <dsp:spPr>
        <a:xfrm>
          <a:off x="4486058" y="506829"/>
          <a:ext cx="712784" cy="356392"/>
        </a:xfrm>
        <a:prstGeom prst="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pureAl2</a:t>
          </a:r>
        </a:p>
      </dsp:txBody>
      <dsp:txXfrm>
        <a:off x="4486058" y="506829"/>
        <a:ext cx="712784" cy="356392"/>
      </dsp:txXfrm>
    </dsp:sp>
    <dsp:sp modelId="{8E4C0205-EDED-49E6-834F-3514EB345C1A}">
      <dsp:nvSpPr>
        <dsp:cNvPr id="0" name=""/>
        <dsp:cNvSpPr/>
      </dsp:nvSpPr>
      <dsp:spPr>
        <a:xfrm>
          <a:off x="4664254" y="1012906"/>
          <a:ext cx="712784" cy="356392"/>
        </a:xfrm>
        <a:prstGeom prst="rect">
          <a:avLst/>
        </a:prstGeom>
        <a:solidFill>
          <a:srgbClr val="000066">
            <a:lumMod val="60000"/>
            <a:lumOff val="40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pureAl3</a:t>
          </a:r>
        </a:p>
      </dsp:txBody>
      <dsp:txXfrm>
        <a:off x="4664254" y="1012906"/>
        <a:ext cx="712784" cy="3563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7226E1-9818-4D70-BC56-0F7439B9035B}">
      <dsp:nvSpPr>
        <dsp:cNvPr id="0" name=""/>
        <dsp:cNvSpPr/>
      </dsp:nvSpPr>
      <dsp:spPr>
        <a:xfrm>
          <a:off x="6211068" y="3125432"/>
          <a:ext cx="249659" cy="7656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5621"/>
              </a:lnTo>
              <a:lnTo>
                <a:pt x="249659" y="76562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FDC790-72A8-4B79-AAE9-689A523C74E7}">
      <dsp:nvSpPr>
        <dsp:cNvPr id="0" name=""/>
        <dsp:cNvSpPr/>
      </dsp:nvSpPr>
      <dsp:spPr>
        <a:xfrm>
          <a:off x="3855950" y="1943712"/>
          <a:ext cx="3020876" cy="3495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4761"/>
              </a:lnTo>
              <a:lnTo>
                <a:pt x="3020876" y="174761"/>
              </a:lnTo>
              <a:lnTo>
                <a:pt x="3020876" y="34952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0C7F08-5988-4C6B-A83B-B53E5667E9CB}">
      <dsp:nvSpPr>
        <dsp:cNvPr id="0" name=""/>
        <dsp:cNvSpPr/>
      </dsp:nvSpPr>
      <dsp:spPr>
        <a:xfrm>
          <a:off x="4197151" y="3125432"/>
          <a:ext cx="249659" cy="7656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5621"/>
              </a:lnTo>
              <a:lnTo>
                <a:pt x="249659" y="76562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AF27C3-3C8E-46F1-9E42-D58D4BF6D37D}">
      <dsp:nvSpPr>
        <dsp:cNvPr id="0" name=""/>
        <dsp:cNvSpPr/>
      </dsp:nvSpPr>
      <dsp:spPr>
        <a:xfrm>
          <a:off x="3855950" y="1943712"/>
          <a:ext cx="1006958" cy="3495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4761"/>
              </a:lnTo>
              <a:lnTo>
                <a:pt x="1006958" y="174761"/>
              </a:lnTo>
              <a:lnTo>
                <a:pt x="1006958" y="34952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ECFD35-B238-4207-8111-E2DC8025497D}">
      <dsp:nvSpPr>
        <dsp:cNvPr id="0" name=""/>
        <dsp:cNvSpPr/>
      </dsp:nvSpPr>
      <dsp:spPr>
        <a:xfrm>
          <a:off x="2183234" y="3125432"/>
          <a:ext cx="249659" cy="7656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5621"/>
              </a:lnTo>
              <a:lnTo>
                <a:pt x="249659" y="76562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3768F9-43F3-40ED-8584-3E598F708EBA}">
      <dsp:nvSpPr>
        <dsp:cNvPr id="0" name=""/>
        <dsp:cNvSpPr/>
      </dsp:nvSpPr>
      <dsp:spPr>
        <a:xfrm>
          <a:off x="2848991" y="1943712"/>
          <a:ext cx="1006958" cy="349522"/>
        </a:xfrm>
        <a:custGeom>
          <a:avLst/>
          <a:gdLst/>
          <a:ahLst/>
          <a:cxnLst/>
          <a:rect l="0" t="0" r="0" b="0"/>
          <a:pathLst>
            <a:path>
              <a:moveTo>
                <a:pt x="1006958" y="0"/>
              </a:moveTo>
              <a:lnTo>
                <a:pt x="1006958" y="174761"/>
              </a:lnTo>
              <a:lnTo>
                <a:pt x="0" y="174761"/>
              </a:lnTo>
              <a:lnTo>
                <a:pt x="0" y="34952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4A1A92-D52C-4678-86B6-83BD93FC856D}">
      <dsp:nvSpPr>
        <dsp:cNvPr id="0" name=""/>
        <dsp:cNvSpPr/>
      </dsp:nvSpPr>
      <dsp:spPr>
        <a:xfrm>
          <a:off x="169316" y="3125432"/>
          <a:ext cx="249659" cy="7656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5621"/>
              </a:lnTo>
              <a:lnTo>
                <a:pt x="249659" y="76562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22AAB0-ADA0-4E3B-ABCB-4A7545B4341C}">
      <dsp:nvSpPr>
        <dsp:cNvPr id="0" name=""/>
        <dsp:cNvSpPr/>
      </dsp:nvSpPr>
      <dsp:spPr>
        <a:xfrm>
          <a:off x="835074" y="1943712"/>
          <a:ext cx="3020876" cy="349522"/>
        </a:xfrm>
        <a:custGeom>
          <a:avLst/>
          <a:gdLst/>
          <a:ahLst/>
          <a:cxnLst/>
          <a:rect l="0" t="0" r="0" b="0"/>
          <a:pathLst>
            <a:path>
              <a:moveTo>
                <a:pt x="3020876" y="0"/>
              </a:moveTo>
              <a:lnTo>
                <a:pt x="3020876" y="174761"/>
              </a:lnTo>
              <a:lnTo>
                <a:pt x="0" y="174761"/>
              </a:lnTo>
              <a:lnTo>
                <a:pt x="0" y="34952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3C518A-3249-4C84-884C-DEA02882B5A2}">
      <dsp:nvSpPr>
        <dsp:cNvPr id="0" name=""/>
        <dsp:cNvSpPr/>
      </dsp:nvSpPr>
      <dsp:spPr>
        <a:xfrm>
          <a:off x="3023753" y="1111514"/>
          <a:ext cx="1664394" cy="8321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/>
            <a:t>CuAndCuAlloys</a:t>
          </a:r>
          <a:endParaRPr lang="de-DE" sz="1100" kern="1200" dirty="0"/>
        </a:p>
      </dsp:txBody>
      <dsp:txXfrm>
        <a:off x="3023753" y="1111514"/>
        <a:ext cx="1664394" cy="832197"/>
      </dsp:txXfrm>
    </dsp:sp>
    <dsp:sp modelId="{7D47A8BF-491A-43A9-8333-DEC52926C983}">
      <dsp:nvSpPr>
        <dsp:cNvPr id="0" name=""/>
        <dsp:cNvSpPr/>
      </dsp:nvSpPr>
      <dsp:spPr>
        <a:xfrm>
          <a:off x="2877" y="2293234"/>
          <a:ext cx="1664394" cy="832197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</a:rPr>
            <a:t>pureCu2</a:t>
          </a:r>
        </a:p>
      </dsp:txBody>
      <dsp:txXfrm>
        <a:off x="2877" y="2293234"/>
        <a:ext cx="1664394" cy="832197"/>
      </dsp:txXfrm>
    </dsp:sp>
    <dsp:sp modelId="{3A8A005C-7636-4A9A-819B-4EC9D111487E}">
      <dsp:nvSpPr>
        <dsp:cNvPr id="0" name=""/>
        <dsp:cNvSpPr/>
      </dsp:nvSpPr>
      <dsp:spPr>
        <a:xfrm>
          <a:off x="418975" y="3474954"/>
          <a:ext cx="1664394" cy="832197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</a:rPr>
            <a:t>pureCu3</a:t>
          </a:r>
        </a:p>
      </dsp:txBody>
      <dsp:txXfrm>
        <a:off x="418975" y="3474954"/>
        <a:ext cx="1664394" cy="832197"/>
      </dsp:txXfrm>
    </dsp:sp>
    <dsp:sp modelId="{47280632-4F58-443D-A429-B65280732CC9}">
      <dsp:nvSpPr>
        <dsp:cNvPr id="0" name=""/>
        <dsp:cNvSpPr/>
      </dsp:nvSpPr>
      <dsp:spPr>
        <a:xfrm>
          <a:off x="2016794" y="2293234"/>
          <a:ext cx="1664394" cy="832197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</a:rPr>
            <a:t>bronzes2</a:t>
          </a:r>
        </a:p>
      </dsp:txBody>
      <dsp:txXfrm>
        <a:off x="2016794" y="2293234"/>
        <a:ext cx="1664394" cy="832197"/>
      </dsp:txXfrm>
    </dsp:sp>
    <dsp:sp modelId="{EC291E19-923F-466E-A4C1-14E9408E6CA5}">
      <dsp:nvSpPr>
        <dsp:cNvPr id="0" name=""/>
        <dsp:cNvSpPr/>
      </dsp:nvSpPr>
      <dsp:spPr>
        <a:xfrm>
          <a:off x="2432893" y="3474954"/>
          <a:ext cx="1664394" cy="832197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</a:rPr>
            <a:t>bronzes3</a:t>
          </a:r>
        </a:p>
      </dsp:txBody>
      <dsp:txXfrm>
        <a:off x="2432893" y="3474954"/>
        <a:ext cx="1664394" cy="832197"/>
      </dsp:txXfrm>
    </dsp:sp>
    <dsp:sp modelId="{835CEB0E-AB58-4C31-BBA5-A08287A78BAD}">
      <dsp:nvSpPr>
        <dsp:cNvPr id="0" name=""/>
        <dsp:cNvSpPr/>
      </dsp:nvSpPr>
      <dsp:spPr>
        <a:xfrm>
          <a:off x="4030712" y="2293234"/>
          <a:ext cx="1664394" cy="832197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</a:rPr>
            <a:t>brasses2</a:t>
          </a:r>
        </a:p>
      </dsp:txBody>
      <dsp:txXfrm>
        <a:off x="4030712" y="2293234"/>
        <a:ext cx="1664394" cy="832197"/>
      </dsp:txXfrm>
    </dsp:sp>
    <dsp:sp modelId="{D7B6485A-0B7D-4437-80CF-B65942142180}">
      <dsp:nvSpPr>
        <dsp:cNvPr id="0" name=""/>
        <dsp:cNvSpPr/>
      </dsp:nvSpPr>
      <dsp:spPr>
        <a:xfrm>
          <a:off x="4446810" y="3474954"/>
          <a:ext cx="1664394" cy="832197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</a:rPr>
            <a:t>brasses3</a:t>
          </a:r>
        </a:p>
      </dsp:txBody>
      <dsp:txXfrm>
        <a:off x="4446810" y="3474954"/>
        <a:ext cx="1664394" cy="832197"/>
      </dsp:txXfrm>
    </dsp:sp>
    <dsp:sp modelId="{AF3DCDAD-E575-464F-A824-461D3D749731}">
      <dsp:nvSpPr>
        <dsp:cNvPr id="0" name=""/>
        <dsp:cNvSpPr/>
      </dsp:nvSpPr>
      <dsp:spPr>
        <a:xfrm>
          <a:off x="6044629" y="2293234"/>
          <a:ext cx="1664394" cy="832197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</a:rPr>
            <a:t>otherCuAlloys2</a:t>
          </a:r>
        </a:p>
      </dsp:txBody>
      <dsp:txXfrm>
        <a:off x="6044629" y="2293234"/>
        <a:ext cx="1664394" cy="832197"/>
      </dsp:txXfrm>
    </dsp:sp>
    <dsp:sp modelId="{22F49892-028E-4685-ADF6-48BABD67855E}">
      <dsp:nvSpPr>
        <dsp:cNvPr id="0" name=""/>
        <dsp:cNvSpPr/>
      </dsp:nvSpPr>
      <dsp:spPr>
        <a:xfrm>
          <a:off x="6460728" y="3474954"/>
          <a:ext cx="1664394" cy="832197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</a:rPr>
            <a:t>otherCuAlloys3</a:t>
          </a:r>
        </a:p>
      </dsp:txBody>
      <dsp:txXfrm>
        <a:off x="6460728" y="3474954"/>
        <a:ext cx="1664394" cy="83219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D15F93-E35E-4310-B959-84D955D50042}">
      <dsp:nvSpPr>
        <dsp:cNvPr id="0" name=""/>
        <dsp:cNvSpPr/>
      </dsp:nvSpPr>
      <dsp:spPr>
        <a:xfrm>
          <a:off x="6997868" y="2048276"/>
          <a:ext cx="187948" cy="3731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3112"/>
              </a:lnTo>
              <a:lnTo>
                <a:pt x="187948" y="37311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22A0BB-FB83-4262-90F0-B0ACA04A0E8C}">
      <dsp:nvSpPr>
        <dsp:cNvPr id="0" name=""/>
        <dsp:cNvSpPr/>
      </dsp:nvSpPr>
      <dsp:spPr>
        <a:xfrm>
          <a:off x="4063999" y="1472385"/>
          <a:ext cx="3435064" cy="1703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166"/>
              </a:lnTo>
              <a:lnTo>
                <a:pt x="3435064" y="85166"/>
              </a:lnTo>
              <a:lnTo>
                <a:pt x="3435064" y="1703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62F05F-F026-4BCD-901D-BF05C02C8F8E}">
      <dsp:nvSpPr>
        <dsp:cNvPr id="0" name=""/>
        <dsp:cNvSpPr/>
      </dsp:nvSpPr>
      <dsp:spPr>
        <a:xfrm>
          <a:off x="5972233" y="2048276"/>
          <a:ext cx="121666" cy="3731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3112"/>
              </a:lnTo>
              <a:lnTo>
                <a:pt x="121666" y="37311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AC9751-3A85-4ED8-BF2E-AA456F1E85E9}">
      <dsp:nvSpPr>
        <dsp:cNvPr id="0" name=""/>
        <dsp:cNvSpPr/>
      </dsp:nvSpPr>
      <dsp:spPr>
        <a:xfrm>
          <a:off x="4063999" y="1472385"/>
          <a:ext cx="2232678" cy="1703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166"/>
              </a:lnTo>
              <a:lnTo>
                <a:pt x="2232678" y="85166"/>
              </a:lnTo>
              <a:lnTo>
                <a:pt x="2232678" y="1703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E0BAE9-AA47-4F0B-BF9D-ADFC7043A33F}">
      <dsp:nvSpPr>
        <dsp:cNvPr id="0" name=""/>
        <dsp:cNvSpPr/>
      </dsp:nvSpPr>
      <dsp:spPr>
        <a:xfrm>
          <a:off x="4990786" y="2048276"/>
          <a:ext cx="121666" cy="9490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49002"/>
              </a:lnTo>
              <a:lnTo>
                <a:pt x="121666" y="94900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D2F596-6C07-4C70-BEF1-957C4F120BF6}">
      <dsp:nvSpPr>
        <dsp:cNvPr id="0" name=""/>
        <dsp:cNvSpPr/>
      </dsp:nvSpPr>
      <dsp:spPr>
        <a:xfrm>
          <a:off x="4990786" y="2048276"/>
          <a:ext cx="121666" cy="3731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3112"/>
              </a:lnTo>
              <a:lnTo>
                <a:pt x="121666" y="37311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FFEEC8-6603-41AD-BD6A-C654199B3DAF}">
      <dsp:nvSpPr>
        <dsp:cNvPr id="0" name=""/>
        <dsp:cNvSpPr/>
      </dsp:nvSpPr>
      <dsp:spPr>
        <a:xfrm>
          <a:off x="4063999" y="1472385"/>
          <a:ext cx="1251231" cy="1703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166"/>
              </a:lnTo>
              <a:lnTo>
                <a:pt x="1251231" y="85166"/>
              </a:lnTo>
              <a:lnTo>
                <a:pt x="1251231" y="1703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A0391C-8588-4631-8DE6-E1124F8DD344}">
      <dsp:nvSpPr>
        <dsp:cNvPr id="0" name=""/>
        <dsp:cNvSpPr/>
      </dsp:nvSpPr>
      <dsp:spPr>
        <a:xfrm>
          <a:off x="4009339" y="2048276"/>
          <a:ext cx="121666" cy="9490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49002"/>
              </a:lnTo>
              <a:lnTo>
                <a:pt x="121666" y="94900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BBBA8C-8465-42E5-B405-E3AB0AAF5B8D}">
      <dsp:nvSpPr>
        <dsp:cNvPr id="0" name=""/>
        <dsp:cNvSpPr/>
      </dsp:nvSpPr>
      <dsp:spPr>
        <a:xfrm>
          <a:off x="4009339" y="2048276"/>
          <a:ext cx="121666" cy="3731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3112"/>
              </a:lnTo>
              <a:lnTo>
                <a:pt x="121666" y="37311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11FA3E-F99D-4B40-B2CC-8BB247E98989}">
      <dsp:nvSpPr>
        <dsp:cNvPr id="0" name=""/>
        <dsp:cNvSpPr/>
      </dsp:nvSpPr>
      <dsp:spPr>
        <a:xfrm>
          <a:off x="4063999" y="1472385"/>
          <a:ext cx="269784" cy="1703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166"/>
              </a:lnTo>
              <a:lnTo>
                <a:pt x="269784" y="85166"/>
              </a:lnTo>
              <a:lnTo>
                <a:pt x="269784" y="1703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21B8AC-45BB-4615-BED0-2B05553C4767}">
      <dsp:nvSpPr>
        <dsp:cNvPr id="0" name=""/>
        <dsp:cNvSpPr/>
      </dsp:nvSpPr>
      <dsp:spPr>
        <a:xfrm>
          <a:off x="3027892" y="2048276"/>
          <a:ext cx="121666" cy="3731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3112"/>
              </a:lnTo>
              <a:lnTo>
                <a:pt x="121666" y="37311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7121B3-B85D-43A4-9D4C-0BCE88478A3F}">
      <dsp:nvSpPr>
        <dsp:cNvPr id="0" name=""/>
        <dsp:cNvSpPr/>
      </dsp:nvSpPr>
      <dsp:spPr>
        <a:xfrm>
          <a:off x="3352337" y="1472385"/>
          <a:ext cx="711662" cy="170333"/>
        </a:xfrm>
        <a:custGeom>
          <a:avLst/>
          <a:gdLst/>
          <a:ahLst/>
          <a:cxnLst/>
          <a:rect l="0" t="0" r="0" b="0"/>
          <a:pathLst>
            <a:path>
              <a:moveTo>
                <a:pt x="711662" y="0"/>
              </a:moveTo>
              <a:lnTo>
                <a:pt x="711662" y="85166"/>
              </a:lnTo>
              <a:lnTo>
                <a:pt x="0" y="85166"/>
              </a:lnTo>
              <a:lnTo>
                <a:pt x="0" y="1703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004C58-DE68-4F69-A688-40B38D32F9B0}">
      <dsp:nvSpPr>
        <dsp:cNvPr id="0" name=""/>
        <dsp:cNvSpPr/>
      </dsp:nvSpPr>
      <dsp:spPr>
        <a:xfrm>
          <a:off x="2046444" y="2048276"/>
          <a:ext cx="121666" cy="3731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3112"/>
              </a:lnTo>
              <a:lnTo>
                <a:pt x="121666" y="37311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95DDE7-2414-4242-9D57-1C63BD769F23}">
      <dsp:nvSpPr>
        <dsp:cNvPr id="0" name=""/>
        <dsp:cNvSpPr/>
      </dsp:nvSpPr>
      <dsp:spPr>
        <a:xfrm>
          <a:off x="2370890" y="1472385"/>
          <a:ext cx="1693109" cy="170333"/>
        </a:xfrm>
        <a:custGeom>
          <a:avLst/>
          <a:gdLst/>
          <a:ahLst/>
          <a:cxnLst/>
          <a:rect l="0" t="0" r="0" b="0"/>
          <a:pathLst>
            <a:path>
              <a:moveTo>
                <a:pt x="1693109" y="0"/>
              </a:moveTo>
              <a:lnTo>
                <a:pt x="1693109" y="85166"/>
              </a:lnTo>
              <a:lnTo>
                <a:pt x="0" y="85166"/>
              </a:lnTo>
              <a:lnTo>
                <a:pt x="0" y="1703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92040E-5938-4363-B762-0272BCF8F39F}">
      <dsp:nvSpPr>
        <dsp:cNvPr id="0" name=""/>
        <dsp:cNvSpPr/>
      </dsp:nvSpPr>
      <dsp:spPr>
        <a:xfrm>
          <a:off x="1064997" y="2048276"/>
          <a:ext cx="121666" cy="21007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00783"/>
              </a:lnTo>
              <a:lnTo>
                <a:pt x="121666" y="210078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AA3C2E-47F7-446F-BE1A-E16E84EC1186}">
      <dsp:nvSpPr>
        <dsp:cNvPr id="0" name=""/>
        <dsp:cNvSpPr/>
      </dsp:nvSpPr>
      <dsp:spPr>
        <a:xfrm>
          <a:off x="1064997" y="2048276"/>
          <a:ext cx="121666" cy="15248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4892"/>
              </a:lnTo>
              <a:lnTo>
                <a:pt x="121666" y="152489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E53462-F97B-482E-AAD4-5058514AE45C}">
      <dsp:nvSpPr>
        <dsp:cNvPr id="0" name=""/>
        <dsp:cNvSpPr/>
      </dsp:nvSpPr>
      <dsp:spPr>
        <a:xfrm>
          <a:off x="1064997" y="2048276"/>
          <a:ext cx="121666" cy="9490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49002"/>
              </a:lnTo>
              <a:lnTo>
                <a:pt x="121666" y="94900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974B45-4B5E-4627-8E1B-E62A7282E2E3}">
      <dsp:nvSpPr>
        <dsp:cNvPr id="0" name=""/>
        <dsp:cNvSpPr/>
      </dsp:nvSpPr>
      <dsp:spPr>
        <a:xfrm>
          <a:off x="1064997" y="2048276"/>
          <a:ext cx="121666" cy="3731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3112"/>
              </a:lnTo>
              <a:lnTo>
                <a:pt x="121666" y="37311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A07A29-AC34-492D-9492-180962223F99}">
      <dsp:nvSpPr>
        <dsp:cNvPr id="0" name=""/>
        <dsp:cNvSpPr/>
      </dsp:nvSpPr>
      <dsp:spPr>
        <a:xfrm>
          <a:off x="1389443" y="1472385"/>
          <a:ext cx="2674556" cy="170333"/>
        </a:xfrm>
        <a:custGeom>
          <a:avLst/>
          <a:gdLst/>
          <a:ahLst/>
          <a:cxnLst/>
          <a:rect l="0" t="0" r="0" b="0"/>
          <a:pathLst>
            <a:path>
              <a:moveTo>
                <a:pt x="2674556" y="0"/>
              </a:moveTo>
              <a:lnTo>
                <a:pt x="2674556" y="85166"/>
              </a:lnTo>
              <a:lnTo>
                <a:pt x="0" y="85166"/>
              </a:lnTo>
              <a:lnTo>
                <a:pt x="0" y="1703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1CB444-8275-4D12-86F6-BE94C2097CF3}">
      <dsp:nvSpPr>
        <dsp:cNvPr id="0" name=""/>
        <dsp:cNvSpPr/>
      </dsp:nvSpPr>
      <dsp:spPr>
        <a:xfrm>
          <a:off x="83550" y="2048276"/>
          <a:ext cx="121666" cy="3731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3112"/>
              </a:lnTo>
              <a:lnTo>
                <a:pt x="121666" y="37311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4FAEE4-AA95-48F4-AA78-9B8A8E82C523}">
      <dsp:nvSpPr>
        <dsp:cNvPr id="0" name=""/>
        <dsp:cNvSpPr/>
      </dsp:nvSpPr>
      <dsp:spPr>
        <a:xfrm>
          <a:off x="407996" y="1472385"/>
          <a:ext cx="3656003" cy="170333"/>
        </a:xfrm>
        <a:custGeom>
          <a:avLst/>
          <a:gdLst/>
          <a:ahLst/>
          <a:cxnLst/>
          <a:rect l="0" t="0" r="0" b="0"/>
          <a:pathLst>
            <a:path>
              <a:moveTo>
                <a:pt x="3656003" y="0"/>
              </a:moveTo>
              <a:lnTo>
                <a:pt x="3656003" y="85166"/>
              </a:lnTo>
              <a:lnTo>
                <a:pt x="0" y="85166"/>
              </a:lnTo>
              <a:lnTo>
                <a:pt x="0" y="1703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DA827F-8D4C-45FD-A944-F49859DA6E1F}">
      <dsp:nvSpPr>
        <dsp:cNvPr id="0" name=""/>
        <dsp:cNvSpPr/>
      </dsp:nvSpPr>
      <dsp:spPr>
        <a:xfrm>
          <a:off x="3437504" y="1066829"/>
          <a:ext cx="1252991" cy="4055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>
              <a:solidFill>
                <a:srgbClr val="FF0000"/>
              </a:solidFill>
            </a:rPr>
            <a:t>otherMetalsAnd</a:t>
          </a:r>
          <a:br>
            <a:rPr lang="de-DE" sz="1100" kern="1200" dirty="0">
              <a:solidFill>
                <a:srgbClr val="FF0000"/>
              </a:solidFill>
            </a:rPr>
          </a:br>
          <a:r>
            <a:rPr lang="de-DE" sz="1100" kern="1200" dirty="0">
              <a:solidFill>
                <a:srgbClr val="FF0000"/>
              </a:solidFill>
            </a:rPr>
            <a:t>MetalAlloys1</a:t>
          </a:r>
        </a:p>
      </dsp:txBody>
      <dsp:txXfrm>
        <a:off x="3437504" y="1066829"/>
        <a:ext cx="1252991" cy="405556"/>
      </dsp:txXfrm>
    </dsp:sp>
    <dsp:sp modelId="{1B350945-5AAB-4255-9E02-6144DD6CA868}">
      <dsp:nvSpPr>
        <dsp:cNvPr id="0" name=""/>
        <dsp:cNvSpPr/>
      </dsp:nvSpPr>
      <dsp:spPr>
        <a:xfrm>
          <a:off x="2439" y="1642719"/>
          <a:ext cx="811113" cy="405556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>
              <a:solidFill>
                <a:srgbClr val="FF0000"/>
              </a:solidFill>
            </a:rPr>
            <a:t>NiAndNi</a:t>
          </a:r>
          <a:br>
            <a:rPr lang="de-DE" sz="1100" kern="1200" dirty="0">
              <a:solidFill>
                <a:srgbClr val="FF0000"/>
              </a:solidFill>
            </a:rPr>
          </a:br>
          <a:r>
            <a:rPr lang="de-DE" sz="1100" kern="1200" dirty="0">
              <a:solidFill>
                <a:srgbClr val="FF0000"/>
              </a:solidFill>
            </a:rPr>
            <a:t>Alloys2</a:t>
          </a:r>
        </a:p>
      </dsp:txBody>
      <dsp:txXfrm>
        <a:off x="2439" y="1642719"/>
        <a:ext cx="811113" cy="405556"/>
      </dsp:txXfrm>
    </dsp:sp>
    <dsp:sp modelId="{67D87EB0-BE5D-4A4B-8CF6-AD87E5C63AA7}">
      <dsp:nvSpPr>
        <dsp:cNvPr id="0" name=""/>
        <dsp:cNvSpPr/>
      </dsp:nvSpPr>
      <dsp:spPr>
        <a:xfrm>
          <a:off x="205217" y="2218609"/>
          <a:ext cx="811113" cy="405556"/>
        </a:xfrm>
        <a:prstGeom prst="rect">
          <a:avLst/>
        </a:prstGeom>
        <a:solidFill>
          <a:srgbClr val="000066">
            <a:lumMod val="60000"/>
            <a:lumOff val="40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>
              <a:solidFill>
                <a:srgbClr val="FF0000"/>
              </a:solidFill>
            </a:rPr>
            <a:t>NiAndNi</a:t>
          </a:r>
          <a:br>
            <a:rPr lang="de-DE" sz="1100" kern="1200" dirty="0">
              <a:solidFill>
                <a:srgbClr val="FF0000"/>
              </a:solidFill>
            </a:rPr>
          </a:br>
          <a:r>
            <a:rPr lang="de-DE" sz="1100" kern="1200" dirty="0">
              <a:solidFill>
                <a:srgbClr val="FF0000"/>
              </a:solidFill>
            </a:rPr>
            <a:t>Alloys3</a:t>
          </a:r>
          <a:endParaRPr lang="de-DE" sz="1100" kern="1200" dirty="0">
            <a:solidFill>
              <a:srgbClr val="FF0000"/>
            </a:solidFill>
            <a:latin typeface="Calibri" panose="020F0502020204030204"/>
            <a:ea typeface="+mn-ea"/>
            <a:cs typeface="+mn-cs"/>
          </a:endParaRPr>
        </a:p>
      </dsp:txBody>
      <dsp:txXfrm>
        <a:off x="205217" y="2218609"/>
        <a:ext cx="811113" cy="405556"/>
      </dsp:txXfrm>
    </dsp:sp>
    <dsp:sp modelId="{15F8BA71-D490-4E78-9E19-68ECD5E77091}">
      <dsp:nvSpPr>
        <dsp:cNvPr id="0" name=""/>
        <dsp:cNvSpPr/>
      </dsp:nvSpPr>
      <dsp:spPr>
        <a:xfrm>
          <a:off x="983886" y="1642719"/>
          <a:ext cx="811113" cy="405556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>
              <a:solidFill>
                <a:schemeClr val="bg1"/>
              </a:solidFill>
            </a:rPr>
            <a:t>AgAndAg</a:t>
          </a:r>
          <a:br>
            <a:rPr lang="de-DE" sz="1100" kern="1200">
              <a:solidFill>
                <a:schemeClr val="bg1"/>
              </a:solidFill>
            </a:rPr>
          </a:br>
          <a:r>
            <a:rPr lang="de-DE" sz="1100" kern="1200" err="1">
              <a:solidFill>
                <a:schemeClr val="bg1"/>
              </a:solidFill>
            </a:rPr>
            <a:t>Alloys</a:t>
          </a:r>
          <a:endParaRPr lang="de-DE" sz="1100" kern="1200">
            <a:solidFill>
              <a:schemeClr val="bg1"/>
            </a:solidFill>
          </a:endParaRPr>
        </a:p>
      </dsp:txBody>
      <dsp:txXfrm>
        <a:off x="983886" y="1642719"/>
        <a:ext cx="811113" cy="405556"/>
      </dsp:txXfrm>
    </dsp:sp>
    <dsp:sp modelId="{199326CE-FD01-49B0-B906-741EED7059E7}">
      <dsp:nvSpPr>
        <dsp:cNvPr id="0" name=""/>
        <dsp:cNvSpPr/>
      </dsp:nvSpPr>
      <dsp:spPr>
        <a:xfrm>
          <a:off x="1186664" y="2218609"/>
          <a:ext cx="811113" cy="405556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>
              <a:solidFill>
                <a:schemeClr val="bg1"/>
              </a:solidFill>
            </a:rPr>
            <a:t>999Ag</a:t>
          </a:r>
        </a:p>
      </dsp:txBody>
      <dsp:txXfrm>
        <a:off x="1186664" y="2218609"/>
        <a:ext cx="811113" cy="405556"/>
      </dsp:txXfrm>
    </dsp:sp>
    <dsp:sp modelId="{987F28BA-42C1-4CAB-A8A7-029228E18A6F}">
      <dsp:nvSpPr>
        <dsp:cNvPr id="0" name=""/>
        <dsp:cNvSpPr/>
      </dsp:nvSpPr>
      <dsp:spPr>
        <a:xfrm>
          <a:off x="1186664" y="2794500"/>
          <a:ext cx="811113" cy="405556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>
              <a:solidFill>
                <a:schemeClr val="bg1"/>
              </a:solidFill>
            </a:rPr>
            <a:t>925Ag</a:t>
          </a:r>
        </a:p>
      </dsp:txBody>
      <dsp:txXfrm>
        <a:off x="1186664" y="2794500"/>
        <a:ext cx="811113" cy="405556"/>
      </dsp:txXfrm>
    </dsp:sp>
    <dsp:sp modelId="{BB7C8C34-7A57-4B46-80A2-2FE06EC4661D}">
      <dsp:nvSpPr>
        <dsp:cNvPr id="0" name=""/>
        <dsp:cNvSpPr/>
      </dsp:nvSpPr>
      <dsp:spPr>
        <a:xfrm>
          <a:off x="1186664" y="3370390"/>
          <a:ext cx="811113" cy="405556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>
              <a:solidFill>
                <a:schemeClr val="bg1"/>
              </a:solidFill>
            </a:rPr>
            <a:t>AgNiAlloys</a:t>
          </a:r>
          <a:endParaRPr lang="de-DE" sz="1100" kern="1200">
            <a:solidFill>
              <a:schemeClr val="bg1"/>
            </a:solidFill>
          </a:endParaRPr>
        </a:p>
      </dsp:txBody>
      <dsp:txXfrm>
        <a:off x="1186664" y="3370390"/>
        <a:ext cx="811113" cy="405556"/>
      </dsp:txXfrm>
    </dsp:sp>
    <dsp:sp modelId="{DC389C4F-6776-4531-AF97-D790AC8C7039}">
      <dsp:nvSpPr>
        <dsp:cNvPr id="0" name=""/>
        <dsp:cNvSpPr/>
      </dsp:nvSpPr>
      <dsp:spPr>
        <a:xfrm>
          <a:off x="1186664" y="3946281"/>
          <a:ext cx="811113" cy="405556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>
              <a:solidFill>
                <a:schemeClr val="bg1"/>
              </a:solidFill>
            </a:rPr>
            <a:t>AgCuAlloys</a:t>
          </a:r>
          <a:endParaRPr lang="de-DE" sz="1100" kern="1200" dirty="0">
            <a:solidFill>
              <a:schemeClr val="bg1"/>
            </a:solidFill>
          </a:endParaRPr>
        </a:p>
      </dsp:txBody>
      <dsp:txXfrm>
        <a:off x="1186664" y="3946281"/>
        <a:ext cx="811113" cy="405556"/>
      </dsp:txXfrm>
    </dsp:sp>
    <dsp:sp modelId="{FAEF36B1-03B0-4FCB-A605-8E979FBD8EBB}">
      <dsp:nvSpPr>
        <dsp:cNvPr id="0" name=""/>
        <dsp:cNvSpPr/>
      </dsp:nvSpPr>
      <dsp:spPr>
        <a:xfrm>
          <a:off x="1965333" y="1642719"/>
          <a:ext cx="811113" cy="405556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>
              <a:solidFill>
                <a:srgbClr val="FF0000"/>
              </a:solidFill>
            </a:rPr>
            <a:t>MgAnd</a:t>
          </a:r>
          <a:br>
            <a:rPr lang="de-DE" sz="1100" kern="1200" dirty="0">
              <a:solidFill>
                <a:srgbClr val="FF0000"/>
              </a:solidFill>
            </a:rPr>
          </a:br>
          <a:r>
            <a:rPr lang="de-DE" sz="1100" kern="1200" dirty="0">
              <a:solidFill>
                <a:srgbClr val="FF0000"/>
              </a:solidFill>
            </a:rPr>
            <a:t>MgAlloys2</a:t>
          </a:r>
        </a:p>
      </dsp:txBody>
      <dsp:txXfrm>
        <a:off x="1965333" y="1642719"/>
        <a:ext cx="811113" cy="405556"/>
      </dsp:txXfrm>
    </dsp:sp>
    <dsp:sp modelId="{3768D943-3E2C-412C-B226-8F72C993C0BB}">
      <dsp:nvSpPr>
        <dsp:cNvPr id="0" name=""/>
        <dsp:cNvSpPr/>
      </dsp:nvSpPr>
      <dsp:spPr>
        <a:xfrm>
          <a:off x="2168111" y="2218609"/>
          <a:ext cx="811113" cy="405556"/>
        </a:xfrm>
        <a:prstGeom prst="rect">
          <a:avLst/>
        </a:prstGeom>
        <a:solidFill>
          <a:srgbClr val="000066">
            <a:lumMod val="60000"/>
            <a:lumOff val="40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>
              <a:solidFill>
                <a:srgbClr val="FF0000"/>
              </a:solidFill>
            </a:rPr>
            <a:t>MgAnd</a:t>
          </a:r>
          <a:br>
            <a:rPr lang="de-DE" sz="1100" kern="1200" dirty="0">
              <a:solidFill>
                <a:srgbClr val="FF0000"/>
              </a:solidFill>
            </a:rPr>
          </a:br>
          <a:r>
            <a:rPr lang="de-DE" sz="1100" kern="1200" dirty="0">
              <a:solidFill>
                <a:srgbClr val="FF0000"/>
              </a:solidFill>
            </a:rPr>
            <a:t>MgAlloys3</a:t>
          </a:r>
          <a:endParaRPr lang="de-DE" sz="1100" kern="1200" dirty="0">
            <a:solidFill>
              <a:srgbClr val="FF0000"/>
            </a:solidFill>
            <a:latin typeface="Calibri" panose="020F0502020204030204"/>
            <a:ea typeface="+mn-ea"/>
            <a:cs typeface="+mn-cs"/>
          </a:endParaRPr>
        </a:p>
      </dsp:txBody>
      <dsp:txXfrm>
        <a:off x="2168111" y="2218609"/>
        <a:ext cx="811113" cy="405556"/>
      </dsp:txXfrm>
    </dsp:sp>
    <dsp:sp modelId="{EDBD8B77-515F-4D0E-B5F9-7915BAB0FC22}">
      <dsp:nvSpPr>
        <dsp:cNvPr id="0" name=""/>
        <dsp:cNvSpPr/>
      </dsp:nvSpPr>
      <dsp:spPr>
        <a:xfrm>
          <a:off x="2946780" y="1642719"/>
          <a:ext cx="811113" cy="405556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>
              <a:solidFill>
                <a:srgbClr val="FF0000"/>
              </a:solidFill>
            </a:rPr>
            <a:t>TiAndTi</a:t>
          </a:r>
          <a:br>
            <a:rPr lang="de-DE" sz="1100" kern="1200" dirty="0">
              <a:solidFill>
                <a:srgbClr val="FF0000"/>
              </a:solidFill>
            </a:rPr>
          </a:br>
          <a:r>
            <a:rPr lang="de-DE" sz="1100" kern="1200" dirty="0">
              <a:solidFill>
                <a:srgbClr val="FF0000"/>
              </a:solidFill>
            </a:rPr>
            <a:t>Alloys2</a:t>
          </a:r>
        </a:p>
      </dsp:txBody>
      <dsp:txXfrm>
        <a:off x="2946780" y="1642719"/>
        <a:ext cx="811113" cy="405556"/>
      </dsp:txXfrm>
    </dsp:sp>
    <dsp:sp modelId="{83E45405-4AD2-43A1-B934-7EC33E6A709E}">
      <dsp:nvSpPr>
        <dsp:cNvPr id="0" name=""/>
        <dsp:cNvSpPr/>
      </dsp:nvSpPr>
      <dsp:spPr>
        <a:xfrm>
          <a:off x="3149558" y="2218609"/>
          <a:ext cx="811113" cy="405556"/>
        </a:xfrm>
        <a:prstGeom prst="rect">
          <a:avLst/>
        </a:prstGeom>
        <a:solidFill>
          <a:srgbClr val="000066">
            <a:lumMod val="60000"/>
            <a:lumOff val="40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>
              <a:solidFill>
                <a:srgbClr val="FF0000"/>
              </a:solidFill>
            </a:rPr>
            <a:t>TiAndTi</a:t>
          </a:r>
          <a:br>
            <a:rPr lang="de-DE" sz="1100" kern="1200" dirty="0">
              <a:solidFill>
                <a:srgbClr val="FF0000"/>
              </a:solidFill>
            </a:rPr>
          </a:br>
          <a:r>
            <a:rPr lang="de-DE" sz="1100" kern="1200" dirty="0">
              <a:solidFill>
                <a:srgbClr val="FF0000"/>
              </a:solidFill>
            </a:rPr>
            <a:t>Alloys3</a:t>
          </a:r>
          <a:endParaRPr lang="de-DE" sz="1100" kern="1200" dirty="0">
            <a:solidFill>
              <a:srgbClr val="FF0000"/>
            </a:solidFill>
            <a:latin typeface="Calibri" panose="020F0502020204030204"/>
            <a:ea typeface="+mn-ea"/>
            <a:cs typeface="+mn-cs"/>
          </a:endParaRPr>
        </a:p>
      </dsp:txBody>
      <dsp:txXfrm>
        <a:off x="3149558" y="2218609"/>
        <a:ext cx="811113" cy="405556"/>
      </dsp:txXfrm>
    </dsp:sp>
    <dsp:sp modelId="{CE723233-86BE-431F-AEBA-ACF7ACA91D77}">
      <dsp:nvSpPr>
        <dsp:cNvPr id="0" name=""/>
        <dsp:cNvSpPr/>
      </dsp:nvSpPr>
      <dsp:spPr>
        <a:xfrm>
          <a:off x="3928227" y="1642719"/>
          <a:ext cx="811113" cy="405556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>
              <a:solidFill>
                <a:schemeClr val="bg1"/>
              </a:solidFill>
            </a:rPr>
            <a:t>SnAndSn</a:t>
          </a:r>
          <a:br>
            <a:rPr lang="de-DE" sz="1100" kern="1200" dirty="0">
              <a:solidFill>
                <a:schemeClr val="bg1"/>
              </a:solidFill>
            </a:rPr>
          </a:br>
          <a:r>
            <a:rPr lang="de-DE" sz="1100" kern="1200" dirty="0" err="1">
              <a:solidFill>
                <a:schemeClr val="bg1"/>
              </a:solidFill>
            </a:rPr>
            <a:t>Alloys</a:t>
          </a:r>
          <a:endParaRPr lang="de-DE" sz="1100" kern="1200" dirty="0">
            <a:solidFill>
              <a:schemeClr val="bg1"/>
            </a:solidFill>
          </a:endParaRPr>
        </a:p>
      </dsp:txBody>
      <dsp:txXfrm>
        <a:off x="3928227" y="1642719"/>
        <a:ext cx="811113" cy="405556"/>
      </dsp:txXfrm>
    </dsp:sp>
    <dsp:sp modelId="{85A0E5FD-FDCE-4BB8-99A1-30C8C7E9C0C4}">
      <dsp:nvSpPr>
        <dsp:cNvPr id="0" name=""/>
        <dsp:cNvSpPr/>
      </dsp:nvSpPr>
      <dsp:spPr>
        <a:xfrm>
          <a:off x="4131006" y="2218609"/>
          <a:ext cx="811113" cy="405556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>
              <a:solidFill>
                <a:schemeClr val="bg1"/>
              </a:solidFill>
            </a:rPr>
            <a:t>pewter</a:t>
          </a:r>
          <a:endParaRPr lang="de-DE" sz="1100" kern="1200">
            <a:solidFill>
              <a:schemeClr val="bg1"/>
            </a:solidFill>
          </a:endParaRPr>
        </a:p>
      </dsp:txBody>
      <dsp:txXfrm>
        <a:off x="4131006" y="2218609"/>
        <a:ext cx="811113" cy="405556"/>
      </dsp:txXfrm>
    </dsp:sp>
    <dsp:sp modelId="{5FD0485D-DA35-4958-8BD5-8DBCACA5E433}">
      <dsp:nvSpPr>
        <dsp:cNvPr id="0" name=""/>
        <dsp:cNvSpPr/>
      </dsp:nvSpPr>
      <dsp:spPr>
        <a:xfrm>
          <a:off x="4131006" y="2794500"/>
          <a:ext cx="811113" cy="405556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>
              <a:solidFill>
                <a:schemeClr val="bg1"/>
              </a:solidFill>
            </a:rPr>
            <a:t>fusibleSn</a:t>
          </a:r>
          <a:br>
            <a:rPr lang="de-DE" sz="1100" kern="1200">
              <a:solidFill>
                <a:schemeClr val="bg1"/>
              </a:solidFill>
            </a:rPr>
          </a:br>
          <a:r>
            <a:rPr lang="de-DE" sz="1100" kern="1200" err="1">
              <a:solidFill>
                <a:schemeClr val="bg1"/>
              </a:solidFill>
            </a:rPr>
            <a:t>Alloys</a:t>
          </a:r>
          <a:endParaRPr lang="de-DE" sz="1100" kern="1200">
            <a:solidFill>
              <a:schemeClr val="bg1"/>
            </a:solidFill>
          </a:endParaRPr>
        </a:p>
      </dsp:txBody>
      <dsp:txXfrm>
        <a:off x="4131006" y="2794500"/>
        <a:ext cx="811113" cy="405556"/>
      </dsp:txXfrm>
    </dsp:sp>
    <dsp:sp modelId="{7B80D665-1E5A-42E2-8767-C3BB5FE3F6F8}">
      <dsp:nvSpPr>
        <dsp:cNvPr id="0" name=""/>
        <dsp:cNvSpPr/>
      </dsp:nvSpPr>
      <dsp:spPr>
        <a:xfrm>
          <a:off x="4909674" y="1642719"/>
          <a:ext cx="811113" cy="405556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>
              <a:solidFill>
                <a:schemeClr val="bg1"/>
              </a:solidFill>
            </a:rPr>
            <a:t>PbAndPb</a:t>
          </a:r>
          <a:br>
            <a:rPr lang="de-DE" sz="1100" kern="1200">
              <a:solidFill>
                <a:schemeClr val="bg1"/>
              </a:solidFill>
            </a:rPr>
          </a:br>
          <a:r>
            <a:rPr lang="de-DE" sz="1100" kern="1200" err="1">
              <a:solidFill>
                <a:schemeClr val="bg1"/>
              </a:solidFill>
            </a:rPr>
            <a:t>Alloys</a:t>
          </a:r>
          <a:endParaRPr lang="de-DE" sz="1100" kern="1200">
            <a:solidFill>
              <a:schemeClr val="bg1"/>
            </a:solidFill>
          </a:endParaRPr>
        </a:p>
      </dsp:txBody>
      <dsp:txXfrm>
        <a:off x="4909674" y="1642719"/>
        <a:ext cx="811113" cy="405556"/>
      </dsp:txXfrm>
    </dsp:sp>
    <dsp:sp modelId="{408FEB93-06BA-4566-BE73-212E636B6043}">
      <dsp:nvSpPr>
        <dsp:cNvPr id="0" name=""/>
        <dsp:cNvSpPr/>
      </dsp:nvSpPr>
      <dsp:spPr>
        <a:xfrm>
          <a:off x="5112453" y="2218609"/>
          <a:ext cx="811113" cy="405556"/>
        </a:xfrm>
        <a:prstGeom prst="rect">
          <a:avLst/>
        </a:prstGeom>
        <a:solidFill>
          <a:srgbClr val="000066">
            <a:lumMod val="60000"/>
            <a:lumOff val="40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hard</a:t>
          </a:r>
          <a:r>
            <a:rPr lang="de-DE" sz="1100" kern="120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-lead</a:t>
          </a:r>
        </a:p>
      </dsp:txBody>
      <dsp:txXfrm>
        <a:off x="5112453" y="2218609"/>
        <a:ext cx="811113" cy="405556"/>
      </dsp:txXfrm>
    </dsp:sp>
    <dsp:sp modelId="{93E988F7-5058-4858-ADD9-725F1E1B598E}">
      <dsp:nvSpPr>
        <dsp:cNvPr id="0" name=""/>
        <dsp:cNvSpPr/>
      </dsp:nvSpPr>
      <dsp:spPr>
        <a:xfrm>
          <a:off x="5112453" y="2794500"/>
          <a:ext cx="811113" cy="405556"/>
        </a:xfrm>
        <a:prstGeom prst="rect">
          <a:avLst/>
        </a:prstGeom>
        <a:solidFill>
          <a:srgbClr val="000066">
            <a:lumMod val="60000"/>
            <a:lumOff val="40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otherPb</a:t>
          </a:r>
          <a:br>
            <a:rPr lang="de-DE" sz="110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</a:br>
          <a:r>
            <a:rPr lang="de-DE" sz="1100" kern="1200" dirty="0" err="1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Alloys</a:t>
          </a:r>
          <a:endParaRPr lang="de-DE" sz="1100" kern="1200" dirty="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5112453" y="2794500"/>
        <a:ext cx="811113" cy="405556"/>
      </dsp:txXfrm>
    </dsp:sp>
    <dsp:sp modelId="{BDCC030E-0CCC-4C20-A881-A4C5DAC4B565}">
      <dsp:nvSpPr>
        <dsp:cNvPr id="0" name=""/>
        <dsp:cNvSpPr/>
      </dsp:nvSpPr>
      <dsp:spPr>
        <a:xfrm>
          <a:off x="5891121" y="1642719"/>
          <a:ext cx="811113" cy="405556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>
              <a:solidFill>
                <a:srgbClr val="FF0000"/>
              </a:solidFill>
            </a:rPr>
            <a:t>ZnAndZn</a:t>
          </a:r>
          <a:br>
            <a:rPr lang="de-DE" sz="1100" kern="1200" dirty="0">
              <a:solidFill>
                <a:srgbClr val="FF0000"/>
              </a:solidFill>
            </a:rPr>
          </a:br>
          <a:r>
            <a:rPr lang="de-DE" sz="1100" kern="1200" dirty="0">
              <a:solidFill>
                <a:srgbClr val="FF0000"/>
              </a:solidFill>
            </a:rPr>
            <a:t>Alloys2</a:t>
          </a:r>
        </a:p>
      </dsp:txBody>
      <dsp:txXfrm>
        <a:off x="5891121" y="1642719"/>
        <a:ext cx="811113" cy="405556"/>
      </dsp:txXfrm>
    </dsp:sp>
    <dsp:sp modelId="{F8290507-F119-4EEB-A1C6-A6C7890C6FD6}">
      <dsp:nvSpPr>
        <dsp:cNvPr id="0" name=""/>
        <dsp:cNvSpPr/>
      </dsp:nvSpPr>
      <dsp:spPr>
        <a:xfrm>
          <a:off x="6093900" y="2218609"/>
          <a:ext cx="811113" cy="405556"/>
        </a:xfrm>
        <a:prstGeom prst="rect">
          <a:avLst/>
        </a:prstGeom>
        <a:solidFill>
          <a:srgbClr val="000066">
            <a:lumMod val="60000"/>
            <a:lumOff val="40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>
              <a:solidFill>
                <a:srgbClr val="FF0000"/>
              </a:solidFill>
            </a:rPr>
            <a:t>ZnAndZn</a:t>
          </a:r>
          <a:br>
            <a:rPr lang="de-DE" sz="1100" kern="1200" dirty="0">
              <a:solidFill>
                <a:srgbClr val="FF0000"/>
              </a:solidFill>
            </a:rPr>
          </a:br>
          <a:r>
            <a:rPr lang="de-DE" sz="1100" kern="1200" dirty="0">
              <a:solidFill>
                <a:srgbClr val="FF0000"/>
              </a:solidFill>
            </a:rPr>
            <a:t>Alloys3</a:t>
          </a:r>
          <a:endParaRPr lang="de-DE" sz="1100" kern="1200" dirty="0">
            <a:solidFill>
              <a:srgbClr val="FF0000"/>
            </a:solidFill>
            <a:latin typeface="Calibri" panose="020F0502020204030204"/>
            <a:ea typeface="+mn-ea"/>
            <a:cs typeface="+mn-cs"/>
          </a:endParaRPr>
        </a:p>
      </dsp:txBody>
      <dsp:txXfrm>
        <a:off x="6093900" y="2218609"/>
        <a:ext cx="811113" cy="405556"/>
      </dsp:txXfrm>
    </dsp:sp>
    <dsp:sp modelId="{543884A8-B9B1-496A-ABFA-25179F7FC2A3}">
      <dsp:nvSpPr>
        <dsp:cNvPr id="0" name=""/>
        <dsp:cNvSpPr/>
      </dsp:nvSpPr>
      <dsp:spPr>
        <a:xfrm>
          <a:off x="6872568" y="1642719"/>
          <a:ext cx="1252991" cy="405556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>
              <a:solidFill>
                <a:srgbClr val="FF0000"/>
              </a:solidFill>
            </a:rPr>
            <a:t>otherMetalsAnd</a:t>
          </a:r>
          <a:br>
            <a:rPr lang="de-DE" sz="1100" kern="1200" dirty="0">
              <a:solidFill>
                <a:srgbClr val="FF0000"/>
              </a:solidFill>
            </a:rPr>
          </a:br>
          <a:r>
            <a:rPr lang="de-DE" sz="1100" kern="1200" dirty="0">
              <a:solidFill>
                <a:srgbClr val="FF0000"/>
              </a:solidFill>
            </a:rPr>
            <a:t>MetalAlloys2</a:t>
          </a:r>
        </a:p>
      </dsp:txBody>
      <dsp:txXfrm>
        <a:off x="6872568" y="1642719"/>
        <a:ext cx="1252991" cy="405556"/>
      </dsp:txXfrm>
    </dsp:sp>
    <dsp:sp modelId="{06090EB8-0A56-4CA2-BEAC-653C60D973DB}">
      <dsp:nvSpPr>
        <dsp:cNvPr id="0" name=""/>
        <dsp:cNvSpPr/>
      </dsp:nvSpPr>
      <dsp:spPr>
        <a:xfrm>
          <a:off x="7185816" y="2218609"/>
          <a:ext cx="811113" cy="405556"/>
        </a:xfrm>
        <a:prstGeom prst="rect">
          <a:avLst/>
        </a:prstGeom>
        <a:solidFill>
          <a:srgbClr val="000066">
            <a:lumMod val="60000"/>
            <a:lumOff val="40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>
              <a:solidFill>
                <a:srgbClr val="FF0000"/>
              </a:solidFill>
            </a:rPr>
            <a:t>otherMetals</a:t>
          </a:r>
          <a:br>
            <a:rPr lang="de-DE" sz="1100" kern="1200" dirty="0">
              <a:solidFill>
                <a:srgbClr val="FF0000"/>
              </a:solidFill>
            </a:rPr>
          </a:br>
          <a:r>
            <a:rPr lang="de-DE" sz="1100" kern="1200" dirty="0" err="1">
              <a:solidFill>
                <a:srgbClr val="FF0000"/>
              </a:solidFill>
            </a:rPr>
            <a:t>AndMetal</a:t>
          </a:r>
          <a:br>
            <a:rPr lang="de-DE" sz="1100" kern="1200" dirty="0">
              <a:solidFill>
                <a:srgbClr val="FF0000"/>
              </a:solidFill>
            </a:rPr>
          </a:br>
          <a:r>
            <a:rPr lang="de-DE" sz="1100" kern="1200" dirty="0">
              <a:solidFill>
                <a:srgbClr val="FF0000"/>
              </a:solidFill>
            </a:rPr>
            <a:t>Alloys3</a:t>
          </a:r>
          <a:endParaRPr lang="de-DE" sz="1100" kern="1200" dirty="0">
            <a:solidFill>
              <a:srgbClr val="FF0000"/>
            </a:solidFill>
            <a:latin typeface="Calibri" panose="020F0502020204030204"/>
            <a:ea typeface="+mn-ea"/>
            <a:cs typeface="+mn-cs"/>
          </a:endParaRPr>
        </a:p>
      </dsp:txBody>
      <dsp:txXfrm>
        <a:off x="7185816" y="2218609"/>
        <a:ext cx="811113" cy="40555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6E8EA0-31A4-44C5-B931-F3E96ED5F68B}">
      <dsp:nvSpPr>
        <dsp:cNvPr id="0" name=""/>
        <dsp:cNvSpPr/>
      </dsp:nvSpPr>
      <dsp:spPr>
        <a:xfrm>
          <a:off x="5939494" y="1200030"/>
          <a:ext cx="148456" cy="455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5265"/>
              </a:lnTo>
              <a:lnTo>
                <a:pt x="148456" y="4552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C6B498-FC29-43C5-8381-D3FD2801B4A4}">
      <dsp:nvSpPr>
        <dsp:cNvPr id="0" name=""/>
        <dsp:cNvSpPr/>
      </dsp:nvSpPr>
      <dsp:spPr>
        <a:xfrm>
          <a:off x="3940286" y="497338"/>
          <a:ext cx="2395091" cy="2078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3919"/>
              </a:lnTo>
              <a:lnTo>
                <a:pt x="2395091" y="103919"/>
              </a:lnTo>
              <a:lnTo>
                <a:pt x="2395091" y="20783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B9D83B-8573-4444-BEAB-5070DCD1D6E0}">
      <dsp:nvSpPr>
        <dsp:cNvPr id="0" name=""/>
        <dsp:cNvSpPr/>
      </dsp:nvSpPr>
      <dsp:spPr>
        <a:xfrm>
          <a:off x="4741949" y="1200030"/>
          <a:ext cx="148456" cy="25633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63341"/>
              </a:lnTo>
              <a:lnTo>
                <a:pt x="148456" y="256334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A169C9-D625-4D63-955D-9CDD80B13D2B}">
      <dsp:nvSpPr>
        <dsp:cNvPr id="0" name=""/>
        <dsp:cNvSpPr/>
      </dsp:nvSpPr>
      <dsp:spPr>
        <a:xfrm>
          <a:off x="4741949" y="1200030"/>
          <a:ext cx="148456" cy="18606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60649"/>
              </a:lnTo>
              <a:lnTo>
                <a:pt x="148456" y="186064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746808-1D17-472E-86CD-44CC3E44FD2F}">
      <dsp:nvSpPr>
        <dsp:cNvPr id="0" name=""/>
        <dsp:cNvSpPr/>
      </dsp:nvSpPr>
      <dsp:spPr>
        <a:xfrm>
          <a:off x="4741949" y="1200030"/>
          <a:ext cx="148456" cy="11579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7957"/>
              </a:lnTo>
              <a:lnTo>
                <a:pt x="148456" y="11579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9E4826-E194-474D-8AD0-5B8FB336DAFE}">
      <dsp:nvSpPr>
        <dsp:cNvPr id="0" name=""/>
        <dsp:cNvSpPr/>
      </dsp:nvSpPr>
      <dsp:spPr>
        <a:xfrm>
          <a:off x="4741949" y="1200030"/>
          <a:ext cx="148456" cy="455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5265"/>
              </a:lnTo>
              <a:lnTo>
                <a:pt x="148456" y="4552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912601-29E7-4B4C-995B-A9A235182CA9}">
      <dsp:nvSpPr>
        <dsp:cNvPr id="0" name=""/>
        <dsp:cNvSpPr/>
      </dsp:nvSpPr>
      <dsp:spPr>
        <a:xfrm>
          <a:off x="3940286" y="497338"/>
          <a:ext cx="1197545" cy="2078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3919"/>
              </a:lnTo>
              <a:lnTo>
                <a:pt x="1197545" y="103919"/>
              </a:lnTo>
              <a:lnTo>
                <a:pt x="1197545" y="20783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8814E8-31DA-4985-ABA6-C64FF8DB819B}">
      <dsp:nvSpPr>
        <dsp:cNvPr id="0" name=""/>
        <dsp:cNvSpPr/>
      </dsp:nvSpPr>
      <dsp:spPr>
        <a:xfrm>
          <a:off x="3544403" y="1200030"/>
          <a:ext cx="148456" cy="11579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7957"/>
              </a:lnTo>
              <a:lnTo>
                <a:pt x="148456" y="11579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4F2455-15E1-45FC-B5B5-EFE702DA7BE3}">
      <dsp:nvSpPr>
        <dsp:cNvPr id="0" name=""/>
        <dsp:cNvSpPr/>
      </dsp:nvSpPr>
      <dsp:spPr>
        <a:xfrm>
          <a:off x="3544403" y="1200030"/>
          <a:ext cx="148456" cy="4471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7184"/>
              </a:lnTo>
              <a:lnTo>
                <a:pt x="148456" y="44718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838529-5B64-4B8A-A346-9A9C5835D67B}">
      <dsp:nvSpPr>
        <dsp:cNvPr id="0" name=""/>
        <dsp:cNvSpPr/>
      </dsp:nvSpPr>
      <dsp:spPr>
        <a:xfrm>
          <a:off x="3894566" y="497338"/>
          <a:ext cx="91440" cy="2078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783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307A04-9EE6-4A4A-B12F-06FF0591B599}">
      <dsp:nvSpPr>
        <dsp:cNvPr id="0" name=""/>
        <dsp:cNvSpPr/>
      </dsp:nvSpPr>
      <dsp:spPr>
        <a:xfrm>
          <a:off x="2346858" y="1200030"/>
          <a:ext cx="148456" cy="39687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8725"/>
              </a:lnTo>
              <a:lnTo>
                <a:pt x="148456" y="396872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878983-AD9B-4D5E-AD08-7DBB48054FAF}">
      <dsp:nvSpPr>
        <dsp:cNvPr id="0" name=""/>
        <dsp:cNvSpPr/>
      </dsp:nvSpPr>
      <dsp:spPr>
        <a:xfrm>
          <a:off x="2346858" y="1200030"/>
          <a:ext cx="148456" cy="32660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66033"/>
              </a:lnTo>
              <a:lnTo>
                <a:pt x="148456" y="326603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F17D9F-7FBB-45CF-93E9-62224A7AF19E}">
      <dsp:nvSpPr>
        <dsp:cNvPr id="0" name=""/>
        <dsp:cNvSpPr/>
      </dsp:nvSpPr>
      <dsp:spPr>
        <a:xfrm>
          <a:off x="2346858" y="1200030"/>
          <a:ext cx="148456" cy="25633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63341"/>
              </a:lnTo>
              <a:lnTo>
                <a:pt x="148456" y="256334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BF4836-7EA0-4E3A-B2EE-68C87CD47824}">
      <dsp:nvSpPr>
        <dsp:cNvPr id="0" name=""/>
        <dsp:cNvSpPr/>
      </dsp:nvSpPr>
      <dsp:spPr>
        <a:xfrm>
          <a:off x="2346858" y="1200030"/>
          <a:ext cx="148456" cy="18606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60649"/>
              </a:lnTo>
              <a:lnTo>
                <a:pt x="148456" y="186064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2BE072-541D-48BF-8D47-44BB2285B7DC}">
      <dsp:nvSpPr>
        <dsp:cNvPr id="0" name=""/>
        <dsp:cNvSpPr/>
      </dsp:nvSpPr>
      <dsp:spPr>
        <a:xfrm>
          <a:off x="2346858" y="1200030"/>
          <a:ext cx="148456" cy="11579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7957"/>
              </a:lnTo>
              <a:lnTo>
                <a:pt x="148456" y="11579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664DA5-11A6-4A7F-B292-CC76F35DF789}">
      <dsp:nvSpPr>
        <dsp:cNvPr id="0" name=""/>
        <dsp:cNvSpPr/>
      </dsp:nvSpPr>
      <dsp:spPr>
        <a:xfrm>
          <a:off x="2346858" y="1200030"/>
          <a:ext cx="148456" cy="455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5265"/>
              </a:lnTo>
              <a:lnTo>
                <a:pt x="148456" y="4552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52E226-18E7-4115-927C-A390E08D37CF}">
      <dsp:nvSpPr>
        <dsp:cNvPr id="0" name=""/>
        <dsp:cNvSpPr/>
      </dsp:nvSpPr>
      <dsp:spPr>
        <a:xfrm>
          <a:off x="2742741" y="497338"/>
          <a:ext cx="1197545" cy="207838"/>
        </a:xfrm>
        <a:custGeom>
          <a:avLst/>
          <a:gdLst/>
          <a:ahLst/>
          <a:cxnLst/>
          <a:rect l="0" t="0" r="0" b="0"/>
          <a:pathLst>
            <a:path>
              <a:moveTo>
                <a:pt x="1197545" y="0"/>
              </a:moveTo>
              <a:lnTo>
                <a:pt x="1197545" y="103919"/>
              </a:lnTo>
              <a:lnTo>
                <a:pt x="0" y="103919"/>
              </a:lnTo>
              <a:lnTo>
                <a:pt x="0" y="20783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7CA4F6-CAA0-4EE3-B5D7-C998BD2C5EB9}">
      <dsp:nvSpPr>
        <dsp:cNvPr id="0" name=""/>
        <dsp:cNvSpPr/>
      </dsp:nvSpPr>
      <dsp:spPr>
        <a:xfrm>
          <a:off x="1149312" y="1200030"/>
          <a:ext cx="148456" cy="39687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8725"/>
              </a:lnTo>
              <a:lnTo>
                <a:pt x="148456" y="396872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A90451-033B-4231-A30A-218DEAC67352}">
      <dsp:nvSpPr>
        <dsp:cNvPr id="0" name=""/>
        <dsp:cNvSpPr/>
      </dsp:nvSpPr>
      <dsp:spPr>
        <a:xfrm>
          <a:off x="1149312" y="1200030"/>
          <a:ext cx="148456" cy="32660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66033"/>
              </a:lnTo>
              <a:lnTo>
                <a:pt x="148456" y="326603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488821-F633-4698-8F37-D8C0A7BEF3AE}">
      <dsp:nvSpPr>
        <dsp:cNvPr id="0" name=""/>
        <dsp:cNvSpPr/>
      </dsp:nvSpPr>
      <dsp:spPr>
        <a:xfrm>
          <a:off x="1149312" y="1200030"/>
          <a:ext cx="148456" cy="25633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63341"/>
              </a:lnTo>
              <a:lnTo>
                <a:pt x="148456" y="256334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0C4CA2-235C-4E0F-B631-70C30F07037A}">
      <dsp:nvSpPr>
        <dsp:cNvPr id="0" name=""/>
        <dsp:cNvSpPr/>
      </dsp:nvSpPr>
      <dsp:spPr>
        <a:xfrm>
          <a:off x="1149312" y="1200030"/>
          <a:ext cx="148456" cy="18606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60649"/>
              </a:lnTo>
              <a:lnTo>
                <a:pt x="148456" y="186064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56D1A9-7634-42AD-8DBA-06598BE14570}">
      <dsp:nvSpPr>
        <dsp:cNvPr id="0" name=""/>
        <dsp:cNvSpPr/>
      </dsp:nvSpPr>
      <dsp:spPr>
        <a:xfrm>
          <a:off x="1149312" y="1200030"/>
          <a:ext cx="148456" cy="11579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7957"/>
              </a:lnTo>
              <a:lnTo>
                <a:pt x="148456" y="11579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3A6B51-03AE-4561-A95F-8525D75E28A1}">
      <dsp:nvSpPr>
        <dsp:cNvPr id="0" name=""/>
        <dsp:cNvSpPr/>
      </dsp:nvSpPr>
      <dsp:spPr>
        <a:xfrm>
          <a:off x="1149312" y="1200030"/>
          <a:ext cx="148456" cy="455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5265"/>
              </a:lnTo>
              <a:lnTo>
                <a:pt x="148456" y="4552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9872BA-01C5-469C-BEAC-20AF17A8494E}">
      <dsp:nvSpPr>
        <dsp:cNvPr id="0" name=""/>
        <dsp:cNvSpPr/>
      </dsp:nvSpPr>
      <dsp:spPr>
        <a:xfrm>
          <a:off x="1545195" y="497338"/>
          <a:ext cx="2395091" cy="207838"/>
        </a:xfrm>
        <a:custGeom>
          <a:avLst/>
          <a:gdLst/>
          <a:ahLst/>
          <a:cxnLst/>
          <a:rect l="0" t="0" r="0" b="0"/>
          <a:pathLst>
            <a:path>
              <a:moveTo>
                <a:pt x="2395091" y="0"/>
              </a:moveTo>
              <a:lnTo>
                <a:pt x="2395091" y="103919"/>
              </a:lnTo>
              <a:lnTo>
                <a:pt x="0" y="103919"/>
              </a:lnTo>
              <a:lnTo>
                <a:pt x="0" y="20783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F39F22-1A5D-4C91-BF64-30751E196490}">
      <dsp:nvSpPr>
        <dsp:cNvPr id="0" name=""/>
        <dsp:cNvSpPr/>
      </dsp:nvSpPr>
      <dsp:spPr>
        <a:xfrm>
          <a:off x="3445433" y="2484"/>
          <a:ext cx="989707" cy="4948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plastics</a:t>
          </a:r>
          <a:endParaRPr lang="de-DE" sz="1100" kern="1200"/>
        </a:p>
      </dsp:txBody>
      <dsp:txXfrm>
        <a:off x="3445433" y="2484"/>
        <a:ext cx="989707" cy="494853"/>
      </dsp:txXfrm>
    </dsp:sp>
    <dsp:sp modelId="{6C21F1A3-A75D-409D-96DC-AFFB85C4229D}">
      <dsp:nvSpPr>
        <dsp:cNvPr id="0" name=""/>
        <dsp:cNvSpPr/>
      </dsp:nvSpPr>
      <dsp:spPr>
        <a:xfrm>
          <a:off x="1050342" y="705176"/>
          <a:ext cx="989707" cy="494853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thermoplastics</a:t>
          </a:r>
          <a:endParaRPr lang="de-DE" sz="1100" kern="1200"/>
        </a:p>
      </dsp:txBody>
      <dsp:txXfrm>
        <a:off x="1050342" y="705176"/>
        <a:ext cx="989707" cy="494853"/>
      </dsp:txXfrm>
    </dsp:sp>
    <dsp:sp modelId="{D5EA9A43-97F7-4F74-B403-68607B5F50A6}">
      <dsp:nvSpPr>
        <dsp:cNvPr id="0" name=""/>
        <dsp:cNvSpPr/>
      </dsp:nvSpPr>
      <dsp:spPr>
        <a:xfrm>
          <a:off x="1297768" y="1407868"/>
          <a:ext cx="989707" cy="49485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polyolefines</a:t>
          </a:r>
          <a:endParaRPr lang="de-DE" sz="1100" kern="1200"/>
        </a:p>
      </dsp:txBody>
      <dsp:txXfrm>
        <a:off x="1297768" y="1407868"/>
        <a:ext cx="989707" cy="494853"/>
      </dsp:txXfrm>
    </dsp:sp>
    <dsp:sp modelId="{FD570AC1-5925-4550-B065-E0FE8F3821E0}">
      <dsp:nvSpPr>
        <dsp:cNvPr id="0" name=""/>
        <dsp:cNvSpPr/>
      </dsp:nvSpPr>
      <dsp:spPr>
        <a:xfrm>
          <a:off x="1297768" y="2110560"/>
          <a:ext cx="989707" cy="49485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vinylchloride</a:t>
          </a:r>
          <a:br>
            <a:rPr lang="de-DE" sz="1100" kern="1200"/>
          </a:br>
          <a:r>
            <a:rPr lang="de-DE" sz="1100" kern="1200"/>
            <a:t>polymeres</a:t>
          </a:r>
        </a:p>
      </dsp:txBody>
      <dsp:txXfrm>
        <a:off x="1297768" y="2110560"/>
        <a:ext cx="989707" cy="494853"/>
      </dsp:txXfrm>
    </dsp:sp>
    <dsp:sp modelId="{233A7C8C-46A3-4F7E-ADAA-B246FAA11388}">
      <dsp:nvSpPr>
        <dsp:cNvPr id="0" name=""/>
        <dsp:cNvSpPr/>
      </dsp:nvSpPr>
      <dsp:spPr>
        <a:xfrm>
          <a:off x="1297768" y="2813252"/>
          <a:ext cx="989707" cy="49485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/>
            <a:t>polystyrenes</a:t>
          </a:r>
          <a:endParaRPr lang="de-DE" sz="1100" kern="1200" dirty="0"/>
        </a:p>
      </dsp:txBody>
      <dsp:txXfrm>
        <a:off x="1297768" y="2813252"/>
        <a:ext cx="989707" cy="494853"/>
      </dsp:txXfrm>
    </dsp:sp>
    <dsp:sp modelId="{4A6E1A2B-84A9-4DD1-8511-3BD0C0ED61A3}">
      <dsp:nvSpPr>
        <dsp:cNvPr id="0" name=""/>
        <dsp:cNvSpPr/>
      </dsp:nvSpPr>
      <dsp:spPr>
        <a:xfrm>
          <a:off x="1297768" y="3515944"/>
          <a:ext cx="989707" cy="49485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/>
            <a:t>polyesters</a:t>
          </a:r>
          <a:endParaRPr lang="de-DE" sz="1100" kern="1200" dirty="0"/>
        </a:p>
      </dsp:txBody>
      <dsp:txXfrm>
        <a:off x="1297768" y="3515944"/>
        <a:ext cx="989707" cy="494853"/>
      </dsp:txXfrm>
    </dsp:sp>
    <dsp:sp modelId="{4B6C7682-1423-4EF5-9DA9-F333DBE30F38}">
      <dsp:nvSpPr>
        <dsp:cNvPr id="0" name=""/>
        <dsp:cNvSpPr/>
      </dsp:nvSpPr>
      <dsp:spPr>
        <a:xfrm>
          <a:off x="1297768" y="4218636"/>
          <a:ext cx="989707" cy="49485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/>
            <a:t>polyamides</a:t>
          </a:r>
          <a:endParaRPr lang="de-DE" sz="1100" kern="1200" dirty="0"/>
        </a:p>
      </dsp:txBody>
      <dsp:txXfrm>
        <a:off x="1297768" y="4218636"/>
        <a:ext cx="989707" cy="494853"/>
      </dsp:txXfrm>
    </dsp:sp>
    <dsp:sp modelId="{7CD41F79-C0AB-432F-AA72-5792BC2D7093}">
      <dsp:nvSpPr>
        <dsp:cNvPr id="0" name=""/>
        <dsp:cNvSpPr/>
      </dsp:nvSpPr>
      <dsp:spPr>
        <a:xfrm>
          <a:off x="1297768" y="4921328"/>
          <a:ext cx="989707" cy="49485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/>
            <a:t>other</a:t>
          </a:r>
          <a:br>
            <a:rPr lang="de-DE" sz="1100" kern="1200" dirty="0"/>
          </a:br>
          <a:r>
            <a:rPr lang="de-DE" sz="1100" kern="1200" dirty="0"/>
            <a:t>Thermoplastics</a:t>
          </a:r>
        </a:p>
      </dsp:txBody>
      <dsp:txXfrm>
        <a:off x="1297768" y="4921328"/>
        <a:ext cx="989707" cy="494853"/>
      </dsp:txXfrm>
    </dsp:sp>
    <dsp:sp modelId="{7B3321DF-CF9E-4E50-AF1B-EF1B36010AA2}">
      <dsp:nvSpPr>
        <dsp:cNvPr id="0" name=""/>
        <dsp:cNvSpPr/>
      </dsp:nvSpPr>
      <dsp:spPr>
        <a:xfrm>
          <a:off x="2247887" y="705176"/>
          <a:ext cx="989707" cy="494853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thermosets</a:t>
          </a:r>
          <a:endParaRPr lang="de-DE" sz="1100" kern="1200"/>
        </a:p>
      </dsp:txBody>
      <dsp:txXfrm>
        <a:off x="2247887" y="705176"/>
        <a:ext cx="989707" cy="494853"/>
      </dsp:txXfrm>
    </dsp:sp>
    <dsp:sp modelId="{C28696C4-B1DF-4F48-8646-7E24E07916FD}">
      <dsp:nvSpPr>
        <dsp:cNvPr id="0" name=""/>
        <dsp:cNvSpPr/>
      </dsp:nvSpPr>
      <dsp:spPr>
        <a:xfrm>
          <a:off x="2495314" y="1407868"/>
          <a:ext cx="989707" cy="49485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/>
            <a:t>silicones</a:t>
          </a:r>
          <a:endParaRPr lang="de-DE" sz="1100" kern="1200" dirty="0"/>
        </a:p>
      </dsp:txBody>
      <dsp:txXfrm>
        <a:off x="2495314" y="1407868"/>
        <a:ext cx="989707" cy="494853"/>
      </dsp:txXfrm>
    </dsp:sp>
    <dsp:sp modelId="{8850DA73-66DE-4BE7-929E-D68B756B0A09}">
      <dsp:nvSpPr>
        <dsp:cNvPr id="0" name=""/>
        <dsp:cNvSpPr/>
      </dsp:nvSpPr>
      <dsp:spPr>
        <a:xfrm>
          <a:off x="2495314" y="2110560"/>
          <a:ext cx="989707" cy="49485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/>
            <a:t>melamines</a:t>
          </a:r>
          <a:endParaRPr lang="de-DE" sz="1100" kern="1200" dirty="0"/>
        </a:p>
      </dsp:txBody>
      <dsp:txXfrm>
        <a:off x="2495314" y="2110560"/>
        <a:ext cx="989707" cy="494853"/>
      </dsp:txXfrm>
    </dsp:sp>
    <dsp:sp modelId="{8C10CDC8-7F25-443A-8272-EDC28C178354}">
      <dsp:nvSpPr>
        <dsp:cNvPr id="0" name=""/>
        <dsp:cNvSpPr/>
      </dsp:nvSpPr>
      <dsp:spPr>
        <a:xfrm>
          <a:off x="2495314" y="2813252"/>
          <a:ext cx="989707" cy="49485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/>
            <a:t>polyurethanes</a:t>
          </a:r>
          <a:endParaRPr lang="de-DE" sz="1100" kern="1200" dirty="0"/>
        </a:p>
      </dsp:txBody>
      <dsp:txXfrm>
        <a:off x="2495314" y="2813252"/>
        <a:ext cx="989707" cy="494853"/>
      </dsp:txXfrm>
    </dsp:sp>
    <dsp:sp modelId="{807D75BE-EEFA-46AE-BB4E-7ED87EBF35E0}">
      <dsp:nvSpPr>
        <dsp:cNvPr id="0" name=""/>
        <dsp:cNvSpPr/>
      </dsp:nvSpPr>
      <dsp:spPr>
        <a:xfrm>
          <a:off x="2495314" y="3515944"/>
          <a:ext cx="989707" cy="49485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/>
            <a:t>epoxys</a:t>
          </a:r>
          <a:endParaRPr lang="de-DE" sz="1100" kern="1200" dirty="0"/>
        </a:p>
      </dsp:txBody>
      <dsp:txXfrm>
        <a:off x="2495314" y="3515944"/>
        <a:ext cx="989707" cy="494853"/>
      </dsp:txXfrm>
    </dsp:sp>
    <dsp:sp modelId="{F482AB45-00F9-4810-9853-6D712243895B}">
      <dsp:nvSpPr>
        <dsp:cNvPr id="0" name=""/>
        <dsp:cNvSpPr/>
      </dsp:nvSpPr>
      <dsp:spPr>
        <a:xfrm>
          <a:off x="2495314" y="4218636"/>
          <a:ext cx="989707" cy="49485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/>
            <a:t>urea</a:t>
          </a:r>
          <a:br>
            <a:rPr lang="de-DE" sz="1100" kern="1200" dirty="0"/>
          </a:br>
          <a:r>
            <a:rPr lang="de-DE" sz="1100" kern="1200" dirty="0" err="1"/>
            <a:t>Formaldehydes</a:t>
          </a:r>
          <a:endParaRPr lang="de-DE" sz="1100" kern="1200" dirty="0"/>
        </a:p>
      </dsp:txBody>
      <dsp:txXfrm>
        <a:off x="2495314" y="4218636"/>
        <a:ext cx="989707" cy="494853"/>
      </dsp:txXfrm>
    </dsp:sp>
    <dsp:sp modelId="{5278F1F1-108B-40AF-BEB9-2C5F4AEFF4E9}">
      <dsp:nvSpPr>
        <dsp:cNvPr id="0" name=""/>
        <dsp:cNvSpPr/>
      </dsp:nvSpPr>
      <dsp:spPr>
        <a:xfrm>
          <a:off x="2495314" y="4921328"/>
          <a:ext cx="989707" cy="49485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/>
            <a:t>other</a:t>
          </a:r>
          <a:br>
            <a:rPr lang="de-DE" sz="1100" kern="1200" dirty="0"/>
          </a:br>
          <a:r>
            <a:rPr lang="de-DE" sz="1100" kern="1200" dirty="0"/>
            <a:t>Thermosets</a:t>
          </a:r>
        </a:p>
      </dsp:txBody>
      <dsp:txXfrm>
        <a:off x="2495314" y="4921328"/>
        <a:ext cx="989707" cy="494853"/>
      </dsp:txXfrm>
    </dsp:sp>
    <dsp:sp modelId="{315FDF72-36E5-45A9-8C08-8B23258963C2}">
      <dsp:nvSpPr>
        <dsp:cNvPr id="0" name=""/>
        <dsp:cNvSpPr/>
      </dsp:nvSpPr>
      <dsp:spPr>
        <a:xfrm>
          <a:off x="3445433" y="705176"/>
          <a:ext cx="989707" cy="494853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elastomers</a:t>
          </a:r>
          <a:endParaRPr lang="de-DE" sz="1100" kern="1200"/>
        </a:p>
      </dsp:txBody>
      <dsp:txXfrm>
        <a:off x="3445433" y="705176"/>
        <a:ext cx="989707" cy="494853"/>
      </dsp:txXfrm>
    </dsp:sp>
    <dsp:sp modelId="{7B4F1970-6FD9-44E8-80F4-D0E06E8866BD}">
      <dsp:nvSpPr>
        <dsp:cNvPr id="0" name=""/>
        <dsp:cNvSpPr/>
      </dsp:nvSpPr>
      <dsp:spPr>
        <a:xfrm>
          <a:off x="3692859" y="1399787"/>
          <a:ext cx="989707" cy="49485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/>
            <a:t>rubberBased</a:t>
          </a:r>
          <a:endParaRPr lang="de-DE" sz="1100" kern="1200" dirty="0"/>
        </a:p>
      </dsp:txBody>
      <dsp:txXfrm>
        <a:off x="3692859" y="1399787"/>
        <a:ext cx="989707" cy="494853"/>
      </dsp:txXfrm>
    </dsp:sp>
    <dsp:sp modelId="{6A65F688-2EA1-4D25-8A0C-D57C52152DCE}">
      <dsp:nvSpPr>
        <dsp:cNvPr id="0" name=""/>
        <dsp:cNvSpPr/>
      </dsp:nvSpPr>
      <dsp:spPr>
        <a:xfrm>
          <a:off x="3692859" y="2110560"/>
          <a:ext cx="989707" cy="49485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/>
            <a:t>otherElastomers</a:t>
          </a:r>
          <a:endParaRPr lang="de-DE" sz="1100" kern="1200" dirty="0"/>
        </a:p>
      </dsp:txBody>
      <dsp:txXfrm>
        <a:off x="3692859" y="2110560"/>
        <a:ext cx="989707" cy="494853"/>
      </dsp:txXfrm>
    </dsp:sp>
    <dsp:sp modelId="{4458ED6C-4929-4CC5-8A8F-509EBE12235E}">
      <dsp:nvSpPr>
        <dsp:cNvPr id="0" name=""/>
        <dsp:cNvSpPr/>
      </dsp:nvSpPr>
      <dsp:spPr>
        <a:xfrm>
          <a:off x="4642978" y="705176"/>
          <a:ext cx="989707" cy="494853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/>
            <a:t>biodegradable</a:t>
          </a:r>
          <a:br>
            <a:rPr lang="de-DE" sz="1100" kern="1200" dirty="0"/>
          </a:br>
          <a:r>
            <a:rPr lang="de-DE" sz="1100" kern="1200" dirty="0"/>
            <a:t>Plastics</a:t>
          </a:r>
        </a:p>
      </dsp:txBody>
      <dsp:txXfrm>
        <a:off x="4642978" y="705176"/>
        <a:ext cx="989707" cy="494853"/>
      </dsp:txXfrm>
    </dsp:sp>
    <dsp:sp modelId="{DD8FBFAB-99EF-481E-A5F8-44283BB22651}">
      <dsp:nvSpPr>
        <dsp:cNvPr id="0" name=""/>
        <dsp:cNvSpPr/>
      </dsp:nvSpPr>
      <dsp:spPr>
        <a:xfrm>
          <a:off x="4890405" y="1407868"/>
          <a:ext cx="989707" cy="49485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/>
            <a:t>polylacticAcids</a:t>
          </a:r>
          <a:endParaRPr lang="de-DE" sz="1100" kern="1200" dirty="0"/>
        </a:p>
      </dsp:txBody>
      <dsp:txXfrm>
        <a:off x="4890405" y="1407868"/>
        <a:ext cx="989707" cy="494853"/>
      </dsp:txXfrm>
    </dsp:sp>
    <dsp:sp modelId="{3CCEA64C-8282-4958-AB20-AA8C7FBB50EB}">
      <dsp:nvSpPr>
        <dsp:cNvPr id="0" name=""/>
        <dsp:cNvSpPr/>
      </dsp:nvSpPr>
      <dsp:spPr>
        <a:xfrm>
          <a:off x="4890405" y="2110560"/>
          <a:ext cx="989707" cy="49485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starchBased</a:t>
          </a:r>
          <a:endParaRPr lang="de-DE" sz="1100" kern="1200"/>
        </a:p>
      </dsp:txBody>
      <dsp:txXfrm>
        <a:off x="4890405" y="2110560"/>
        <a:ext cx="989707" cy="494853"/>
      </dsp:txXfrm>
    </dsp:sp>
    <dsp:sp modelId="{91AE5822-3DE2-438E-B41C-67DED4CDA657}">
      <dsp:nvSpPr>
        <dsp:cNvPr id="0" name=""/>
        <dsp:cNvSpPr/>
      </dsp:nvSpPr>
      <dsp:spPr>
        <a:xfrm>
          <a:off x="4890405" y="2813252"/>
          <a:ext cx="989707" cy="49485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/>
            <a:t>celluloseBased</a:t>
          </a:r>
          <a:endParaRPr lang="de-DE" sz="1100" kern="1200" dirty="0"/>
        </a:p>
      </dsp:txBody>
      <dsp:txXfrm>
        <a:off x="4890405" y="2813252"/>
        <a:ext cx="989707" cy="494853"/>
      </dsp:txXfrm>
    </dsp:sp>
    <dsp:sp modelId="{D24ACA67-F0D8-4282-91C8-F280CB41C381}">
      <dsp:nvSpPr>
        <dsp:cNvPr id="0" name=""/>
        <dsp:cNvSpPr/>
      </dsp:nvSpPr>
      <dsp:spPr>
        <a:xfrm>
          <a:off x="4890405" y="3515944"/>
          <a:ext cx="989707" cy="49485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/>
            <a:t>other</a:t>
          </a:r>
          <a:br>
            <a:rPr lang="de-DE" sz="1100" kern="1200" dirty="0"/>
          </a:br>
          <a:r>
            <a:rPr lang="de-DE" sz="1100" kern="1200" dirty="0" err="1"/>
            <a:t>Biodegradable</a:t>
          </a:r>
          <a:br>
            <a:rPr lang="de-DE" sz="1100" kern="1200" dirty="0"/>
          </a:br>
          <a:r>
            <a:rPr lang="de-DE" sz="1100" kern="1200" dirty="0"/>
            <a:t>Plastics</a:t>
          </a:r>
        </a:p>
      </dsp:txBody>
      <dsp:txXfrm>
        <a:off x="4890405" y="3515944"/>
        <a:ext cx="989707" cy="494853"/>
      </dsp:txXfrm>
    </dsp:sp>
    <dsp:sp modelId="{967CEDBF-7723-4DA1-AD94-66D2C7C68D8B}">
      <dsp:nvSpPr>
        <dsp:cNvPr id="0" name=""/>
        <dsp:cNvSpPr/>
      </dsp:nvSpPr>
      <dsp:spPr>
        <a:xfrm>
          <a:off x="5840524" y="705176"/>
          <a:ext cx="989707" cy="494853"/>
        </a:xfrm>
        <a:prstGeom prst="rect">
          <a:avLst/>
        </a:prstGeom>
        <a:solidFill>
          <a:srgbClr val="000066">
            <a:lumMod val="75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brominated</a:t>
          </a:r>
          <a:br>
            <a:rPr lang="de-DE" sz="11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</a:br>
          <a:r>
            <a:rPr lang="de-DE" sz="11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Plastics2</a:t>
          </a:r>
        </a:p>
      </dsp:txBody>
      <dsp:txXfrm>
        <a:off x="5840524" y="705176"/>
        <a:ext cx="989707" cy="494853"/>
      </dsp:txXfrm>
    </dsp:sp>
    <dsp:sp modelId="{C8F232ED-2143-448A-9863-368D44920CA5}">
      <dsp:nvSpPr>
        <dsp:cNvPr id="0" name=""/>
        <dsp:cNvSpPr/>
      </dsp:nvSpPr>
      <dsp:spPr>
        <a:xfrm>
          <a:off x="6087950" y="1407868"/>
          <a:ext cx="989707" cy="494853"/>
        </a:xfrm>
        <a:prstGeom prst="rect">
          <a:avLst/>
        </a:prstGeom>
        <a:solidFill>
          <a:srgbClr val="000066">
            <a:lumMod val="60000"/>
            <a:lumOff val="40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brominated</a:t>
          </a:r>
          <a:br>
            <a:rPr lang="de-DE" sz="11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</a:br>
          <a:r>
            <a:rPr lang="de-DE" sz="11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Plastics3</a:t>
          </a:r>
        </a:p>
      </dsp:txBody>
      <dsp:txXfrm>
        <a:off x="6087950" y="1407868"/>
        <a:ext cx="989707" cy="49485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002A50-D582-4932-8823-2638983F1184}">
      <dsp:nvSpPr>
        <dsp:cNvPr id="0" name=""/>
        <dsp:cNvSpPr/>
      </dsp:nvSpPr>
      <dsp:spPr>
        <a:xfrm>
          <a:off x="5579616" y="3262478"/>
          <a:ext cx="331886" cy="10177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17785"/>
              </a:lnTo>
              <a:lnTo>
                <a:pt x="331886" y="10177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66B1A6-AAD7-42E2-8347-8B76B3A36D14}">
      <dsp:nvSpPr>
        <dsp:cNvPr id="0" name=""/>
        <dsp:cNvSpPr/>
      </dsp:nvSpPr>
      <dsp:spPr>
        <a:xfrm>
          <a:off x="3787427" y="1715874"/>
          <a:ext cx="2677219" cy="4403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7993"/>
              </a:lnTo>
              <a:lnTo>
                <a:pt x="2677219" y="207993"/>
              </a:lnTo>
              <a:lnTo>
                <a:pt x="2677219" y="4403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50BBF9-27C1-4B73-87AD-069B836E4959}">
      <dsp:nvSpPr>
        <dsp:cNvPr id="0" name=""/>
        <dsp:cNvSpPr/>
      </dsp:nvSpPr>
      <dsp:spPr>
        <a:xfrm>
          <a:off x="2902396" y="3262478"/>
          <a:ext cx="331886" cy="10177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17785"/>
              </a:lnTo>
              <a:lnTo>
                <a:pt x="331886" y="10177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5C5FD6-FFB3-4E68-B766-0CA5F8C65250}">
      <dsp:nvSpPr>
        <dsp:cNvPr id="0" name=""/>
        <dsp:cNvSpPr/>
      </dsp:nvSpPr>
      <dsp:spPr>
        <a:xfrm>
          <a:off x="3741707" y="1715874"/>
          <a:ext cx="91440" cy="44031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403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F86455-B899-42B0-8E96-A0B59B4CF653}">
      <dsp:nvSpPr>
        <dsp:cNvPr id="0" name=""/>
        <dsp:cNvSpPr/>
      </dsp:nvSpPr>
      <dsp:spPr>
        <a:xfrm>
          <a:off x="225176" y="3262478"/>
          <a:ext cx="331886" cy="10177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17785"/>
              </a:lnTo>
              <a:lnTo>
                <a:pt x="331886" y="10177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24CAEA-868B-43C3-A9E4-5E5A8F7D2E65}">
      <dsp:nvSpPr>
        <dsp:cNvPr id="0" name=""/>
        <dsp:cNvSpPr/>
      </dsp:nvSpPr>
      <dsp:spPr>
        <a:xfrm>
          <a:off x="1110208" y="1715874"/>
          <a:ext cx="2677219" cy="440314"/>
        </a:xfrm>
        <a:custGeom>
          <a:avLst/>
          <a:gdLst/>
          <a:ahLst/>
          <a:cxnLst/>
          <a:rect l="0" t="0" r="0" b="0"/>
          <a:pathLst>
            <a:path>
              <a:moveTo>
                <a:pt x="2677219" y="0"/>
              </a:moveTo>
              <a:lnTo>
                <a:pt x="2677219" y="207993"/>
              </a:lnTo>
              <a:lnTo>
                <a:pt x="0" y="207993"/>
              </a:lnTo>
              <a:lnTo>
                <a:pt x="0" y="4403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68912F-53B9-4D56-BDDF-49BEEF176338}">
      <dsp:nvSpPr>
        <dsp:cNvPr id="0" name=""/>
        <dsp:cNvSpPr/>
      </dsp:nvSpPr>
      <dsp:spPr>
        <a:xfrm>
          <a:off x="2681138" y="609585"/>
          <a:ext cx="2212578" cy="1106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wood</a:t>
          </a:r>
          <a:endParaRPr lang="de-DE" sz="1100" kern="1200"/>
        </a:p>
      </dsp:txBody>
      <dsp:txXfrm>
        <a:off x="2681138" y="609585"/>
        <a:ext cx="2212578" cy="1106289"/>
      </dsp:txXfrm>
    </dsp:sp>
    <dsp:sp modelId="{E26FBE71-C079-4B88-9D5F-1C7FE04025A1}">
      <dsp:nvSpPr>
        <dsp:cNvPr id="0" name=""/>
        <dsp:cNvSpPr/>
      </dsp:nvSpPr>
      <dsp:spPr>
        <a:xfrm>
          <a:off x="3919" y="2156188"/>
          <a:ext cx="2212578" cy="1106289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</a:rPr>
            <a:t>naturalWood2</a:t>
          </a:r>
        </a:p>
      </dsp:txBody>
      <dsp:txXfrm>
        <a:off x="3919" y="2156188"/>
        <a:ext cx="2212578" cy="1106289"/>
      </dsp:txXfrm>
    </dsp:sp>
    <dsp:sp modelId="{E9E6567D-A4CC-4C65-A16B-BABB33F282F7}">
      <dsp:nvSpPr>
        <dsp:cNvPr id="0" name=""/>
        <dsp:cNvSpPr/>
      </dsp:nvSpPr>
      <dsp:spPr>
        <a:xfrm>
          <a:off x="557063" y="3727119"/>
          <a:ext cx="2212578" cy="1106289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naturalWood3</a:t>
          </a:r>
          <a:endParaRPr lang="de-DE" sz="1100" kern="1200" dirty="0">
            <a:solidFill>
              <a:srgbClr val="FF0000"/>
            </a:solidFill>
          </a:endParaRPr>
        </a:p>
      </dsp:txBody>
      <dsp:txXfrm>
        <a:off x="557063" y="3727119"/>
        <a:ext cx="2212578" cy="1106289"/>
      </dsp:txXfrm>
    </dsp:sp>
    <dsp:sp modelId="{5BAE4D1F-856C-4FAF-9A8E-3AE79BD9DBEC}">
      <dsp:nvSpPr>
        <dsp:cNvPr id="0" name=""/>
        <dsp:cNvSpPr/>
      </dsp:nvSpPr>
      <dsp:spPr>
        <a:xfrm>
          <a:off x="2681138" y="2156188"/>
          <a:ext cx="2212578" cy="1106289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</a:rPr>
            <a:t>treatedWood2</a:t>
          </a:r>
        </a:p>
      </dsp:txBody>
      <dsp:txXfrm>
        <a:off x="2681138" y="2156188"/>
        <a:ext cx="2212578" cy="1106289"/>
      </dsp:txXfrm>
    </dsp:sp>
    <dsp:sp modelId="{9AE334F9-E652-40FF-ACE1-4829F83CD2EE}">
      <dsp:nvSpPr>
        <dsp:cNvPr id="0" name=""/>
        <dsp:cNvSpPr/>
      </dsp:nvSpPr>
      <dsp:spPr>
        <a:xfrm>
          <a:off x="3234283" y="3727119"/>
          <a:ext cx="2212578" cy="1106289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</a:rPr>
            <a:t>treatedWood3</a:t>
          </a:r>
        </a:p>
      </dsp:txBody>
      <dsp:txXfrm>
        <a:off x="3234283" y="3727119"/>
        <a:ext cx="2212578" cy="1106289"/>
      </dsp:txXfrm>
    </dsp:sp>
    <dsp:sp modelId="{1CA6BE6A-4BD7-409C-A812-209AF62A9150}">
      <dsp:nvSpPr>
        <dsp:cNvPr id="0" name=""/>
        <dsp:cNvSpPr/>
      </dsp:nvSpPr>
      <dsp:spPr>
        <a:xfrm>
          <a:off x="5358358" y="2156188"/>
          <a:ext cx="2212578" cy="1106289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</a:rPr>
            <a:t>preservativeTreatedWood2</a:t>
          </a:r>
        </a:p>
      </dsp:txBody>
      <dsp:txXfrm>
        <a:off x="5358358" y="2156188"/>
        <a:ext cx="2212578" cy="1106289"/>
      </dsp:txXfrm>
    </dsp:sp>
    <dsp:sp modelId="{A2DB60E0-32BF-4197-8DDD-CC5D62253537}">
      <dsp:nvSpPr>
        <dsp:cNvPr id="0" name=""/>
        <dsp:cNvSpPr/>
      </dsp:nvSpPr>
      <dsp:spPr>
        <a:xfrm>
          <a:off x="5911502" y="3727119"/>
          <a:ext cx="2212578" cy="1106289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</a:rPr>
            <a:t>preservativeTreatedWood3</a:t>
          </a:r>
        </a:p>
      </dsp:txBody>
      <dsp:txXfrm>
        <a:off x="5911502" y="3727119"/>
        <a:ext cx="2212578" cy="110628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5826D4-05CE-4268-B9BD-9AE1DA9F8D24}">
      <dsp:nvSpPr>
        <dsp:cNvPr id="0" name=""/>
        <dsp:cNvSpPr/>
      </dsp:nvSpPr>
      <dsp:spPr>
        <a:xfrm>
          <a:off x="7029214" y="2948078"/>
          <a:ext cx="143247" cy="4392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9291"/>
              </a:lnTo>
              <a:lnTo>
                <a:pt x="143247" y="4392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A0930B-627D-448A-A685-91F114F66503}">
      <dsp:nvSpPr>
        <dsp:cNvPr id="0" name=""/>
        <dsp:cNvSpPr/>
      </dsp:nvSpPr>
      <dsp:spPr>
        <a:xfrm>
          <a:off x="3944627" y="2270042"/>
          <a:ext cx="3466579" cy="2005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272"/>
              </a:lnTo>
              <a:lnTo>
                <a:pt x="3466579" y="100272"/>
              </a:lnTo>
              <a:lnTo>
                <a:pt x="3466579" y="20054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FEB88B-E261-4C74-BDE2-3F5640F6CB07}">
      <dsp:nvSpPr>
        <dsp:cNvPr id="0" name=""/>
        <dsp:cNvSpPr/>
      </dsp:nvSpPr>
      <dsp:spPr>
        <a:xfrm>
          <a:off x="5873687" y="2948078"/>
          <a:ext cx="143247" cy="4392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9291"/>
              </a:lnTo>
              <a:lnTo>
                <a:pt x="143247" y="4392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60A154-8962-4AD4-A206-7D241DDEED70}">
      <dsp:nvSpPr>
        <dsp:cNvPr id="0" name=""/>
        <dsp:cNvSpPr/>
      </dsp:nvSpPr>
      <dsp:spPr>
        <a:xfrm>
          <a:off x="3944627" y="2270042"/>
          <a:ext cx="2311052" cy="2005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272"/>
              </a:lnTo>
              <a:lnTo>
                <a:pt x="2311052" y="100272"/>
              </a:lnTo>
              <a:lnTo>
                <a:pt x="2311052" y="20054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5CDED8-052E-4A56-BCFA-F4F3626AC0FA}">
      <dsp:nvSpPr>
        <dsp:cNvPr id="0" name=""/>
        <dsp:cNvSpPr/>
      </dsp:nvSpPr>
      <dsp:spPr>
        <a:xfrm>
          <a:off x="4718161" y="2948078"/>
          <a:ext cx="143247" cy="4392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9291"/>
              </a:lnTo>
              <a:lnTo>
                <a:pt x="143247" y="4392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871255-161E-4927-B8CB-BB8DFAFE0943}">
      <dsp:nvSpPr>
        <dsp:cNvPr id="0" name=""/>
        <dsp:cNvSpPr/>
      </dsp:nvSpPr>
      <dsp:spPr>
        <a:xfrm>
          <a:off x="3944627" y="2270042"/>
          <a:ext cx="1155526" cy="2005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272"/>
              </a:lnTo>
              <a:lnTo>
                <a:pt x="1155526" y="100272"/>
              </a:lnTo>
              <a:lnTo>
                <a:pt x="1155526" y="20054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655F4F-AF78-475E-9E37-03E8CB3BCF51}">
      <dsp:nvSpPr>
        <dsp:cNvPr id="0" name=""/>
        <dsp:cNvSpPr/>
      </dsp:nvSpPr>
      <dsp:spPr>
        <a:xfrm>
          <a:off x="3562635" y="2948078"/>
          <a:ext cx="143247" cy="4392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9291"/>
              </a:lnTo>
              <a:lnTo>
                <a:pt x="143247" y="4392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21B49F-FECF-4CA6-A8D0-DFA5B25814C2}">
      <dsp:nvSpPr>
        <dsp:cNvPr id="0" name=""/>
        <dsp:cNvSpPr/>
      </dsp:nvSpPr>
      <dsp:spPr>
        <a:xfrm>
          <a:off x="3898907" y="2270042"/>
          <a:ext cx="91440" cy="20054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054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6C14AB-A711-4D0C-8C9A-FF3CAA2E8D0F}">
      <dsp:nvSpPr>
        <dsp:cNvPr id="0" name=""/>
        <dsp:cNvSpPr/>
      </dsp:nvSpPr>
      <dsp:spPr>
        <a:xfrm>
          <a:off x="2407108" y="2948078"/>
          <a:ext cx="143247" cy="4392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9291"/>
              </a:lnTo>
              <a:lnTo>
                <a:pt x="143247" y="4392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DA1937-6714-442B-BB6F-889B7AE58B9D}">
      <dsp:nvSpPr>
        <dsp:cNvPr id="0" name=""/>
        <dsp:cNvSpPr/>
      </dsp:nvSpPr>
      <dsp:spPr>
        <a:xfrm>
          <a:off x="2789101" y="2270042"/>
          <a:ext cx="1155526" cy="200545"/>
        </a:xfrm>
        <a:custGeom>
          <a:avLst/>
          <a:gdLst/>
          <a:ahLst/>
          <a:cxnLst/>
          <a:rect l="0" t="0" r="0" b="0"/>
          <a:pathLst>
            <a:path>
              <a:moveTo>
                <a:pt x="1155526" y="0"/>
              </a:moveTo>
              <a:lnTo>
                <a:pt x="1155526" y="100272"/>
              </a:lnTo>
              <a:lnTo>
                <a:pt x="0" y="100272"/>
              </a:lnTo>
              <a:lnTo>
                <a:pt x="0" y="20054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97317F-BA48-4F89-ADAF-C5F68808DE7F}">
      <dsp:nvSpPr>
        <dsp:cNvPr id="0" name=""/>
        <dsp:cNvSpPr/>
      </dsp:nvSpPr>
      <dsp:spPr>
        <a:xfrm>
          <a:off x="1251582" y="2948078"/>
          <a:ext cx="143247" cy="4392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9291"/>
              </a:lnTo>
              <a:lnTo>
                <a:pt x="143247" y="4392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2EDC83-59F6-4F2D-A9F4-C9EBB1182883}">
      <dsp:nvSpPr>
        <dsp:cNvPr id="0" name=""/>
        <dsp:cNvSpPr/>
      </dsp:nvSpPr>
      <dsp:spPr>
        <a:xfrm>
          <a:off x="1633574" y="2270042"/>
          <a:ext cx="2311052" cy="200545"/>
        </a:xfrm>
        <a:custGeom>
          <a:avLst/>
          <a:gdLst/>
          <a:ahLst/>
          <a:cxnLst/>
          <a:rect l="0" t="0" r="0" b="0"/>
          <a:pathLst>
            <a:path>
              <a:moveTo>
                <a:pt x="2311052" y="0"/>
              </a:moveTo>
              <a:lnTo>
                <a:pt x="2311052" y="100272"/>
              </a:lnTo>
              <a:lnTo>
                <a:pt x="0" y="100272"/>
              </a:lnTo>
              <a:lnTo>
                <a:pt x="0" y="20054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F64A7D-92BA-4AD7-8B22-7D4CE18A0FF2}">
      <dsp:nvSpPr>
        <dsp:cNvPr id="0" name=""/>
        <dsp:cNvSpPr/>
      </dsp:nvSpPr>
      <dsp:spPr>
        <a:xfrm>
          <a:off x="96056" y="2948078"/>
          <a:ext cx="143247" cy="4392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9291"/>
              </a:lnTo>
              <a:lnTo>
                <a:pt x="143247" y="4392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E9CC88-B068-4A82-8017-53A20FD9E468}">
      <dsp:nvSpPr>
        <dsp:cNvPr id="0" name=""/>
        <dsp:cNvSpPr/>
      </dsp:nvSpPr>
      <dsp:spPr>
        <a:xfrm>
          <a:off x="478048" y="2270042"/>
          <a:ext cx="3466579" cy="200545"/>
        </a:xfrm>
        <a:custGeom>
          <a:avLst/>
          <a:gdLst/>
          <a:ahLst/>
          <a:cxnLst/>
          <a:rect l="0" t="0" r="0" b="0"/>
          <a:pathLst>
            <a:path>
              <a:moveTo>
                <a:pt x="3466579" y="0"/>
              </a:moveTo>
              <a:lnTo>
                <a:pt x="3466579" y="100272"/>
              </a:lnTo>
              <a:lnTo>
                <a:pt x="0" y="100272"/>
              </a:lnTo>
              <a:lnTo>
                <a:pt x="0" y="20054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4823DD-EBC6-413B-8B36-1313AAD769CA}">
      <dsp:nvSpPr>
        <dsp:cNvPr id="0" name=""/>
        <dsp:cNvSpPr/>
      </dsp:nvSpPr>
      <dsp:spPr>
        <a:xfrm>
          <a:off x="3467137" y="1792552"/>
          <a:ext cx="954980" cy="4774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</a:rPr>
            <a:t>otherOrganics1</a:t>
          </a:r>
        </a:p>
      </dsp:txBody>
      <dsp:txXfrm>
        <a:off x="3467137" y="1792552"/>
        <a:ext cx="954980" cy="477490"/>
      </dsp:txXfrm>
    </dsp:sp>
    <dsp:sp modelId="{BDA674D8-FED5-4CE1-92EE-B047DCE1A506}">
      <dsp:nvSpPr>
        <dsp:cNvPr id="0" name=""/>
        <dsp:cNvSpPr/>
      </dsp:nvSpPr>
      <dsp:spPr>
        <a:xfrm>
          <a:off x="558" y="2470588"/>
          <a:ext cx="954980" cy="477490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</a:rPr>
            <a:t>paperCarton2</a:t>
          </a:r>
        </a:p>
      </dsp:txBody>
      <dsp:txXfrm>
        <a:off x="558" y="2470588"/>
        <a:ext cx="954980" cy="477490"/>
      </dsp:txXfrm>
    </dsp:sp>
    <dsp:sp modelId="{FAF14A70-145D-48C8-824A-31F8CE8501A3}">
      <dsp:nvSpPr>
        <dsp:cNvPr id="0" name=""/>
        <dsp:cNvSpPr/>
      </dsp:nvSpPr>
      <dsp:spPr>
        <a:xfrm>
          <a:off x="239303" y="3148624"/>
          <a:ext cx="954980" cy="477490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</a:rPr>
            <a:t>paperCarton3</a:t>
          </a:r>
        </a:p>
      </dsp:txBody>
      <dsp:txXfrm>
        <a:off x="239303" y="3148624"/>
        <a:ext cx="954980" cy="477490"/>
      </dsp:txXfrm>
    </dsp:sp>
    <dsp:sp modelId="{5401AFE3-BEF4-417E-B954-112B741708B5}">
      <dsp:nvSpPr>
        <dsp:cNvPr id="0" name=""/>
        <dsp:cNvSpPr/>
      </dsp:nvSpPr>
      <dsp:spPr>
        <a:xfrm>
          <a:off x="1156084" y="2470588"/>
          <a:ext cx="954980" cy="477490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</a:rPr>
            <a:t>leather2</a:t>
          </a:r>
        </a:p>
      </dsp:txBody>
      <dsp:txXfrm>
        <a:off x="1156084" y="2470588"/>
        <a:ext cx="954980" cy="477490"/>
      </dsp:txXfrm>
    </dsp:sp>
    <dsp:sp modelId="{DC769988-2E68-4A7F-ABA2-5AD886A45BD7}">
      <dsp:nvSpPr>
        <dsp:cNvPr id="0" name=""/>
        <dsp:cNvSpPr/>
      </dsp:nvSpPr>
      <dsp:spPr>
        <a:xfrm>
          <a:off x="1394829" y="3148624"/>
          <a:ext cx="954980" cy="477490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</a:rPr>
            <a:t>leather3</a:t>
          </a:r>
        </a:p>
      </dsp:txBody>
      <dsp:txXfrm>
        <a:off x="1394829" y="3148624"/>
        <a:ext cx="954980" cy="477490"/>
      </dsp:txXfrm>
    </dsp:sp>
    <dsp:sp modelId="{688BFACF-4EA9-4FA4-BC1C-2C2E85B2FFF4}">
      <dsp:nvSpPr>
        <dsp:cNvPr id="0" name=""/>
        <dsp:cNvSpPr/>
      </dsp:nvSpPr>
      <dsp:spPr>
        <a:xfrm>
          <a:off x="2311610" y="2470588"/>
          <a:ext cx="954980" cy="477490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</a:rPr>
            <a:t>oil2</a:t>
          </a:r>
        </a:p>
      </dsp:txBody>
      <dsp:txXfrm>
        <a:off x="2311610" y="2470588"/>
        <a:ext cx="954980" cy="477490"/>
      </dsp:txXfrm>
    </dsp:sp>
    <dsp:sp modelId="{5C179A42-BCAE-4E77-BE14-CCAA6FDE343C}">
      <dsp:nvSpPr>
        <dsp:cNvPr id="0" name=""/>
        <dsp:cNvSpPr/>
      </dsp:nvSpPr>
      <dsp:spPr>
        <a:xfrm>
          <a:off x="2550355" y="3148624"/>
          <a:ext cx="954980" cy="477490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</a:rPr>
            <a:t>oil3</a:t>
          </a:r>
        </a:p>
      </dsp:txBody>
      <dsp:txXfrm>
        <a:off x="2550355" y="3148624"/>
        <a:ext cx="954980" cy="477490"/>
      </dsp:txXfrm>
    </dsp:sp>
    <dsp:sp modelId="{204A3197-216B-4AC0-BC32-02365ABD0454}">
      <dsp:nvSpPr>
        <dsp:cNvPr id="0" name=""/>
        <dsp:cNvSpPr/>
      </dsp:nvSpPr>
      <dsp:spPr>
        <a:xfrm>
          <a:off x="3467137" y="2470588"/>
          <a:ext cx="954980" cy="477490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</a:rPr>
            <a:t>gas2</a:t>
          </a:r>
        </a:p>
      </dsp:txBody>
      <dsp:txXfrm>
        <a:off x="3467137" y="2470588"/>
        <a:ext cx="954980" cy="477490"/>
      </dsp:txXfrm>
    </dsp:sp>
    <dsp:sp modelId="{8D49B9CD-CB65-48AE-8E72-54924E684FE9}">
      <dsp:nvSpPr>
        <dsp:cNvPr id="0" name=""/>
        <dsp:cNvSpPr/>
      </dsp:nvSpPr>
      <dsp:spPr>
        <a:xfrm>
          <a:off x="3705882" y="3148624"/>
          <a:ext cx="954980" cy="477490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</a:rPr>
            <a:t>gas3</a:t>
          </a:r>
        </a:p>
      </dsp:txBody>
      <dsp:txXfrm>
        <a:off x="3705882" y="3148624"/>
        <a:ext cx="954980" cy="477490"/>
      </dsp:txXfrm>
    </dsp:sp>
    <dsp:sp modelId="{C41841F5-6499-44A9-A9D3-7A31FFC8D3D6}">
      <dsp:nvSpPr>
        <dsp:cNvPr id="0" name=""/>
        <dsp:cNvSpPr/>
      </dsp:nvSpPr>
      <dsp:spPr>
        <a:xfrm>
          <a:off x="4622663" y="2470588"/>
          <a:ext cx="954980" cy="477490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</a:rPr>
            <a:t>bitumen2</a:t>
          </a:r>
        </a:p>
      </dsp:txBody>
      <dsp:txXfrm>
        <a:off x="4622663" y="2470588"/>
        <a:ext cx="954980" cy="477490"/>
      </dsp:txXfrm>
    </dsp:sp>
    <dsp:sp modelId="{954DA499-0B83-4425-B716-4D47316D1156}">
      <dsp:nvSpPr>
        <dsp:cNvPr id="0" name=""/>
        <dsp:cNvSpPr/>
      </dsp:nvSpPr>
      <dsp:spPr>
        <a:xfrm>
          <a:off x="4861408" y="3148624"/>
          <a:ext cx="954980" cy="477490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</a:rPr>
            <a:t>bitumen3</a:t>
          </a:r>
        </a:p>
      </dsp:txBody>
      <dsp:txXfrm>
        <a:off x="4861408" y="3148624"/>
        <a:ext cx="954980" cy="477490"/>
      </dsp:txXfrm>
    </dsp:sp>
    <dsp:sp modelId="{E793E99A-CD7D-41E4-9BEC-F3DD1255841A}">
      <dsp:nvSpPr>
        <dsp:cNvPr id="0" name=""/>
        <dsp:cNvSpPr/>
      </dsp:nvSpPr>
      <dsp:spPr>
        <a:xfrm>
          <a:off x="5778189" y="2470588"/>
          <a:ext cx="954980" cy="477490"/>
        </a:xfrm>
        <a:prstGeom prst="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</a:rPr>
            <a:t>carbon2</a:t>
          </a:r>
        </a:p>
      </dsp:txBody>
      <dsp:txXfrm>
        <a:off x="5778189" y="2470588"/>
        <a:ext cx="954980" cy="477490"/>
      </dsp:txXfrm>
    </dsp:sp>
    <dsp:sp modelId="{53B98178-63B9-4D7E-81D8-C014EC42004B}">
      <dsp:nvSpPr>
        <dsp:cNvPr id="0" name=""/>
        <dsp:cNvSpPr/>
      </dsp:nvSpPr>
      <dsp:spPr>
        <a:xfrm>
          <a:off x="6016935" y="3148624"/>
          <a:ext cx="954980" cy="477490"/>
        </a:xfrm>
        <a:prstGeom prst="rect">
          <a:avLst/>
        </a:prstGeom>
        <a:solidFill>
          <a:srgbClr val="000066">
            <a:lumMod val="60000"/>
            <a:lumOff val="40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carbon3</a:t>
          </a:r>
        </a:p>
      </dsp:txBody>
      <dsp:txXfrm>
        <a:off x="6016935" y="3148624"/>
        <a:ext cx="954980" cy="477490"/>
      </dsp:txXfrm>
    </dsp:sp>
    <dsp:sp modelId="{600B1AB7-0A6D-417A-942E-779F55F7A6F6}">
      <dsp:nvSpPr>
        <dsp:cNvPr id="0" name=""/>
        <dsp:cNvSpPr/>
      </dsp:nvSpPr>
      <dsp:spPr>
        <a:xfrm>
          <a:off x="6933716" y="2470588"/>
          <a:ext cx="954980" cy="477490"/>
        </a:xfrm>
        <a:prstGeom prst="rect">
          <a:avLst/>
        </a:prstGeom>
        <a:solidFill>
          <a:srgbClr val="000066"/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otherOrganics2</a:t>
          </a:r>
        </a:p>
      </dsp:txBody>
      <dsp:txXfrm>
        <a:off x="6933716" y="2470588"/>
        <a:ext cx="954980" cy="477490"/>
      </dsp:txXfrm>
    </dsp:sp>
    <dsp:sp modelId="{934520AE-77E7-44F4-AF4B-13E4714CD5C1}">
      <dsp:nvSpPr>
        <dsp:cNvPr id="0" name=""/>
        <dsp:cNvSpPr/>
      </dsp:nvSpPr>
      <dsp:spPr>
        <a:xfrm>
          <a:off x="7172461" y="3148624"/>
          <a:ext cx="954980" cy="477490"/>
        </a:xfrm>
        <a:prstGeom prst="rect">
          <a:avLst/>
        </a:prstGeom>
        <a:solidFill>
          <a:srgbClr val="000066">
            <a:lumMod val="60000"/>
            <a:lumOff val="40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otherOrganics3</a:t>
          </a:r>
        </a:p>
      </dsp:txBody>
      <dsp:txXfrm>
        <a:off x="7172461" y="3148624"/>
        <a:ext cx="954980" cy="47749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2680DF-02C8-450F-BB2E-12DF6A3B030E}">
      <dsp:nvSpPr>
        <dsp:cNvPr id="0" name=""/>
        <dsp:cNvSpPr/>
      </dsp:nvSpPr>
      <dsp:spPr>
        <a:xfrm>
          <a:off x="5340722" y="1200030"/>
          <a:ext cx="148456" cy="455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5265"/>
              </a:lnTo>
              <a:lnTo>
                <a:pt x="148456" y="4552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535E20-623E-4987-BD70-6E449102EDE9}">
      <dsp:nvSpPr>
        <dsp:cNvPr id="0" name=""/>
        <dsp:cNvSpPr/>
      </dsp:nvSpPr>
      <dsp:spPr>
        <a:xfrm>
          <a:off x="3940286" y="497338"/>
          <a:ext cx="1796318" cy="2078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3919"/>
              </a:lnTo>
              <a:lnTo>
                <a:pt x="1796318" y="103919"/>
              </a:lnTo>
              <a:lnTo>
                <a:pt x="1796318" y="20783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307C3F-09EA-407B-9E53-07D91DEFB28A}">
      <dsp:nvSpPr>
        <dsp:cNvPr id="0" name=""/>
        <dsp:cNvSpPr/>
      </dsp:nvSpPr>
      <dsp:spPr>
        <a:xfrm>
          <a:off x="4143176" y="1200030"/>
          <a:ext cx="148456" cy="455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5265"/>
              </a:lnTo>
              <a:lnTo>
                <a:pt x="148456" y="4552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83CBC2-DEF0-4CDD-8C5E-D2A6C723B041}">
      <dsp:nvSpPr>
        <dsp:cNvPr id="0" name=""/>
        <dsp:cNvSpPr/>
      </dsp:nvSpPr>
      <dsp:spPr>
        <a:xfrm>
          <a:off x="3940286" y="497338"/>
          <a:ext cx="598772" cy="2078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3919"/>
              </a:lnTo>
              <a:lnTo>
                <a:pt x="598772" y="103919"/>
              </a:lnTo>
              <a:lnTo>
                <a:pt x="598772" y="20783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A76B63-9457-4148-B012-F87DC6595C3D}">
      <dsp:nvSpPr>
        <dsp:cNvPr id="0" name=""/>
        <dsp:cNvSpPr/>
      </dsp:nvSpPr>
      <dsp:spPr>
        <a:xfrm>
          <a:off x="2945631" y="1200030"/>
          <a:ext cx="148456" cy="18606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60649"/>
              </a:lnTo>
              <a:lnTo>
                <a:pt x="148456" y="186064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B308E3-C680-45A5-9543-8E7172885826}">
      <dsp:nvSpPr>
        <dsp:cNvPr id="0" name=""/>
        <dsp:cNvSpPr/>
      </dsp:nvSpPr>
      <dsp:spPr>
        <a:xfrm>
          <a:off x="2945631" y="1200030"/>
          <a:ext cx="148456" cy="11579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7957"/>
              </a:lnTo>
              <a:lnTo>
                <a:pt x="148456" y="11579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30E892-ED4F-482B-B101-56E27082F86F}">
      <dsp:nvSpPr>
        <dsp:cNvPr id="0" name=""/>
        <dsp:cNvSpPr/>
      </dsp:nvSpPr>
      <dsp:spPr>
        <a:xfrm>
          <a:off x="2945631" y="1200030"/>
          <a:ext cx="148456" cy="455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5265"/>
              </a:lnTo>
              <a:lnTo>
                <a:pt x="148456" y="4552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7CC240-C7E9-42E6-9AD2-21144CDE4210}">
      <dsp:nvSpPr>
        <dsp:cNvPr id="0" name=""/>
        <dsp:cNvSpPr/>
      </dsp:nvSpPr>
      <dsp:spPr>
        <a:xfrm>
          <a:off x="3341513" y="497338"/>
          <a:ext cx="598772" cy="207838"/>
        </a:xfrm>
        <a:custGeom>
          <a:avLst/>
          <a:gdLst/>
          <a:ahLst/>
          <a:cxnLst/>
          <a:rect l="0" t="0" r="0" b="0"/>
          <a:pathLst>
            <a:path>
              <a:moveTo>
                <a:pt x="598772" y="0"/>
              </a:moveTo>
              <a:lnTo>
                <a:pt x="598772" y="103919"/>
              </a:lnTo>
              <a:lnTo>
                <a:pt x="0" y="103919"/>
              </a:lnTo>
              <a:lnTo>
                <a:pt x="0" y="20783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9F0FC1-4CCF-4538-8792-BE34B431A39F}">
      <dsp:nvSpPr>
        <dsp:cNvPr id="0" name=""/>
        <dsp:cNvSpPr/>
      </dsp:nvSpPr>
      <dsp:spPr>
        <a:xfrm>
          <a:off x="1748085" y="1200030"/>
          <a:ext cx="148456" cy="39687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68725"/>
              </a:lnTo>
              <a:lnTo>
                <a:pt x="148456" y="396872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10B5ED-E94B-4A5A-983A-AC127992DDAC}">
      <dsp:nvSpPr>
        <dsp:cNvPr id="0" name=""/>
        <dsp:cNvSpPr/>
      </dsp:nvSpPr>
      <dsp:spPr>
        <a:xfrm>
          <a:off x="1748085" y="1200030"/>
          <a:ext cx="148456" cy="32660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66033"/>
              </a:lnTo>
              <a:lnTo>
                <a:pt x="148456" y="326603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D05D81-0A85-4C01-A80C-6CD6F90108B2}">
      <dsp:nvSpPr>
        <dsp:cNvPr id="0" name=""/>
        <dsp:cNvSpPr/>
      </dsp:nvSpPr>
      <dsp:spPr>
        <a:xfrm>
          <a:off x="1748085" y="1200030"/>
          <a:ext cx="148456" cy="25633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63341"/>
              </a:lnTo>
              <a:lnTo>
                <a:pt x="148456" y="256334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41148D-FC93-4A6B-9210-07A74E6132E6}">
      <dsp:nvSpPr>
        <dsp:cNvPr id="0" name=""/>
        <dsp:cNvSpPr/>
      </dsp:nvSpPr>
      <dsp:spPr>
        <a:xfrm>
          <a:off x="1748085" y="1200030"/>
          <a:ext cx="148456" cy="18606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60649"/>
              </a:lnTo>
              <a:lnTo>
                <a:pt x="148456" y="186064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A3A4E9-914A-40A4-B28C-238893AC9375}">
      <dsp:nvSpPr>
        <dsp:cNvPr id="0" name=""/>
        <dsp:cNvSpPr/>
      </dsp:nvSpPr>
      <dsp:spPr>
        <a:xfrm>
          <a:off x="1748085" y="1200030"/>
          <a:ext cx="148456" cy="11579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7957"/>
              </a:lnTo>
              <a:lnTo>
                <a:pt x="148456" y="115795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BC5513-71E4-46B9-916C-3A4B7126D106}">
      <dsp:nvSpPr>
        <dsp:cNvPr id="0" name=""/>
        <dsp:cNvSpPr/>
      </dsp:nvSpPr>
      <dsp:spPr>
        <a:xfrm>
          <a:off x="1748085" y="1200030"/>
          <a:ext cx="148456" cy="4552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5265"/>
              </a:lnTo>
              <a:lnTo>
                <a:pt x="148456" y="45526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E72AE1-A84C-416D-8C60-3EC11BB52D66}">
      <dsp:nvSpPr>
        <dsp:cNvPr id="0" name=""/>
        <dsp:cNvSpPr/>
      </dsp:nvSpPr>
      <dsp:spPr>
        <a:xfrm>
          <a:off x="2143968" y="497338"/>
          <a:ext cx="1796318" cy="207838"/>
        </a:xfrm>
        <a:custGeom>
          <a:avLst/>
          <a:gdLst/>
          <a:ahLst/>
          <a:cxnLst/>
          <a:rect l="0" t="0" r="0" b="0"/>
          <a:pathLst>
            <a:path>
              <a:moveTo>
                <a:pt x="1796318" y="0"/>
              </a:moveTo>
              <a:lnTo>
                <a:pt x="1796318" y="103919"/>
              </a:lnTo>
              <a:lnTo>
                <a:pt x="0" y="103919"/>
              </a:lnTo>
              <a:lnTo>
                <a:pt x="0" y="20783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CBD038-E8FB-4200-9094-188DF88F0FB5}">
      <dsp:nvSpPr>
        <dsp:cNvPr id="0" name=""/>
        <dsp:cNvSpPr/>
      </dsp:nvSpPr>
      <dsp:spPr>
        <a:xfrm>
          <a:off x="3445433" y="2484"/>
          <a:ext cx="989707" cy="4948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err="1"/>
            <a:t>glassAndCeramics</a:t>
          </a:r>
          <a:endParaRPr lang="de-DE" sz="900" kern="1200"/>
        </a:p>
      </dsp:txBody>
      <dsp:txXfrm>
        <a:off x="3445433" y="2484"/>
        <a:ext cx="989707" cy="494853"/>
      </dsp:txXfrm>
    </dsp:sp>
    <dsp:sp modelId="{5F16BA0C-FF30-493D-A76C-A24675B690AE}">
      <dsp:nvSpPr>
        <dsp:cNvPr id="0" name=""/>
        <dsp:cNvSpPr/>
      </dsp:nvSpPr>
      <dsp:spPr>
        <a:xfrm>
          <a:off x="1649114" y="705176"/>
          <a:ext cx="989707" cy="494853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err="1"/>
            <a:t>glass</a:t>
          </a:r>
          <a:endParaRPr lang="de-DE" sz="900" kern="1200"/>
        </a:p>
      </dsp:txBody>
      <dsp:txXfrm>
        <a:off x="1649114" y="705176"/>
        <a:ext cx="989707" cy="494853"/>
      </dsp:txXfrm>
    </dsp:sp>
    <dsp:sp modelId="{144DAE82-60E1-48DE-9FE5-883F92823325}">
      <dsp:nvSpPr>
        <dsp:cNvPr id="0" name=""/>
        <dsp:cNvSpPr/>
      </dsp:nvSpPr>
      <dsp:spPr>
        <a:xfrm>
          <a:off x="1896541" y="1407868"/>
          <a:ext cx="989707" cy="49485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err="1"/>
            <a:t>aluminosilicateGlass</a:t>
          </a:r>
          <a:endParaRPr lang="de-DE" sz="900" kern="1200"/>
        </a:p>
      </dsp:txBody>
      <dsp:txXfrm>
        <a:off x="1896541" y="1407868"/>
        <a:ext cx="989707" cy="494853"/>
      </dsp:txXfrm>
    </dsp:sp>
    <dsp:sp modelId="{0507F9F6-8D8A-40AF-A26D-BF805CE42D41}">
      <dsp:nvSpPr>
        <dsp:cNvPr id="0" name=""/>
        <dsp:cNvSpPr/>
      </dsp:nvSpPr>
      <dsp:spPr>
        <a:xfrm>
          <a:off x="1896541" y="2110560"/>
          <a:ext cx="989707" cy="49485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err="1"/>
            <a:t>borosilicateGlass</a:t>
          </a:r>
          <a:endParaRPr lang="de-DE" sz="900" kern="1200"/>
        </a:p>
      </dsp:txBody>
      <dsp:txXfrm>
        <a:off x="1896541" y="2110560"/>
        <a:ext cx="989707" cy="494853"/>
      </dsp:txXfrm>
    </dsp:sp>
    <dsp:sp modelId="{B3F285CD-6C46-4893-AAC2-195D4AACCB5E}">
      <dsp:nvSpPr>
        <dsp:cNvPr id="0" name=""/>
        <dsp:cNvSpPr/>
      </dsp:nvSpPr>
      <dsp:spPr>
        <a:xfrm>
          <a:off x="1896541" y="2813252"/>
          <a:ext cx="989707" cy="49485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err="1"/>
            <a:t>leadGlass</a:t>
          </a:r>
          <a:endParaRPr lang="de-DE" sz="900" kern="1200"/>
        </a:p>
      </dsp:txBody>
      <dsp:txXfrm>
        <a:off x="1896541" y="2813252"/>
        <a:ext cx="989707" cy="494853"/>
      </dsp:txXfrm>
    </dsp:sp>
    <dsp:sp modelId="{CCCFCEDE-92F0-4C37-A1DC-1C1DACB66761}">
      <dsp:nvSpPr>
        <dsp:cNvPr id="0" name=""/>
        <dsp:cNvSpPr/>
      </dsp:nvSpPr>
      <dsp:spPr>
        <a:xfrm>
          <a:off x="1896541" y="3515944"/>
          <a:ext cx="989707" cy="49485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err="1"/>
            <a:t>quarztGlass</a:t>
          </a:r>
          <a:endParaRPr lang="de-DE" sz="900" kern="1200"/>
        </a:p>
      </dsp:txBody>
      <dsp:txXfrm>
        <a:off x="1896541" y="3515944"/>
        <a:ext cx="989707" cy="494853"/>
      </dsp:txXfrm>
    </dsp:sp>
    <dsp:sp modelId="{194CA64C-E711-4591-8085-4B9BE62F507D}">
      <dsp:nvSpPr>
        <dsp:cNvPr id="0" name=""/>
        <dsp:cNvSpPr/>
      </dsp:nvSpPr>
      <dsp:spPr>
        <a:xfrm>
          <a:off x="1896541" y="4218636"/>
          <a:ext cx="989707" cy="49485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dirty="0" err="1"/>
            <a:t>sodaLimeGlass</a:t>
          </a:r>
          <a:endParaRPr lang="de-DE" sz="900" kern="1200" dirty="0"/>
        </a:p>
      </dsp:txBody>
      <dsp:txXfrm>
        <a:off x="1896541" y="4218636"/>
        <a:ext cx="989707" cy="494853"/>
      </dsp:txXfrm>
    </dsp:sp>
    <dsp:sp modelId="{155CD677-E849-4314-9BB0-59CFE6277C19}">
      <dsp:nvSpPr>
        <dsp:cNvPr id="0" name=""/>
        <dsp:cNvSpPr/>
      </dsp:nvSpPr>
      <dsp:spPr>
        <a:xfrm>
          <a:off x="1896541" y="4921328"/>
          <a:ext cx="989707" cy="49485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dirty="0" err="1"/>
            <a:t>glassFiberUndefined</a:t>
          </a:r>
          <a:endParaRPr lang="de-DE" sz="900" kern="1200" dirty="0"/>
        </a:p>
      </dsp:txBody>
      <dsp:txXfrm>
        <a:off x="1896541" y="4921328"/>
        <a:ext cx="989707" cy="494853"/>
      </dsp:txXfrm>
    </dsp:sp>
    <dsp:sp modelId="{C53B7A73-3461-41F4-8CD7-7013D62F3A7C}">
      <dsp:nvSpPr>
        <dsp:cNvPr id="0" name=""/>
        <dsp:cNvSpPr/>
      </dsp:nvSpPr>
      <dsp:spPr>
        <a:xfrm>
          <a:off x="2846660" y="705176"/>
          <a:ext cx="989707" cy="494853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dirty="0" err="1"/>
            <a:t>clayCeramics</a:t>
          </a:r>
          <a:endParaRPr lang="de-DE" sz="900" kern="1200" dirty="0"/>
        </a:p>
      </dsp:txBody>
      <dsp:txXfrm>
        <a:off x="2846660" y="705176"/>
        <a:ext cx="989707" cy="494853"/>
      </dsp:txXfrm>
    </dsp:sp>
    <dsp:sp modelId="{6F8A0C77-A812-4C42-AA3B-83ADD4CCB9D0}">
      <dsp:nvSpPr>
        <dsp:cNvPr id="0" name=""/>
        <dsp:cNvSpPr/>
      </dsp:nvSpPr>
      <dsp:spPr>
        <a:xfrm>
          <a:off x="3094087" y="1407868"/>
          <a:ext cx="989707" cy="49485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dirty="0" err="1"/>
            <a:t>earthenware</a:t>
          </a:r>
          <a:endParaRPr lang="de-DE" sz="900" kern="1200" dirty="0"/>
        </a:p>
      </dsp:txBody>
      <dsp:txXfrm>
        <a:off x="3094087" y="1407868"/>
        <a:ext cx="989707" cy="494853"/>
      </dsp:txXfrm>
    </dsp:sp>
    <dsp:sp modelId="{B4A818EC-194E-4885-B10D-0468FC19B0A1}">
      <dsp:nvSpPr>
        <dsp:cNvPr id="0" name=""/>
        <dsp:cNvSpPr/>
      </dsp:nvSpPr>
      <dsp:spPr>
        <a:xfrm>
          <a:off x="3094087" y="2110560"/>
          <a:ext cx="989707" cy="49485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dirty="0" err="1"/>
            <a:t>stoneware</a:t>
          </a:r>
          <a:endParaRPr lang="de-DE" sz="900" kern="1200" dirty="0"/>
        </a:p>
      </dsp:txBody>
      <dsp:txXfrm>
        <a:off x="3094087" y="2110560"/>
        <a:ext cx="989707" cy="494853"/>
      </dsp:txXfrm>
    </dsp:sp>
    <dsp:sp modelId="{FC17C170-7348-4B7E-9A74-DE797DEDBF9E}">
      <dsp:nvSpPr>
        <dsp:cNvPr id="0" name=""/>
        <dsp:cNvSpPr/>
      </dsp:nvSpPr>
      <dsp:spPr>
        <a:xfrm>
          <a:off x="3094087" y="2813252"/>
          <a:ext cx="989707" cy="494853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dirty="0" err="1"/>
            <a:t>porcelain</a:t>
          </a:r>
          <a:endParaRPr lang="de-DE" sz="900" kern="1200" dirty="0"/>
        </a:p>
      </dsp:txBody>
      <dsp:txXfrm>
        <a:off x="3094087" y="2813252"/>
        <a:ext cx="989707" cy="494853"/>
      </dsp:txXfrm>
    </dsp:sp>
    <dsp:sp modelId="{CD0D4050-6FA0-4EA5-B991-0BF966AD2E00}">
      <dsp:nvSpPr>
        <dsp:cNvPr id="0" name=""/>
        <dsp:cNvSpPr/>
      </dsp:nvSpPr>
      <dsp:spPr>
        <a:xfrm>
          <a:off x="4044205" y="705176"/>
          <a:ext cx="989707" cy="494853"/>
        </a:xfrm>
        <a:prstGeom prst="rect">
          <a:avLst/>
        </a:prstGeom>
        <a:solidFill>
          <a:srgbClr val="000066">
            <a:lumMod val="75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glassCeramics2</a:t>
          </a:r>
        </a:p>
      </dsp:txBody>
      <dsp:txXfrm>
        <a:off x="4044205" y="705176"/>
        <a:ext cx="989707" cy="494853"/>
      </dsp:txXfrm>
    </dsp:sp>
    <dsp:sp modelId="{ABD333A7-7417-49EF-8239-F594D1AD6D19}">
      <dsp:nvSpPr>
        <dsp:cNvPr id="0" name=""/>
        <dsp:cNvSpPr/>
      </dsp:nvSpPr>
      <dsp:spPr>
        <a:xfrm>
          <a:off x="4291632" y="1407868"/>
          <a:ext cx="989707" cy="494853"/>
        </a:xfrm>
        <a:prstGeom prst="rect">
          <a:avLst/>
        </a:prstGeom>
        <a:solidFill>
          <a:srgbClr val="000066">
            <a:lumMod val="60000"/>
            <a:lumOff val="40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glassCeramics3</a:t>
          </a:r>
          <a:endParaRPr lang="de-DE" sz="800" kern="1200" dirty="0">
            <a:solidFill>
              <a:srgbClr val="FF0000"/>
            </a:solidFill>
            <a:latin typeface="Calibri" panose="020F0502020204030204"/>
            <a:ea typeface="+mn-ea"/>
            <a:cs typeface="+mn-cs"/>
          </a:endParaRPr>
        </a:p>
      </dsp:txBody>
      <dsp:txXfrm>
        <a:off x="4291632" y="1407868"/>
        <a:ext cx="989707" cy="494853"/>
      </dsp:txXfrm>
    </dsp:sp>
    <dsp:sp modelId="{AEDF5B87-CC6B-4FFA-BF1B-5FFD4EA33E2A}">
      <dsp:nvSpPr>
        <dsp:cNvPr id="0" name=""/>
        <dsp:cNvSpPr/>
      </dsp:nvSpPr>
      <dsp:spPr>
        <a:xfrm>
          <a:off x="5241751" y="705176"/>
          <a:ext cx="989707" cy="494853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dirty="0" err="1">
              <a:solidFill>
                <a:srgbClr val="FF0000"/>
              </a:solidFill>
            </a:rPr>
            <a:t>otherOrUndefined</a:t>
          </a:r>
          <a:br>
            <a:rPr lang="de-DE" sz="900" kern="1200" dirty="0">
              <a:solidFill>
                <a:srgbClr val="FF0000"/>
              </a:solidFill>
            </a:rPr>
          </a:br>
          <a:r>
            <a:rPr lang="de-DE" sz="900" kern="1200" dirty="0">
              <a:solidFill>
                <a:srgbClr val="FF0000"/>
              </a:solidFill>
            </a:rPr>
            <a:t>Ceramics2</a:t>
          </a:r>
          <a:endParaRPr lang="de-DE" sz="800" kern="1200" dirty="0">
            <a:solidFill>
              <a:srgbClr val="FF0000"/>
            </a:solidFill>
          </a:endParaRPr>
        </a:p>
      </dsp:txBody>
      <dsp:txXfrm>
        <a:off x="5241751" y="705176"/>
        <a:ext cx="989707" cy="494853"/>
      </dsp:txXfrm>
    </dsp:sp>
    <dsp:sp modelId="{E13CF7ED-E878-4457-AA7E-C1C217D27D17}">
      <dsp:nvSpPr>
        <dsp:cNvPr id="0" name=""/>
        <dsp:cNvSpPr/>
      </dsp:nvSpPr>
      <dsp:spPr>
        <a:xfrm>
          <a:off x="5489178" y="1407868"/>
          <a:ext cx="989707" cy="494853"/>
        </a:xfrm>
        <a:prstGeom prst="rect">
          <a:avLst/>
        </a:prstGeom>
        <a:solidFill>
          <a:srgbClr val="000066">
            <a:lumMod val="60000"/>
            <a:lumOff val="40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dirty="0" err="1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otherOrUndefined</a:t>
          </a:r>
          <a:br>
            <a:rPr lang="de-DE" sz="9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</a:br>
          <a:r>
            <a:rPr lang="de-DE" sz="9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Ceramics3</a:t>
          </a:r>
          <a:endParaRPr lang="de-DE" sz="1000" kern="1200" dirty="0">
            <a:solidFill>
              <a:srgbClr val="FF0000"/>
            </a:solidFill>
            <a:latin typeface="Calibri" panose="020F0502020204030204"/>
            <a:ea typeface="+mn-ea"/>
            <a:cs typeface="+mn-cs"/>
          </a:endParaRPr>
        </a:p>
      </dsp:txBody>
      <dsp:txXfrm>
        <a:off x="5489178" y="1407868"/>
        <a:ext cx="989707" cy="49485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1910B8-7E41-4630-819C-0C94212CCA94}">
      <dsp:nvSpPr>
        <dsp:cNvPr id="0" name=""/>
        <dsp:cNvSpPr/>
      </dsp:nvSpPr>
      <dsp:spPr>
        <a:xfrm>
          <a:off x="4064000" y="486486"/>
          <a:ext cx="3634655" cy="1802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115"/>
              </a:lnTo>
              <a:lnTo>
                <a:pt x="3634655" y="90115"/>
              </a:lnTo>
              <a:lnTo>
                <a:pt x="3634655" y="18023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156DA5-AFDF-4705-AD9E-D154BDBA4F06}">
      <dsp:nvSpPr>
        <dsp:cNvPr id="0" name=""/>
        <dsp:cNvSpPr/>
      </dsp:nvSpPr>
      <dsp:spPr>
        <a:xfrm>
          <a:off x="6316885" y="1095838"/>
          <a:ext cx="128736" cy="10041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4143"/>
              </a:lnTo>
              <a:lnTo>
                <a:pt x="128736" y="100414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49C03B-D691-4143-A10D-83F641A35029}">
      <dsp:nvSpPr>
        <dsp:cNvPr id="0" name=""/>
        <dsp:cNvSpPr/>
      </dsp:nvSpPr>
      <dsp:spPr>
        <a:xfrm>
          <a:off x="6316885" y="1095838"/>
          <a:ext cx="128736" cy="3947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4791"/>
              </a:lnTo>
              <a:lnTo>
                <a:pt x="128736" y="3947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2C5CFD-F76A-4EAD-AAB6-D94C98B87CA9}">
      <dsp:nvSpPr>
        <dsp:cNvPr id="0" name=""/>
        <dsp:cNvSpPr/>
      </dsp:nvSpPr>
      <dsp:spPr>
        <a:xfrm>
          <a:off x="4064000" y="486486"/>
          <a:ext cx="2596182" cy="1802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115"/>
              </a:lnTo>
              <a:lnTo>
                <a:pt x="2596182" y="90115"/>
              </a:lnTo>
              <a:lnTo>
                <a:pt x="2596182" y="18023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D260B3-5A87-44D0-AF1E-0CFD995C5CE0}">
      <dsp:nvSpPr>
        <dsp:cNvPr id="0" name=""/>
        <dsp:cNvSpPr/>
      </dsp:nvSpPr>
      <dsp:spPr>
        <a:xfrm>
          <a:off x="5278412" y="1095838"/>
          <a:ext cx="128736" cy="10041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4143"/>
              </a:lnTo>
              <a:lnTo>
                <a:pt x="128736" y="100414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BDAD66-0592-4838-96FE-6CAC80D15972}">
      <dsp:nvSpPr>
        <dsp:cNvPr id="0" name=""/>
        <dsp:cNvSpPr/>
      </dsp:nvSpPr>
      <dsp:spPr>
        <a:xfrm>
          <a:off x="5278412" y="1095838"/>
          <a:ext cx="128736" cy="3947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4791"/>
              </a:lnTo>
              <a:lnTo>
                <a:pt x="128736" y="3947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AF2CB4-C2C3-4F82-A6DB-D6DE8BC062E4}">
      <dsp:nvSpPr>
        <dsp:cNvPr id="0" name=""/>
        <dsp:cNvSpPr/>
      </dsp:nvSpPr>
      <dsp:spPr>
        <a:xfrm>
          <a:off x="4064000" y="486486"/>
          <a:ext cx="1557709" cy="1802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115"/>
              </a:lnTo>
              <a:lnTo>
                <a:pt x="1557709" y="90115"/>
              </a:lnTo>
              <a:lnTo>
                <a:pt x="1557709" y="18023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EA352B-CE51-4F65-A15D-2C9FA8050E89}">
      <dsp:nvSpPr>
        <dsp:cNvPr id="0" name=""/>
        <dsp:cNvSpPr/>
      </dsp:nvSpPr>
      <dsp:spPr>
        <a:xfrm>
          <a:off x="4239939" y="1095838"/>
          <a:ext cx="128736" cy="28321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32199"/>
              </a:lnTo>
              <a:lnTo>
                <a:pt x="128736" y="283219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BB5F79-39D3-4E7E-8B69-4E56D7E9BAE9}">
      <dsp:nvSpPr>
        <dsp:cNvPr id="0" name=""/>
        <dsp:cNvSpPr/>
      </dsp:nvSpPr>
      <dsp:spPr>
        <a:xfrm>
          <a:off x="4239939" y="1095838"/>
          <a:ext cx="128736" cy="22228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2847"/>
              </a:lnTo>
              <a:lnTo>
                <a:pt x="128736" y="222284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8A18B5-614B-4353-AD59-037289BF89F0}">
      <dsp:nvSpPr>
        <dsp:cNvPr id="0" name=""/>
        <dsp:cNvSpPr/>
      </dsp:nvSpPr>
      <dsp:spPr>
        <a:xfrm>
          <a:off x="4239939" y="1095838"/>
          <a:ext cx="128736" cy="16134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3495"/>
              </a:lnTo>
              <a:lnTo>
                <a:pt x="128736" y="161349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160515-B28F-415E-B01E-1C8C14EDE372}">
      <dsp:nvSpPr>
        <dsp:cNvPr id="0" name=""/>
        <dsp:cNvSpPr/>
      </dsp:nvSpPr>
      <dsp:spPr>
        <a:xfrm>
          <a:off x="4239939" y="1095838"/>
          <a:ext cx="128736" cy="10041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4143"/>
              </a:lnTo>
              <a:lnTo>
                <a:pt x="128736" y="100414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52E818-84C2-473C-8686-2A7247FDF0B4}">
      <dsp:nvSpPr>
        <dsp:cNvPr id="0" name=""/>
        <dsp:cNvSpPr/>
      </dsp:nvSpPr>
      <dsp:spPr>
        <a:xfrm>
          <a:off x="4239939" y="1095838"/>
          <a:ext cx="128736" cy="3947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4791"/>
              </a:lnTo>
              <a:lnTo>
                <a:pt x="128736" y="3947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B4816C-6985-49AC-97A7-2A056D1E2BDC}">
      <dsp:nvSpPr>
        <dsp:cNvPr id="0" name=""/>
        <dsp:cNvSpPr/>
      </dsp:nvSpPr>
      <dsp:spPr>
        <a:xfrm>
          <a:off x="4064000" y="486486"/>
          <a:ext cx="519236" cy="1802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115"/>
              </a:lnTo>
              <a:lnTo>
                <a:pt x="519236" y="90115"/>
              </a:lnTo>
              <a:lnTo>
                <a:pt x="519236" y="18023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3D3F1C-0932-40ED-9401-CD680F3A734A}">
      <dsp:nvSpPr>
        <dsp:cNvPr id="0" name=""/>
        <dsp:cNvSpPr/>
      </dsp:nvSpPr>
      <dsp:spPr>
        <a:xfrm>
          <a:off x="3201466" y="1095838"/>
          <a:ext cx="128736" cy="3947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4791"/>
              </a:lnTo>
              <a:lnTo>
                <a:pt x="128736" y="3947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4DAEFD-14BE-4132-B9BE-57F51E9FC177}">
      <dsp:nvSpPr>
        <dsp:cNvPr id="0" name=""/>
        <dsp:cNvSpPr/>
      </dsp:nvSpPr>
      <dsp:spPr>
        <a:xfrm>
          <a:off x="3544763" y="486486"/>
          <a:ext cx="519236" cy="180230"/>
        </a:xfrm>
        <a:custGeom>
          <a:avLst/>
          <a:gdLst/>
          <a:ahLst/>
          <a:cxnLst/>
          <a:rect l="0" t="0" r="0" b="0"/>
          <a:pathLst>
            <a:path>
              <a:moveTo>
                <a:pt x="519236" y="0"/>
              </a:moveTo>
              <a:lnTo>
                <a:pt x="519236" y="90115"/>
              </a:lnTo>
              <a:lnTo>
                <a:pt x="0" y="90115"/>
              </a:lnTo>
              <a:lnTo>
                <a:pt x="0" y="18023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556F89-B84B-4B5D-919E-34145C75794C}">
      <dsp:nvSpPr>
        <dsp:cNvPr id="0" name=""/>
        <dsp:cNvSpPr/>
      </dsp:nvSpPr>
      <dsp:spPr>
        <a:xfrm>
          <a:off x="2162993" y="1095838"/>
          <a:ext cx="128736" cy="3947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4791"/>
              </a:lnTo>
              <a:lnTo>
                <a:pt x="128736" y="3947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041DE8-87DD-4326-8EAB-A3147F70E828}">
      <dsp:nvSpPr>
        <dsp:cNvPr id="0" name=""/>
        <dsp:cNvSpPr/>
      </dsp:nvSpPr>
      <dsp:spPr>
        <a:xfrm>
          <a:off x="2506290" y="486486"/>
          <a:ext cx="1557709" cy="180230"/>
        </a:xfrm>
        <a:custGeom>
          <a:avLst/>
          <a:gdLst/>
          <a:ahLst/>
          <a:cxnLst/>
          <a:rect l="0" t="0" r="0" b="0"/>
          <a:pathLst>
            <a:path>
              <a:moveTo>
                <a:pt x="1557709" y="0"/>
              </a:moveTo>
              <a:lnTo>
                <a:pt x="1557709" y="90115"/>
              </a:lnTo>
              <a:lnTo>
                <a:pt x="0" y="90115"/>
              </a:lnTo>
              <a:lnTo>
                <a:pt x="0" y="18023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0C516E-5156-4AD6-8E02-79B5CC11D728}">
      <dsp:nvSpPr>
        <dsp:cNvPr id="0" name=""/>
        <dsp:cNvSpPr/>
      </dsp:nvSpPr>
      <dsp:spPr>
        <a:xfrm>
          <a:off x="1124520" y="1095838"/>
          <a:ext cx="128736" cy="3947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4791"/>
              </a:lnTo>
              <a:lnTo>
                <a:pt x="128736" y="3947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80C0BA-BFC4-482C-9143-F512482548A8}">
      <dsp:nvSpPr>
        <dsp:cNvPr id="0" name=""/>
        <dsp:cNvSpPr/>
      </dsp:nvSpPr>
      <dsp:spPr>
        <a:xfrm>
          <a:off x="1467817" y="486486"/>
          <a:ext cx="2596182" cy="180230"/>
        </a:xfrm>
        <a:custGeom>
          <a:avLst/>
          <a:gdLst/>
          <a:ahLst/>
          <a:cxnLst/>
          <a:rect l="0" t="0" r="0" b="0"/>
          <a:pathLst>
            <a:path>
              <a:moveTo>
                <a:pt x="2596182" y="0"/>
              </a:moveTo>
              <a:lnTo>
                <a:pt x="2596182" y="90115"/>
              </a:lnTo>
              <a:lnTo>
                <a:pt x="0" y="90115"/>
              </a:lnTo>
              <a:lnTo>
                <a:pt x="0" y="18023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5CD527-C167-4E40-ABF4-B7BF56D06087}">
      <dsp:nvSpPr>
        <dsp:cNvPr id="0" name=""/>
        <dsp:cNvSpPr/>
      </dsp:nvSpPr>
      <dsp:spPr>
        <a:xfrm>
          <a:off x="86047" y="1095838"/>
          <a:ext cx="128736" cy="40509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50903"/>
              </a:lnTo>
              <a:lnTo>
                <a:pt x="128736" y="405090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E510A0-37AB-4EE7-8B52-926E8C663896}">
      <dsp:nvSpPr>
        <dsp:cNvPr id="0" name=""/>
        <dsp:cNvSpPr/>
      </dsp:nvSpPr>
      <dsp:spPr>
        <a:xfrm>
          <a:off x="86047" y="1095838"/>
          <a:ext cx="128736" cy="34415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41551"/>
              </a:lnTo>
              <a:lnTo>
                <a:pt x="128736" y="344155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AF792F-4157-421A-9EB7-735F999C1A9D}">
      <dsp:nvSpPr>
        <dsp:cNvPr id="0" name=""/>
        <dsp:cNvSpPr/>
      </dsp:nvSpPr>
      <dsp:spPr>
        <a:xfrm>
          <a:off x="86047" y="1095838"/>
          <a:ext cx="128736" cy="28321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32199"/>
              </a:lnTo>
              <a:lnTo>
                <a:pt x="128736" y="283219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897A73-1AC1-4440-A1A2-58FA0B670206}">
      <dsp:nvSpPr>
        <dsp:cNvPr id="0" name=""/>
        <dsp:cNvSpPr/>
      </dsp:nvSpPr>
      <dsp:spPr>
        <a:xfrm>
          <a:off x="86047" y="1095838"/>
          <a:ext cx="128736" cy="22228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2847"/>
              </a:lnTo>
              <a:lnTo>
                <a:pt x="128736" y="222284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939FC8-6198-4FAD-9A56-8CC009ABA58E}">
      <dsp:nvSpPr>
        <dsp:cNvPr id="0" name=""/>
        <dsp:cNvSpPr/>
      </dsp:nvSpPr>
      <dsp:spPr>
        <a:xfrm>
          <a:off x="86047" y="1095838"/>
          <a:ext cx="128736" cy="16134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3495"/>
              </a:lnTo>
              <a:lnTo>
                <a:pt x="128736" y="161349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1A4015-FE84-46A1-8409-F96567270631}">
      <dsp:nvSpPr>
        <dsp:cNvPr id="0" name=""/>
        <dsp:cNvSpPr/>
      </dsp:nvSpPr>
      <dsp:spPr>
        <a:xfrm>
          <a:off x="86047" y="1095838"/>
          <a:ext cx="128736" cy="10041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4143"/>
              </a:lnTo>
              <a:lnTo>
                <a:pt x="128736" y="1004143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24B6F8-9CB7-4FDB-AA3A-BDC147BB4385}">
      <dsp:nvSpPr>
        <dsp:cNvPr id="0" name=""/>
        <dsp:cNvSpPr/>
      </dsp:nvSpPr>
      <dsp:spPr>
        <a:xfrm>
          <a:off x="86047" y="1095838"/>
          <a:ext cx="128736" cy="3947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4791"/>
              </a:lnTo>
              <a:lnTo>
                <a:pt x="128736" y="3947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95100E-C510-42E2-B3BA-0259563DAB1F}">
      <dsp:nvSpPr>
        <dsp:cNvPr id="0" name=""/>
        <dsp:cNvSpPr/>
      </dsp:nvSpPr>
      <dsp:spPr>
        <a:xfrm>
          <a:off x="429344" y="486486"/>
          <a:ext cx="3634655" cy="180230"/>
        </a:xfrm>
        <a:custGeom>
          <a:avLst/>
          <a:gdLst/>
          <a:ahLst/>
          <a:cxnLst/>
          <a:rect l="0" t="0" r="0" b="0"/>
          <a:pathLst>
            <a:path>
              <a:moveTo>
                <a:pt x="3634655" y="0"/>
              </a:moveTo>
              <a:lnTo>
                <a:pt x="3634655" y="90115"/>
              </a:lnTo>
              <a:lnTo>
                <a:pt x="0" y="90115"/>
              </a:lnTo>
              <a:lnTo>
                <a:pt x="0" y="18023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CBD038-E8FB-4200-9094-188DF88F0FB5}">
      <dsp:nvSpPr>
        <dsp:cNvPr id="0" name=""/>
        <dsp:cNvSpPr/>
      </dsp:nvSpPr>
      <dsp:spPr>
        <a:xfrm>
          <a:off x="3634878" y="57365"/>
          <a:ext cx="858242" cy="4291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>
              <a:solidFill>
                <a:srgbClr val="FF0000"/>
              </a:solidFill>
            </a:rPr>
            <a:t>other</a:t>
          </a:r>
          <a:br>
            <a:rPr lang="de-DE" sz="1100" kern="1200" dirty="0">
              <a:solidFill>
                <a:srgbClr val="FF0000"/>
              </a:solidFill>
            </a:rPr>
          </a:br>
          <a:r>
            <a:rPr lang="de-DE" sz="1100" kern="1200" dirty="0">
              <a:solidFill>
                <a:srgbClr val="FF0000"/>
              </a:solidFill>
            </a:rPr>
            <a:t>Minerals1</a:t>
          </a:r>
        </a:p>
      </dsp:txBody>
      <dsp:txXfrm>
        <a:off x="3634878" y="57365"/>
        <a:ext cx="858242" cy="429121"/>
      </dsp:txXfrm>
    </dsp:sp>
    <dsp:sp modelId="{F0794A83-3E10-4939-87DC-B2F315213BB5}">
      <dsp:nvSpPr>
        <dsp:cNvPr id="0" name=""/>
        <dsp:cNvSpPr/>
      </dsp:nvSpPr>
      <dsp:spPr>
        <a:xfrm>
          <a:off x="223" y="666717"/>
          <a:ext cx="858242" cy="429121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bricks</a:t>
          </a:r>
          <a:br>
            <a:rPr lang="de-DE" sz="1100" kern="1200"/>
          </a:br>
          <a:r>
            <a:rPr lang="de-DE" sz="1100" kern="1200" err="1"/>
            <a:t>Undefined</a:t>
          </a:r>
          <a:endParaRPr lang="de-DE" sz="1100" kern="1200"/>
        </a:p>
      </dsp:txBody>
      <dsp:txXfrm>
        <a:off x="223" y="666717"/>
        <a:ext cx="858242" cy="429121"/>
      </dsp:txXfrm>
    </dsp:sp>
    <dsp:sp modelId="{D9F472FD-B859-4BBD-B7FD-228F0B68FEE7}">
      <dsp:nvSpPr>
        <dsp:cNvPr id="0" name=""/>
        <dsp:cNvSpPr/>
      </dsp:nvSpPr>
      <dsp:spPr>
        <a:xfrm>
          <a:off x="214783" y="1276069"/>
          <a:ext cx="858242" cy="429121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/>
            <a:t>mudClayBricks</a:t>
          </a:r>
          <a:endParaRPr lang="de-DE" sz="1100" kern="1200" dirty="0"/>
        </a:p>
      </dsp:txBody>
      <dsp:txXfrm>
        <a:off x="214783" y="1276069"/>
        <a:ext cx="858242" cy="429121"/>
      </dsp:txXfrm>
    </dsp:sp>
    <dsp:sp modelId="{B11DC4EB-7512-4D95-9076-6345C1E549CD}">
      <dsp:nvSpPr>
        <dsp:cNvPr id="0" name=""/>
        <dsp:cNvSpPr/>
      </dsp:nvSpPr>
      <dsp:spPr>
        <a:xfrm>
          <a:off x="214783" y="1885421"/>
          <a:ext cx="858242" cy="429121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/>
            <a:t>firedClayBricks</a:t>
          </a:r>
          <a:endParaRPr lang="de-DE" sz="1100" kern="1200" dirty="0"/>
        </a:p>
      </dsp:txBody>
      <dsp:txXfrm>
        <a:off x="214783" y="1885421"/>
        <a:ext cx="858242" cy="429121"/>
      </dsp:txXfrm>
    </dsp:sp>
    <dsp:sp modelId="{B5459AA8-2CE9-49C6-8ED1-877EE58B4234}">
      <dsp:nvSpPr>
        <dsp:cNvPr id="0" name=""/>
        <dsp:cNvSpPr/>
      </dsp:nvSpPr>
      <dsp:spPr>
        <a:xfrm>
          <a:off x="214783" y="2494772"/>
          <a:ext cx="858242" cy="429121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/>
            <a:t>clinker</a:t>
          </a:r>
          <a:endParaRPr lang="de-DE" sz="1100" kern="1200" dirty="0"/>
        </a:p>
      </dsp:txBody>
      <dsp:txXfrm>
        <a:off x="214783" y="2494772"/>
        <a:ext cx="858242" cy="429121"/>
      </dsp:txXfrm>
    </dsp:sp>
    <dsp:sp modelId="{E200566F-8C49-46C7-8A7E-19BA6F9F4B58}">
      <dsp:nvSpPr>
        <dsp:cNvPr id="0" name=""/>
        <dsp:cNvSpPr/>
      </dsp:nvSpPr>
      <dsp:spPr>
        <a:xfrm>
          <a:off x="214783" y="3104124"/>
          <a:ext cx="858242" cy="429121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/>
            <a:t>lime-sandBricks</a:t>
          </a:r>
          <a:endParaRPr lang="de-DE" sz="1100" kern="1200" dirty="0"/>
        </a:p>
      </dsp:txBody>
      <dsp:txXfrm>
        <a:off x="214783" y="3104124"/>
        <a:ext cx="858242" cy="429121"/>
      </dsp:txXfrm>
    </dsp:sp>
    <dsp:sp modelId="{BA4A893F-8E12-48C1-BCC8-3292B8EBBCED}">
      <dsp:nvSpPr>
        <dsp:cNvPr id="0" name=""/>
        <dsp:cNvSpPr/>
      </dsp:nvSpPr>
      <dsp:spPr>
        <a:xfrm>
          <a:off x="214783" y="3713476"/>
          <a:ext cx="858242" cy="429121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/>
            <a:t>AACblocks</a:t>
          </a:r>
          <a:endParaRPr lang="de-DE" sz="1100" kern="1200" dirty="0"/>
        </a:p>
      </dsp:txBody>
      <dsp:txXfrm>
        <a:off x="214783" y="3713476"/>
        <a:ext cx="858242" cy="429121"/>
      </dsp:txXfrm>
    </dsp:sp>
    <dsp:sp modelId="{2F046BBD-A796-496F-8B05-0D58150FEDCA}">
      <dsp:nvSpPr>
        <dsp:cNvPr id="0" name=""/>
        <dsp:cNvSpPr/>
      </dsp:nvSpPr>
      <dsp:spPr>
        <a:xfrm>
          <a:off x="214783" y="4322828"/>
          <a:ext cx="858242" cy="429121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/>
            <a:t>concreteBlocks</a:t>
          </a:r>
          <a:endParaRPr lang="de-DE" sz="1100" kern="1200" dirty="0"/>
        </a:p>
      </dsp:txBody>
      <dsp:txXfrm>
        <a:off x="214783" y="4322828"/>
        <a:ext cx="858242" cy="429121"/>
      </dsp:txXfrm>
    </dsp:sp>
    <dsp:sp modelId="{8C4D84F6-F5A9-40C9-874D-D5CE073A6EFE}">
      <dsp:nvSpPr>
        <dsp:cNvPr id="0" name=""/>
        <dsp:cNvSpPr/>
      </dsp:nvSpPr>
      <dsp:spPr>
        <a:xfrm>
          <a:off x="214783" y="4932180"/>
          <a:ext cx="858242" cy="429121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/>
            <a:t>lightConcrete</a:t>
          </a:r>
          <a:br>
            <a:rPr lang="de-DE" sz="1100" kern="1200" dirty="0"/>
          </a:br>
          <a:r>
            <a:rPr lang="de-DE" sz="1100" kern="1200" dirty="0"/>
            <a:t>Blocks</a:t>
          </a:r>
        </a:p>
      </dsp:txBody>
      <dsp:txXfrm>
        <a:off x="214783" y="4932180"/>
        <a:ext cx="858242" cy="429121"/>
      </dsp:txXfrm>
    </dsp:sp>
    <dsp:sp modelId="{6BEBB172-20A1-4787-B24C-B7D64C9437CE}">
      <dsp:nvSpPr>
        <dsp:cNvPr id="0" name=""/>
        <dsp:cNvSpPr/>
      </dsp:nvSpPr>
      <dsp:spPr>
        <a:xfrm>
          <a:off x="1038696" y="666717"/>
          <a:ext cx="858242" cy="429121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</a:rPr>
            <a:t>naturalStone2</a:t>
          </a:r>
        </a:p>
      </dsp:txBody>
      <dsp:txXfrm>
        <a:off x="1038696" y="666717"/>
        <a:ext cx="858242" cy="429121"/>
      </dsp:txXfrm>
    </dsp:sp>
    <dsp:sp modelId="{351D692E-0F4E-4CDC-BAD8-92B46DF42643}">
      <dsp:nvSpPr>
        <dsp:cNvPr id="0" name=""/>
        <dsp:cNvSpPr/>
      </dsp:nvSpPr>
      <dsp:spPr>
        <a:xfrm>
          <a:off x="1253256" y="1276069"/>
          <a:ext cx="858242" cy="429121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</a:rPr>
            <a:t>naturalStone3</a:t>
          </a:r>
        </a:p>
      </dsp:txBody>
      <dsp:txXfrm>
        <a:off x="1253256" y="1276069"/>
        <a:ext cx="858242" cy="429121"/>
      </dsp:txXfrm>
    </dsp:sp>
    <dsp:sp modelId="{BECAB428-D9FC-4E49-AED8-D83E1BBF156C}">
      <dsp:nvSpPr>
        <dsp:cNvPr id="0" name=""/>
        <dsp:cNvSpPr/>
      </dsp:nvSpPr>
      <dsp:spPr>
        <a:xfrm>
          <a:off x="2077169" y="666717"/>
          <a:ext cx="858242" cy="429121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</a:rPr>
            <a:t>sand2</a:t>
          </a:r>
        </a:p>
      </dsp:txBody>
      <dsp:txXfrm>
        <a:off x="2077169" y="666717"/>
        <a:ext cx="858242" cy="429121"/>
      </dsp:txXfrm>
    </dsp:sp>
    <dsp:sp modelId="{5E720916-9EF7-483D-A40A-7982E470DD0C}">
      <dsp:nvSpPr>
        <dsp:cNvPr id="0" name=""/>
        <dsp:cNvSpPr/>
      </dsp:nvSpPr>
      <dsp:spPr>
        <a:xfrm>
          <a:off x="2291729" y="1276069"/>
          <a:ext cx="858242" cy="429121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</a:rPr>
            <a:t>sand3</a:t>
          </a:r>
        </a:p>
      </dsp:txBody>
      <dsp:txXfrm>
        <a:off x="2291729" y="1276069"/>
        <a:ext cx="858242" cy="429121"/>
      </dsp:txXfrm>
    </dsp:sp>
    <dsp:sp modelId="{B061BCE1-5956-4E15-ABBE-BBBC6653BC0E}">
      <dsp:nvSpPr>
        <dsp:cNvPr id="0" name=""/>
        <dsp:cNvSpPr/>
      </dsp:nvSpPr>
      <dsp:spPr>
        <a:xfrm>
          <a:off x="3115642" y="666717"/>
          <a:ext cx="858242" cy="429121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</a:rPr>
            <a:t>clay2</a:t>
          </a:r>
        </a:p>
      </dsp:txBody>
      <dsp:txXfrm>
        <a:off x="3115642" y="666717"/>
        <a:ext cx="858242" cy="429121"/>
      </dsp:txXfrm>
    </dsp:sp>
    <dsp:sp modelId="{1BFA551C-FFCC-4A54-857D-14B98370C4F8}">
      <dsp:nvSpPr>
        <dsp:cNvPr id="0" name=""/>
        <dsp:cNvSpPr/>
      </dsp:nvSpPr>
      <dsp:spPr>
        <a:xfrm>
          <a:off x="3330202" y="1276069"/>
          <a:ext cx="858242" cy="429121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>
              <a:solidFill>
                <a:srgbClr val="FF0000"/>
              </a:solidFill>
            </a:rPr>
            <a:t>clay3</a:t>
          </a:r>
        </a:p>
      </dsp:txBody>
      <dsp:txXfrm>
        <a:off x="3330202" y="1276069"/>
        <a:ext cx="858242" cy="429121"/>
      </dsp:txXfrm>
    </dsp:sp>
    <dsp:sp modelId="{BBAFEAEE-AA13-4143-A91D-67D814B391F1}">
      <dsp:nvSpPr>
        <dsp:cNvPr id="0" name=""/>
        <dsp:cNvSpPr/>
      </dsp:nvSpPr>
      <dsp:spPr>
        <a:xfrm>
          <a:off x="4154115" y="666717"/>
          <a:ext cx="858242" cy="429121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cement</a:t>
          </a:r>
          <a:endParaRPr lang="de-DE" sz="1100" kern="1200"/>
        </a:p>
      </dsp:txBody>
      <dsp:txXfrm>
        <a:off x="4154115" y="666717"/>
        <a:ext cx="858242" cy="429121"/>
      </dsp:txXfrm>
    </dsp:sp>
    <dsp:sp modelId="{66C99D4F-5038-44A0-924A-81C5785C0412}">
      <dsp:nvSpPr>
        <dsp:cNvPr id="0" name=""/>
        <dsp:cNvSpPr/>
      </dsp:nvSpPr>
      <dsp:spPr>
        <a:xfrm>
          <a:off x="4368675" y="1276069"/>
          <a:ext cx="858242" cy="429121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portland</a:t>
          </a:r>
          <a:br>
            <a:rPr lang="de-DE" sz="1100" kern="1200"/>
          </a:br>
          <a:r>
            <a:rPr lang="de-DE" sz="1100" kern="1200" err="1"/>
            <a:t>Cement</a:t>
          </a:r>
          <a:endParaRPr lang="de-DE" sz="1100" kern="1200"/>
        </a:p>
      </dsp:txBody>
      <dsp:txXfrm>
        <a:off x="4368675" y="1276069"/>
        <a:ext cx="858242" cy="429121"/>
      </dsp:txXfrm>
    </dsp:sp>
    <dsp:sp modelId="{9EB75E36-85A6-4FE3-83EA-B16C9F1C155C}">
      <dsp:nvSpPr>
        <dsp:cNvPr id="0" name=""/>
        <dsp:cNvSpPr/>
      </dsp:nvSpPr>
      <dsp:spPr>
        <a:xfrm>
          <a:off x="4368675" y="1885421"/>
          <a:ext cx="858242" cy="429121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portland-composite</a:t>
          </a:r>
          <a:br>
            <a:rPr lang="de-DE" sz="1100" kern="1200"/>
          </a:br>
          <a:r>
            <a:rPr lang="de-DE" sz="1100" kern="1200" err="1"/>
            <a:t>Cement</a:t>
          </a:r>
          <a:endParaRPr lang="de-DE" sz="1100" kern="1200"/>
        </a:p>
      </dsp:txBody>
      <dsp:txXfrm>
        <a:off x="4368675" y="1885421"/>
        <a:ext cx="858242" cy="429121"/>
      </dsp:txXfrm>
    </dsp:sp>
    <dsp:sp modelId="{C480A55C-7636-491D-BD00-929FA0D16AB6}">
      <dsp:nvSpPr>
        <dsp:cNvPr id="0" name=""/>
        <dsp:cNvSpPr/>
      </dsp:nvSpPr>
      <dsp:spPr>
        <a:xfrm>
          <a:off x="4368675" y="2494772"/>
          <a:ext cx="858242" cy="429121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blastfurnace</a:t>
          </a:r>
          <a:br>
            <a:rPr lang="de-DE" sz="1100" kern="1200"/>
          </a:br>
          <a:r>
            <a:rPr lang="de-DE" sz="1100" kern="1200" err="1"/>
            <a:t>Cement</a:t>
          </a:r>
          <a:endParaRPr lang="de-DE" sz="1100" kern="1200"/>
        </a:p>
      </dsp:txBody>
      <dsp:txXfrm>
        <a:off x="4368675" y="2494772"/>
        <a:ext cx="858242" cy="429121"/>
      </dsp:txXfrm>
    </dsp:sp>
    <dsp:sp modelId="{F1742EE2-3F2B-4F85-9170-01AE8FB0E6F7}">
      <dsp:nvSpPr>
        <dsp:cNvPr id="0" name=""/>
        <dsp:cNvSpPr/>
      </dsp:nvSpPr>
      <dsp:spPr>
        <a:xfrm>
          <a:off x="4368675" y="3104124"/>
          <a:ext cx="858242" cy="429121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puzzolanic</a:t>
          </a:r>
          <a:br>
            <a:rPr lang="de-DE" sz="1100" kern="1200"/>
          </a:br>
          <a:r>
            <a:rPr lang="de-DE" sz="1100" kern="1200" err="1"/>
            <a:t>Cement</a:t>
          </a:r>
          <a:endParaRPr lang="de-DE" sz="1100" kern="1200"/>
        </a:p>
      </dsp:txBody>
      <dsp:txXfrm>
        <a:off x="4368675" y="3104124"/>
        <a:ext cx="858242" cy="429121"/>
      </dsp:txXfrm>
    </dsp:sp>
    <dsp:sp modelId="{F0FC5C2C-ABE5-40C0-B9D1-1BAD09E0E116}">
      <dsp:nvSpPr>
        <dsp:cNvPr id="0" name=""/>
        <dsp:cNvSpPr/>
      </dsp:nvSpPr>
      <dsp:spPr>
        <a:xfrm>
          <a:off x="4368675" y="3713476"/>
          <a:ext cx="858242" cy="429121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composite</a:t>
          </a:r>
          <a:br>
            <a:rPr lang="de-DE" sz="1100" kern="1200"/>
          </a:br>
          <a:r>
            <a:rPr lang="de-DE" sz="1100" kern="1200" err="1"/>
            <a:t>Cement</a:t>
          </a:r>
          <a:endParaRPr lang="de-DE" sz="1100" kern="1200"/>
        </a:p>
      </dsp:txBody>
      <dsp:txXfrm>
        <a:off x="4368675" y="3713476"/>
        <a:ext cx="858242" cy="429121"/>
      </dsp:txXfrm>
    </dsp:sp>
    <dsp:sp modelId="{8356BCBB-C1AF-4307-8A68-B7900C2ED7CC}">
      <dsp:nvSpPr>
        <dsp:cNvPr id="0" name=""/>
        <dsp:cNvSpPr/>
      </dsp:nvSpPr>
      <dsp:spPr>
        <a:xfrm>
          <a:off x="5192588" y="666717"/>
          <a:ext cx="858242" cy="429121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aggregates</a:t>
          </a:r>
          <a:endParaRPr lang="de-DE" sz="1100" kern="1200"/>
        </a:p>
      </dsp:txBody>
      <dsp:txXfrm>
        <a:off x="5192588" y="666717"/>
        <a:ext cx="858242" cy="429121"/>
      </dsp:txXfrm>
    </dsp:sp>
    <dsp:sp modelId="{334F00D2-A058-46CF-9AA1-5F9E1D73BDBB}">
      <dsp:nvSpPr>
        <dsp:cNvPr id="0" name=""/>
        <dsp:cNvSpPr/>
      </dsp:nvSpPr>
      <dsp:spPr>
        <a:xfrm>
          <a:off x="5407149" y="1276069"/>
          <a:ext cx="858242" cy="429121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natural</a:t>
          </a:r>
          <a:br>
            <a:rPr lang="de-DE" sz="1100" kern="1200"/>
          </a:br>
          <a:r>
            <a:rPr lang="de-DE" sz="1100" kern="1200"/>
            <a:t>Aggregates</a:t>
          </a:r>
        </a:p>
      </dsp:txBody>
      <dsp:txXfrm>
        <a:off x="5407149" y="1276069"/>
        <a:ext cx="858242" cy="429121"/>
      </dsp:txXfrm>
    </dsp:sp>
    <dsp:sp modelId="{69BC7151-B4BA-44DE-89D5-455BF2EA75C2}">
      <dsp:nvSpPr>
        <dsp:cNvPr id="0" name=""/>
        <dsp:cNvSpPr/>
      </dsp:nvSpPr>
      <dsp:spPr>
        <a:xfrm>
          <a:off x="5407149" y="1885421"/>
          <a:ext cx="858242" cy="429121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synthetic</a:t>
          </a:r>
          <a:br>
            <a:rPr lang="de-DE" sz="1100" kern="1200"/>
          </a:br>
          <a:r>
            <a:rPr lang="de-DE" sz="1100" kern="1200"/>
            <a:t>Aggregates</a:t>
          </a:r>
        </a:p>
      </dsp:txBody>
      <dsp:txXfrm>
        <a:off x="5407149" y="1885421"/>
        <a:ext cx="858242" cy="429121"/>
      </dsp:txXfrm>
    </dsp:sp>
    <dsp:sp modelId="{93869A4A-6619-47F4-8C86-8E59D192822A}">
      <dsp:nvSpPr>
        <dsp:cNvPr id="0" name=""/>
        <dsp:cNvSpPr/>
      </dsp:nvSpPr>
      <dsp:spPr>
        <a:xfrm>
          <a:off x="6231061" y="666717"/>
          <a:ext cx="858242" cy="429121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gypsum</a:t>
          </a:r>
          <a:endParaRPr lang="de-DE" sz="1100" kern="1200"/>
        </a:p>
      </dsp:txBody>
      <dsp:txXfrm>
        <a:off x="6231061" y="666717"/>
        <a:ext cx="858242" cy="429121"/>
      </dsp:txXfrm>
    </dsp:sp>
    <dsp:sp modelId="{5FB3F9C8-AC9D-48E5-AB30-EFA4A10A48CB}">
      <dsp:nvSpPr>
        <dsp:cNvPr id="0" name=""/>
        <dsp:cNvSpPr/>
      </dsp:nvSpPr>
      <dsp:spPr>
        <a:xfrm>
          <a:off x="6445622" y="1276069"/>
          <a:ext cx="858242" cy="429121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>
              <a:solidFill>
                <a:schemeClr val="bg1"/>
              </a:solidFill>
            </a:rPr>
            <a:t>natural</a:t>
          </a:r>
          <a:br>
            <a:rPr lang="de-DE" sz="1100" kern="1200">
              <a:solidFill>
                <a:schemeClr val="bg1"/>
              </a:solidFill>
            </a:rPr>
          </a:br>
          <a:r>
            <a:rPr lang="de-DE" sz="1100" kern="1200" err="1">
              <a:solidFill>
                <a:schemeClr val="bg1"/>
              </a:solidFill>
            </a:rPr>
            <a:t>Gypsum</a:t>
          </a:r>
          <a:endParaRPr lang="de-DE" sz="1100" kern="1200">
            <a:solidFill>
              <a:schemeClr val="bg1"/>
            </a:solidFill>
          </a:endParaRPr>
        </a:p>
      </dsp:txBody>
      <dsp:txXfrm>
        <a:off x="6445622" y="1276069"/>
        <a:ext cx="858242" cy="429121"/>
      </dsp:txXfrm>
    </dsp:sp>
    <dsp:sp modelId="{8CE32DAF-6DD3-4728-978B-959A22595F45}">
      <dsp:nvSpPr>
        <dsp:cNvPr id="0" name=""/>
        <dsp:cNvSpPr/>
      </dsp:nvSpPr>
      <dsp:spPr>
        <a:xfrm>
          <a:off x="6445622" y="1885421"/>
          <a:ext cx="858242" cy="429121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>
              <a:solidFill>
                <a:schemeClr val="bg1"/>
              </a:solidFill>
            </a:rPr>
            <a:t>synthetic</a:t>
          </a:r>
          <a:br>
            <a:rPr lang="de-DE" sz="1100" kern="1200" dirty="0">
              <a:solidFill>
                <a:schemeClr val="bg1"/>
              </a:solidFill>
            </a:rPr>
          </a:br>
          <a:r>
            <a:rPr lang="de-DE" sz="1100" kern="1200" dirty="0" err="1">
              <a:solidFill>
                <a:schemeClr val="bg1"/>
              </a:solidFill>
            </a:rPr>
            <a:t>Gypsum</a:t>
          </a:r>
          <a:endParaRPr lang="de-DE" sz="1100" kern="1200" dirty="0">
            <a:solidFill>
              <a:schemeClr val="bg1"/>
            </a:solidFill>
          </a:endParaRPr>
        </a:p>
      </dsp:txBody>
      <dsp:txXfrm>
        <a:off x="6445622" y="1885421"/>
        <a:ext cx="858242" cy="429121"/>
      </dsp:txXfrm>
    </dsp:sp>
    <dsp:sp modelId="{AB9215D7-CA1A-46F0-AC54-2AA5E2450D19}">
      <dsp:nvSpPr>
        <dsp:cNvPr id="0" name=""/>
        <dsp:cNvSpPr/>
      </dsp:nvSpPr>
      <dsp:spPr>
        <a:xfrm>
          <a:off x="7269534" y="666717"/>
          <a:ext cx="858242" cy="429121"/>
        </a:xfrm>
        <a:prstGeom prst="rect">
          <a:avLst/>
        </a:prstGeom>
        <a:solidFill>
          <a:srgbClr val="000066">
            <a:lumMod val="75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other</a:t>
          </a:r>
          <a:br>
            <a:rPr lang="de-DE" sz="11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</a:br>
          <a:r>
            <a:rPr lang="de-DE" sz="11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Minerals2</a:t>
          </a:r>
        </a:p>
      </dsp:txBody>
      <dsp:txXfrm>
        <a:off x="7269534" y="666717"/>
        <a:ext cx="858242" cy="42912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88AE1F-57BA-4EA7-8A2E-933877BB7C00}">
      <dsp:nvSpPr>
        <dsp:cNvPr id="0" name=""/>
        <dsp:cNvSpPr/>
      </dsp:nvSpPr>
      <dsp:spPr>
        <a:xfrm>
          <a:off x="5788694" y="1619700"/>
          <a:ext cx="200545" cy="6150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5007"/>
              </a:lnTo>
              <a:lnTo>
                <a:pt x="200545" y="6150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AB90A2-4D79-47A2-81D7-7C02DDD67ADB}">
      <dsp:nvSpPr>
        <dsp:cNvPr id="0" name=""/>
        <dsp:cNvSpPr/>
      </dsp:nvSpPr>
      <dsp:spPr>
        <a:xfrm>
          <a:off x="3896878" y="670450"/>
          <a:ext cx="2426605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2426605" y="140382"/>
              </a:lnTo>
              <a:lnTo>
                <a:pt x="2426605" y="28076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A0D6D9-22E7-4B5F-9B12-E23E3D060776}">
      <dsp:nvSpPr>
        <dsp:cNvPr id="0" name=""/>
        <dsp:cNvSpPr/>
      </dsp:nvSpPr>
      <dsp:spPr>
        <a:xfrm>
          <a:off x="4170957" y="1619700"/>
          <a:ext cx="200545" cy="15642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64258"/>
              </a:lnTo>
              <a:lnTo>
                <a:pt x="200545" y="156425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313186-2F8A-43BB-B938-087DC1F8C763}">
      <dsp:nvSpPr>
        <dsp:cNvPr id="0" name=""/>
        <dsp:cNvSpPr/>
      </dsp:nvSpPr>
      <dsp:spPr>
        <a:xfrm>
          <a:off x="4170957" y="1619700"/>
          <a:ext cx="200545" cy="6150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5007"/>
              </a:lnTo>
              <a:lnTo>
                <a:pt x="200545" y="6150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871255-161E-4927-B8CB-BB8DFAFE0943}">
      <dsp:nvSpPr>
        <dsp:cNvPr id="0" name=""/>
        <dsp:cNvSpPr/>
      </dsp:nvSpPr>
      <dsp:spPr>
        <a:xfrm>
          <a:off x="3896878" y="670450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82"/>
              </a:lnTo>
              <a:lnTo>
                <a:pt x="808868" y="140382"/>
              </a:lnTo>
              <a:lnTo>
                <a:pt x="808868" y="28076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E94D7F-75C1-4F4E-BE1C-2C213CC6651E}">
      <dsp:nvSpPr>
        <dsp:cNvPr id="0" name=""/>
        <dsp:cNvSpPr/>
      </dsp:nvSpPr>
      <dsp:spPr>
        <a:xfrm>
          <a:off x="2553220" y="1619700"/>
          <a:ext cx="200545" cy="15642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64258"/>
              </a:lnTo>
              <a:lnTo>
                <a:pt x="200545" y="156425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C741DD-434F-4649-AE2B-60AD0102D655}">
      <dsp:nvSpPr>
        <dsp:cNvPr id="0" name=""/>
        <dsp:cNvSpPr/>
      </dsp:nvSpPr>
      <dsp:spPr>
        <a:xfrm>
          <a:off x="2553220" y="1619700"/>
          <a:ext cx="200545" cy="6150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5007"/>
              </a:lnTo>
              <a:lnTo>
                <a:pt x="200545" y="6150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3777B0-8920-4432-8FD8-B1CC3CBB7094}">
      <dsp:nvSpPr>
        <dsp:cNvPr id="0" name=""/>
        <dsp:cNvSpPr/>
      </dsp:nvSpPr>
      <dsp:spPr>
        <a:xfrm>
          <a:off x="3088009" y="670450"/>
          <a:ext cx="808868" cy="280764"/>
        </a:xfrm>
        <a:custGeom>
          <a:avLst/>
          <a:gdLst/>
          <a:ahLst/>
          <a:cxnLst/>
          <a:rect l="0" t="0" r="0" b="0"/>
          <a:pathLst>
            <a:path>
              <a:moveTo>
                <a:pt x="808868" y="0"/>
              </a:moveTo>
              <a:lnTo>
                <a:pt x="808868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98644A-BC15-4A26-8432-94BE736898F9}">
      <dsp:nvSpPr>
        <dsp:cNvPr id="0" name=""/>
        <dsp:cNvSpPr/>
      </dsp:nvSpPr>
      <dsp:spPr>
        <a:xfrm>
          <a:off x="935483" y="1619700"/>
          <a:ext cx="200545" cy="34627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62759"/>
              </a:lnTo>
              <a:lnTo>
                <a:pt x="200545" y="346275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200FA7-1260-4426-9939-3F9EAFEC80DC}">
      <dsp:nvSpPr>
        <dsp:cNvPr id="0" name=""/>
        <dsp:cNvSpPr/>
      </dsp:nvSpPr>
      <dsp:spPr>
        <a:xfrm>
          <a:off x="935483" y="1619700"/>
          <a:ext cx="200545" cy="25135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13508"/>
              </a:lnTo>
              <a:lnTo>
                <a:pt x="200545" y="251350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A7DC7E-63E0-4F88-B136-932A001A59A7}">
      <dsp:nvSpPr>
        <dsp:cNvPr id="0" name=""/>
        <dsp:cNvSpPr/>
      </dsp:nvSpPr>
      <dsp:spPr>
        <a:xfrm>
          <a:off x="935483" y="1619700"/>
          <a:ext cx="200545" cy="15642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64258"/>
              </a:lnTo>
              <a:lnTo>
                <a:pt x="200545" y="156425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BFE5B9-87FC-49E1-9C93-9C5DC79418C7}">
      <dsp:nvSpPr>
        <dsp:cNvPr id="0" name=""/>
        <dsp:cNvSpPr/>
      </dsp:nvSpPr>
      <dsp:spPr>
        <a:xfrm>
          <a:off x="935483" y="1619700"/>
          <a:ext cx="200545" cy="6150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5007"/>
              </a:lnTo>
              <a:lnTo>
                <a:pt x="200545" y="6150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A46F2B-7CB1-4132-A64B-66B9527147F4}">
      <dsp:nvSpPr>
        <dsp:cNvPr id="0" name=""/>
        <dsp:cNvSpPr/>
      </dsp:nvSpPr>
      <dsp:spPr>
        <a:xfrm>
          <a:off x="1470273" y="670450"/>
          <a:ext cx="2426605" cy="280764"/>
        </a:xfrm>
        <a:custGeom>
          <a:avLst/>
          <a:gdLst/>
          <a:ahLst/>
          <a:cxnLst/>
          <a:rect l="0" t="0" r="0" b="0"/>
          <a:pathLst>
            <a:path>
              <a:moveTo>
                <a:pt x="2426605" y="0"/>
              </a:moveTo>
              <a:lnTo>
                <a:pt x="2426605" y="140382"/>
              </a:lnTo>
              <a:lnTo>
                <a:pt x="0" y="140382"/>
              </a:lnTo>
              <a:lnTo>
                <a:pt x="0" y="28076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4823DD-EBC6-413B-8B36-1313AAD769CA}">
      <dsp:nvSpPr>
        <dsp:cNvPr id="0" name=""/>
        <dsp:cNvSpPr/>
      </dsp:nvSpPr>
      <dsp:spPr>
        <a:xfrm>
          <a:off x="3228392" y="1963"/>
          <a:ext cx="1336972" cy="6684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>
              <a:solidFill>
                <a:srgbClr val="FF0000"/>
              </a:solidFill>
            </a:rPr>
            <a:t>UndefinedAnd</a:t>
          </a:r>
          <a:br>
            <a:rPr lang="de-DE" sz="1100" kern="1200" dirty="0">
              <a:solidFill>
                <a:srgbClr val="FF0000"/>
              </a:solidFill>
            </a:rPr>
          </a:br>
          <a:r>
            <a:rPr lang="de-DE" sz="1100" kern="1200" dirty="0">
              <a:solidFill>
                <a:srgbClr val="FF0000"/>
              </a:solidFill>
            </a:rPr>
            <a:t>MixedMaterials1</a:t>
          </a:r>
        </a:p>
      </dsp:txBody>
      <dsp:txXfrm>
        <a:off x="3228392" y="1963"/>
        <a:ext cx="1336972" cy="668486"/>
      </dsp:txXfrm>
    </dsp:sp>
    <dsp:sp modelId="{B0D49812-71F6-4AAB-B2ED-5CE749A383D8}">
      <dsp:nvSpPr>
        <dsp:cNvPr id="0" name=""/>
        <dsp:cNvSpPr/>
      </dsp:nvSpPr>
      <dsp:spPr>
        <a:xfrm>
          <a:off x="801786" y="951214"/>
          <a:ext cx="1336972" cy="668486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composites</a:t>
          </a:r>
          <a:endParaRPr lang="de-DE" sz="1100" kern="1200"/>
        </a:p>
      </dsp:txBody>
      <dsp:txXfrm>
        <a:off x="801786" y="951214"/>
        <a:ext cx="1336972" cy="668486"/>
      </dsp:txXfrm>
    </dsp:sp>
    <dsp:sp modelId="{BDA674D8-FED5-4CE1-92EE-B047DCE1A506}">
      <dsp:nvSpPr>
        <dsp:cNvPr id="0" name=""/>
        <dsp:cNvSpPr/>
      </dsp:nvSpPr>
      <dsp:spPr>
        <a:xfrm>
          <a:off x="1136029" y="1900465"/>
          <a:ext cx="1336972" cy="668486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metalComposites</a:t>
          </a:r>
          <a:endParaRPr lang="de-DE" sz="1100" kern="1200"/>
        </a:p>
      </dsp:txBody>
      <dsp:txXfrm>
        <a:off x="1136029" y="1900465"/>
        <a:ext cx="1336972" cy="668486"/>
      </dsp:txXfrm>
    </dsp:sp>
    <dsp:sp modelId="{5401AFE3-BEF4-417E-B954-112B741708B5}">
      <dsp:nvSpPr>
        <dsp:cNvPr id="0" name=""/>
        <dsp:cNvSpPr/>
      </dsp:nvSpPr>
      <dsp:spPr>
        <a:xfrm>
          <a:off x="1136029" y="2849715"/>
          <a:ext cx="1336972" cy="668486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plasticComposites</a:t>
          </a:r>
          <a:endParaRPr lang="de-DE" sz="1100" kern="1200"/>
        </a:p>
      </dsp:txBody>
      <dsp:txXfrm>
        <a:off x="1136029" y="2849715"/>
        <a:ext cx="1336972" cy="668486"/>
      </dsp:txXfrm>
    </dsp:sp>
    <dsp:sp modelId="{688BFACF-4EA9-4FA4-BC1C-2C2E85B2FFF4}">
      <dsp:nvSpPr>
        <dsp:cNvPr id="0" name=""/>
        <dsp:cNvSpPr/>
      </dsp:nvSpPr>
      <dsp:spPr>
        <a:xfrm>
          <a:off x="1136029" y="3798966"/>
          <a:ext cx="1336972" cy="668486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ceramicComposites</a:t>
          </a:r>
          <a:endParaRPr lang="de-DE" sz="1100" kern="1200"/>
        </a:p>
      </dsp:txBody>
      <dsp:txXfrm>
        <a:off x="1136029" y="3798966"/>
        <a:ext cx="1336972" cy="668486"/>
      </dsp:txXfrm>
    </dsp:sp>
    <dsp:sp modelId="{204A3197-216B-4AC0-BC32-02365ABD0454}">
      <dsp:nvSpPr>
        <dsp:cNvPr id="0" name=""/>
        <dsp:cNvSpPr/>
      </dsp:nvSpPr>
      <dsp:spPr>
        <a:xfrm>
          <a:off x="1136029" y="4748216"/>
          <a:ext cx="1336972" cy="668486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otherComposites</a:t>
          </a:r>
          <a:endParaRPr lang="de-DE" sz="1100" kern="1200"/>
        </a:p>
      </dsp:txBody>
      <dsp:txXfrm>
        <a:off x="1136029" y="4748216"/>
        <a:ext cx="1336972" cy="668486"/>
      </dsp:txXfrm>
    </dsp:sp>
    <dsp:sp modelId="{E341E177-2014-4807-B9CE-C39E21B9A2B0}">
      <dsp:nvSpPr>
        <dsp:cNvPr id="0" name=""/>
        <dsp:cNvSpPr/>
      </dsp:nvSpPr>
      <dsp:spPr>
        <a:xfrm>
          <a:off x="2419523" y="951214"/>
          <a:ext cx="1336972" cy="668486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reinforced</a:t>
          </a:r>
          <a:br>
            <a:rPr lang="de-DE" sz="1100" kern="1200"/>
          </a:br>
          <a:r>
            <a:rPr lang="de-DE" sz="1100" kern="1200"/>
            <a:t>Materials</a:t>
          </a:r>
        </a:p>
      </dsp:txBody>
      <dsp:txXfrm>
        <a:off x="2419523" y="951214"/>
        <a:ext cx="1336972" cy="668486"/>
      </dsp:txXfrm>
    </dsp:sp>
    <dsp:sp modelId="{4A0F2D85-7F54-4945-815C-A9BC02D7791F}">
      <dsp:nvSpPr>
        <dsp:cNvPr id="0" name=""/>
        <dsp:cNvSpPr/>
      </dsp:nvSpPr>
      <dsp:spPr>
        <a:xfrm>
          <a:off x="2753766" y="1900465"/>
          <a:ext cx="1336972" cy="668486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reinforcedConcrete</a:t>
          </a:r>
          <a:endParaRPr lang="de-DE" sz="1100" kern="1200"/>
        </a:p>
      </dsp:txBody>
      <dsp:txXfrm>
        <a:off x="2753766" y="1900465"/>
        <a:ext cx="1336972" cy="668486"/>
      </dsp:txXfrm>
    </dsp:sp>
    <dsp:sp modelId="{F7FBAB0D-AC25-40DC-B255-E061774C1FA2}">
      <dsp:nvSpPr>
        <dsp:cNvPr id="0" name=""/>
        <dsp:cNvSpPr/>
      </dsp:nvSpPr>
      <dsp:spPr>
        <a:xfrm>
          <a:off x="2753766" y="2849715"/>
          <a:ext cx="1336972" cy="668486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reinforcedPlastics</a:t>
          </a:r>
          <a:endParaRPr lang="de-DE" sz="1100" kern="1200"/>
        </a:p>
      </dsp:txBody>
      <dsp:txXfrm>
        <a:off x="2753766" y="2849715"/>
        <a:ext cx="1336972" cy="668486"/>
      </dsp:txXfrm>
    </dsp:sp>
    <dsp:sp modelId="{C41841F5-6499-44A9-A9D3-7A31FFC8D3D6}">
      <dsp:nvSpPr>
        <dsp:cNvPr id="0" name=""/>
        <dsp:cNvSpPr/>
      </dsp:nvSpPr>
      <dsp:spPr>
        <a:xfrm>
          <a:off x="4037260" y="951214"/>
          <a:ext cx="1336972" cy="668486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aggregateBinder</a:t>
          </a:r>
          <a:br>
            <a:rPr lang="de-DE" sz="1100" kern="1200"/>
          </a:br>
          <a:r>
            <a:rPr lang="de-DE" sz="1100" kern="1200" err="1"/>
            <a:t>MixedMaterials</a:t>
          </a:r>
          <a:endParaRPr lang="de-DE" sz="1100" kern="1200"/>
        </a:p>
      </dsp:txBody>
      <dsp:txXfrm>
        <a:off x="4037260" y="951214"/>
        <a:ext cx="1336972" cy="668486"/>
      </dsp:txXfrm>
    </dsp:sp>
    <dsp:sp modelId="{36666BE5-B38A-4801-A4E6-8A313EDB69D3}">
      <dsp:nvSpPr>
        <dsp:cNvPr id="0" name=""/>
        <dsp:cNvSpPr/>
      </dsp:nvSpPr>
      <dsp:spPr>
        <a:xfrm>
          <a:off x="4371503" y="1900465"/>
          <a:ext cx="1336972" cy="668486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concrete</a:t>
          </a:r>
          <a:endParaRPr lang="de-DE" sz="1100" kern="1200"/>
        </a:p>
      </dsp:txBody>
      <dsp:txXfrm>
        <a:off x="4371503" y="1900465"/>
        <a:ext cx="1336972" cy="668486"/>
      </dsp:txXfrm>
    </dsp:sp>
    <dsp:sp modelId="{57A51EEE-87EE-4E7C-BA11-453F27B24744}">
      <dsp:nvSpPr>
        <dsp:cNvPr id="0" name=""/>
        <dsp:cNvSpPr/>
      </dsp:nvSpPr>
      <dsp:spPr>
        <a:xfrm>
          <a:off x="4371503" y="2849715"/>
          <a:ext cx="1336972" cy="668486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err="1"/>
            <a:t>asphalt</a:t>
          </a:r>
          <a:endParaRPr lang="de-DE" sz="1100" kern="1200"/>
        </a:p>
      </dsp:txBody>
      <dsp:txXfrm>
        <a:off x="4371503" y="2849715"/>
        <a:ext cx="1336972" cy="668486"/>
      </dsp:txXfrm>
    </dsp:sp>
    <dsp:sp modelId="{235799A5-237E-4C8C-B5CE-5CEA0D5CAE3E}">
      <dsp:nvSpPr>
        <dsp:cNvPr id="0" name=""/>
        <dsp:cNvSpPr/>
      </dsp:nvSpPr>
      <dsp:spPr>
        <a:xfrm>
          <a:off x="5654997" y="951214"/>
          <a:ext cx="1336972" cy="668486"/>
        </a:xfrm>
        <a:prstGeom prst="rect">
          <a:avLst/>
        </a:prstGeom>
        <a:solidFill>
          <a:srgbClr val="000066">
            <a:lumMod val="75000"/>
          </a:srgbClr>
        </a:solid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otherOrUndefined</a:t>
          </a:r>
          <a:br>
            <a:rPr lang="de-DE" sz="11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</a:br>
          <a:r>
            <a:rPr lang="de-DE" sz="11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Materials2</a:t>
          </a:r>
        </a:p>
      </dsp:txBody>
      <dsp:txXfrm>
        <a:off x="5654997" y="951214"/>
        <a:ext cx="1336972" cy="668486"/>
      </dsp:txXfrm>
    </dsp:sp>
    <dsp:sp modelId="{FE93A58D-CB67-496C-8B2E-F6FDB5B164A2}">
      <dsp:nvSpPr>
        <dsp:cNvPr id="0" name=""/>
        <dsp:cNvSpPr/>
      </dsp:nvSpPr>
      <dsp:spPr>
        <a:xfrm>
          <a:off x="5989240" y="1900465"/>
          <a:ext cx="1336972" cy="668486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 dirty="0" err="1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otherOrUndefined</a:t>
          </a:r>
          <a:br>
            <a:rPr lang="de-DE" sz="11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</a:br>
          <a:r>
            <a:rPr lang="de-DE" sz="1100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rPr>
            <a:t>Materials3</a:t>
          </a:r>
          <a:endParaRPr lang="de-DE" sz="1100" kern="1200" dirty="0">
            <a:solidFill>
              <a:srgbClr val="FF0000"/>
            </a:solidFill>
          </a:endParaRPr>
        </a:p>
      </dsp:txBody>
      <dsp:txXfrm>
        <a:off x="5989240" y="1900465"/>
        <a:ext cx="1336972" cy="6684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4">
            <a:extLst>
              <a:ext uri="{FF2B5EF4-FFF2-40B4-BE49-F238E27FC236}">
                <a16:creationId xmlns:a16="http://schemas.microsoft.com/office/drawing/2014/main" id="{A6A2DC38-4890-1C82-31EE-FC1AA59BD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0800" y="-57150"/>
            <a:ext cx="12287250" cy="5294532"/>
          </a:xfrm>
          <a:prstGeom prst="rect">
            <a:avLst/>
          </a:prstGeom>
        </p:spPr>
      </p:pic>
      <p:sp>
        <p:nvSpPr>
          <p:cNvPr id="5" name="Rectangle 8">
            <a:extLst>
              <a:ext uri="{FF2B5EF4-FFF2-40B4-BE49-F238E27FC236}">
                <a16:creationId xmlns:a16="http://schemas.microsoft.com/office/drawing/2014/main" id="{3832FE4B-4789-E281-F046-311CA7592BE3}"/>
              </a:ext>
            </a:extLst>
          </p:cNvPr>
          <p:cNvSpPr/>
          <p:nvPr userDrawn="1"/>
        </p:nvSpPr>
        <p:spPr>
          <a:xfrm>
            <a:off x="1573" y="5175435"/>
            <a:ext cx="12190427" cy="1682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2AC3C336-D806-0D72-D24A-9B167AB6EF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41566" y="1830951"/>
            <a:ext cx="3567644" cy="1974304"/>
          </a:xfrm>
          <a:prstGeom prst="rect">
            <a:avLst/>
          </a:prstGeom>
        </p:spPr>
      </p:pic>
      <p:pic>
        <p:nvPicPr>
          <p:cNvPr id="8" name="Image 12" descr="Une image contenant texte&#10;&#10;Description générée automatiquement">
            <a:extLst>
              <a:ext uri="{FF2B5EF4-FFF2-40B4-BE49-F238E27FC236}">
                <a16:creationId xmlns:a16="http://schemas.microsoft.com/office/drawing/2014/main" id="{6556A750-E6CD-2198-B0E1-A24B94B6F5E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38" y="5598835"/>
            <a:ext cx="4165600" cy="762000"/>
          </a:xfrm>
          <a:prstGeom prst="rect">
            <a:avLst/>
          </a:prstGeom>
        </p:spPr>
      </p:pic>
      <p:pic>
        <p:nvPicPr>
          <p:cNvPr id="9" name="Picture 1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5E5DB024-A821-3A42-8E41-8FAA6768153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03" y="5627053"/>
            <a:ext cx="3363108" cy="705564"/>
          </a:xfrm>
          <a:prstGeom prst="rect">
            <a:avLst/>
          </a:prstGeom>
        </p:spPr>
      </p:pic>
      <p:sp>
        <p:nvSpPr>
          <p:cNvPr id="12" name="Bildplatzhalter 22"/>
          <p:cNvSpPr>
            <a:spLocks noGrp="1"/>
          </p:cNvSpPr>
          <p:nvPr>
            <p:ph type="pic" sz="quarter" idx="17" hasCustomPrompt="1"/>
          </p:nvPr>
        </p:nvSpPr>
        <p:spPr>
          <a:xfrm>
            <a:off x="8724900" y="5535335"/>
            <a:ext cx="2900363" cy="88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 err="1"/>
              <a:t>Your</a:t>
            </a:r>
            <a:r>
              <a:rPr lang="de-CH"/>
              <a:t> Logo </a:t>
            </a:r>
            <a:r>
              <a:rPr lang="de-CH" err="1"/>
              <a:t>Here</a:t>
            </a:r>
            <a:endParaRPr lang="de-CH"/>
          </a:p>
        </p:txBody>
      </p:sp>
      <p:sp>
        <p:nvSpPr>
          <p:cNvPr id="3" name="Inhaltsplatzhalter 2"/>
          <p:cNvSpPr>
            <a:spLocks noGrp="1"/>
          </p:cNvSpPr>
          <p:nvPr>
            <p:ph sz="quarter" idx="20" hasCustomPrompt="1"/>
          </p:nvPr>
        </p:nvSpPr>
        <p:spPr>
          <a:xfrm>
            <a:off x="5657849" y="3827466"/>
            <a:ext cx="5984021" cy="44392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CH"/>
              <a:t>Date 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sz="quarter" idx="21" hasCustomPrompt="1"/>
          </p:nvPr>
        </p:nvSpPr>
        <p:spPr>
          <a:xfrm>
            <a:off x="5657849" y="4293599"/>
            <a:ext cx="5984021" cy="443922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CH"/>
              <a:t>Name (s)</a:t>
            </a:r>
          </a:p>
        </p:txBody>
      </p:sp>
      <p:sp>
        <p:nvSpPr>
          <p:cNvPr id="14" name="Inhaltsplatzhalter 2"/>
          <p:cNvSpPr>
            <a:spLocks noGrp="1"/>
          </p:cNvSpPr>
          <p:nvPr>
            <p:ph sz="quarter" idx="22" hasCustomPrompt="1"/>
          </p:nvPr>
        </p:nvSpPr>
        <p:spPr>
          <a:xfrm>
            <a:off x="5657849" y="4759731"/>
            <a:ext cx="5984021" cy="443922"/>
          </a:xfrm>
        </p:spPr>
        <p:txBody>
          <a:bodyPr>
            <a:noAutofit/>
          </a:bodyPr>
          <a:lstStyle>
            <a:lvl1pPr marL="0" indent="0">
              <a:buNone/>
              <a:defRPr sz="20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CH"/>
              <a:t>Organisation (s)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23" hasCustomPrompt="1"/>
          </p:nvPr>
        </p:nvSpPr>
        <p:spPr>
          <a:xfrm>
            <a:off x="5657848" y="880378"/>
            <a:ext cx="5984021" cy="2947088"/>
          </a:xfrm>
        </p:spPr>
        <p:txBody>
          <a:bodyPr anchor="ctr">
            <a:normAutofit/>
          </a:bodyPr>
          <a:lstStyle>
            <a:lvl1pPr marL="0" indent="0">
              <a:buNone/>
              <a:defRPr lang="en-US" sz="5000" b="1" kern="1200" baseline="0" noProof="0" dirty="0" smtClean="0">
                <a:solidFill>
                  <a:schemeClr val="bg1"/>
                </a:solidFill>
                <a:latin typeface="Cabin SemiBold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Title of presentation </a:t>
            </a:r>
          </a:p>
        </p:txBody>
      </p:sp>
    </p:spTree>
    <p:extLst>
      <p:ext uri="{BB962C8B-B14F-4D97-AF65-F5344CB8AC3E}">
        <p14:creationId xmlns:p14="http://schemas.microsoft.com/office/powerpoint/2010/main" val="474894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F36B2653-4310-6EF1-D635-C2E94B275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44450"/>
            <a:ext cx="5611737" cy="695959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C689A170-4EC5-98B5-9FAB-05981D638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495698"/>
            <a:ext cx="5440322" cy="460376"/>
          </a:xfrm>
        </p:spPr>
        <p:txBody>
          <a:bodyPr lIns="0" tIns="0" rIns="0" bIns="0">
            <a:noAutofit/>
          </a:bodyPr>
          <a:lstStyle/>
          <a:p>
            <a:r>
              <a:rPr lang="en-US" sz="4000" b="1">
                <a:latin typeface="Cabin" pitchFamily="2" charset="77"/>
                <a:cs typeface="Calibri Light"/>
              </a:rPr>
              <a:t>Contents</a:t>
            </a:r>
            <a:endParaRPr lang="en-US" sz="4000" b="1">
              <a:latin typeface="Cabin" pitchFamily="2" charset="77"/>
              <a:cs typeface="Arial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1B8083D1-673F-A787-5277-FF87EA4F3A0E}"/>
              </a:ext>
            </a:extLst>
          </p:cNvPr>
          <p:cNvSpPr txBox="1">
            <a:spLocks/>
          </p:cNvSpPr>
          <p:nvPr userDrawn="1"/>
        </p:nvSpPr>
        <p:spPr>
          <a:xfrm>
            <a:off x="4520912" y="3584343"/>
            <a:ext cx="644374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3000" b="1">
                <a:solidFill>
                  <a:srgbClr val="FFFFFF"/>
                </a:solidFill>
                <a:latin typeface="Cabin" pitchFamily="2" charset="77"/>
                <a:cs typeface="Calibri"/>
              </a:rPr>
              <a:t>02.</a:t>
            </a:r>
            <a:endParaRPr lang="en-US" sz="3000" b="1">
              <a:solidFill>
                <a:srgbClr val="FFFFFF"/>
              </a:solidFill>
              <a:latin typeface="Cabin" pitchFamily="2" charset="77"/>
              <a:cs typeface="Arial"/>
            </a:endParaRP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56927159-CDE9-DDE9-4515-3768F9F4C187}"/>
              </a:ext>
            </a:extLst>
          </p:cNvPr>
          <p:cNvSpPr txBox="1">
            <a:spLocks/>
          </p:cNvSpPr>
          <p:nvPr userDrawn="1"/>
        </p:nvSpPr>
        <p:spPr>
          <a:xfrm>
            <a:off x="4483099" y="4610700"/>
            <a:ext cx="644374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3000" b="1" spc="-150">
                <a:solidFill>
                  <a:srgbClr val="FFFFFF"/>
                </a:solidFill>
                <a:latin typeface="Cabin" pitchFamily="2" charset="77"/>
                <a:cs typeface="Calibri"/>
              </a:rPr>
              <a:t>03.</a:t>
            </a:r>
            <a:endParaRPr lang="en-US" sz="3000" b="1" spc="-150">
              <a:solidFill>
                <a:srgbClr val="FFFFFF"/>
              </a:solidFill>
              <a:latin typeface="Cabin" pitchFamily="2" charset="77"/>
              <a:cs typeface="Arial"/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80604ED2-48F5-7827-8931-A18B6EB5BB00}"/>
              </a:ext>
            </a:extLst>
          </p:cNvPr>
          <p:cNvSpPr txBox="1">
            <a:spLocks/>
          </p:cNvSpPr>
          <p:nvPr userDrawn="1"/>
        </p:nvSpPr>
        <p:spPr>
          <a:xfrm>
            <a:off x="4445286" y="5665679"/>
            <a:ext cx="720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3000" b="1">
                <a:solidFill>
                  <a:srgbClr val="FFFFFF"/>
                </a:solidFill>
                <a:latin typeface="Cabin" pitchFamily="2" charset="77"/>
                <a:cs typeface="Calibri"/>
              </a:rPr>
              <a:t>04.</a:t>
            </a:r>
            <a:endParaRPr lang="en-US" sz="3000" b="1">
              <a:solidFill>
                <a:srgbClr val="FFFFFF"/>
              </a:solidFill>
              <a:latin typeface="Cabin" pitchFamily="2" charset="77"/>
              <a:cs typeface="Arial"/>
            </a:endParaRPr>
          </a:p>
        </p:txBody>
      </p:sp>
      <p:cxnSp>
        <p:nvCxnSpPr>
          <p:cNvPr id="30" name="Straight Arrow Connector 19">
            <a:extLst>
              <a:ext uri="{FF2B5EF4-FFF2-40B4-BE49-F238E27FC236}">
                <a16:creationId xmlns:a16="http://schemas.microsoft.com/office/drawing/2014/main" id="{D5BB67DB-7C34-9D68-CD11-93847E908EDB}"/>
              </a:ext>
            </a:extLst>
          </p:cNvPr>
          <p:cNvCxnSpPr/>
          <p:nvPr userDrawn="1"/>
        </p:nvCxnSpPr>
        <p:spPr>
          <a:xfrm flipV="1">
            <a:off x="6099969" y="2143047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1B8083D1-673F-A787-5277-FF87EA4F3A0E}"/>
              </a:ext>
            </a:extLst>
          </p:cNvPr>
          <p:cNvSpPr txBox="1">
            <a:spLocks/>
          </p:cNvSpPr>
          <p:nvPr userDrawn="1"/>
        </p:nvSpPr>
        <p:spPr>
          <a:xfrm>
            <a:off x="4520912" y="2543675"/>
            <a:ext cx="644374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3000" b="1">
                <a:solidFill>
                  <a:srgbClr val="FFFFFF"/>
                </a:solidFill>
                <a:latin typeface="Cabin" pitchFamily="2" charset="77"/>
                <a:cs typeface="Calibri"/>
              </a:rPr>
              <a:t>01.</a:t>
            </a:r>
            <a:endParaRPr lang="en-US" sz="3000" b="1">
              <a:solidFill>
                <a:srgbClr val="FFFFFF"/>
              </a:solidFill>
              <a:latin typeface="Cabin" pitchFamily="2" charset="77"/>
              <a:cs typeface="Arial"/>
            </a:endParaRPr>
          </a:p>
        </p:txBody>
      </p:sp>
      <p:sp>
        <p:nvSpPr>
          <p:cNvPr id="39" name="Textplatzhalter 38"/>
          <p:cNvSpPr>
            <a:spLocks noGrp="1"/>
          </p:cNvSpPr>
          <p:nvPr>
            <p:ph type="body" sz="quarter" idx="10"/>
          </p:nvPr>
        </p:nvSpPr>
        <p:spPr>
          <a:xfrm>
            <a:off x="6096000" y="2971063"/>
            <a:ext cx="3973221" cy="373634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5pPr>
          </a:lstStyle>
          <a:p>
            <a:pPr lvl="0"/>
            <a:r>
              <a:rPr lang="de-DE"/>
              <a:t>Formatvorlagen des Textmasters</a:t>
            </a:r>
          </a:p>
        </p:txBody>
      </p:sp>
      <p:sp>
        <p:nvSpPr>
          <p:cNvPr id="57" name="Textplatzhalter 56"/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2544600"/>
            <a:ext cx="5440321" cy="426463"/>
          </a:xfrm>
        </p:spPr>
        <p:txBody>
          <a:bodyPr>
            <a:noAutofit/>
          </a:bodyPr>
          <a:lstStyle>
            <a:lvl1pPr marL="0" indent="0">
              <a:buNone/>
              <a:defRPr sz="3000" b="1"/>
            </a:lvl1pPr>
          </a:lstStyle>
          <a:p>
            <a:pPr lvl="0"/>
            <a:r>
              <a:rPr lang="de-DE"/>
              <a:t>Title </a:t>
            </a:r>
          </a:p>
        </p:txBody>
      </p:sp>
      <p:sp>
        <p:nvSpPr>
          <p:cNvPr id="61" name="Textplatzhalter 38"/>
          <p:cNvSpPr>
            <a:spLocks noGrp="1"/>
          </p:cNvSpPr>
          <p:nvPr>
            <p:ph type="body" sz="quarter" idx="18"/>
          </p:nvPr>
        </p:nvSpPr>
        <p:spPr>
          <a:xfrm>
            <a:off x="6096000" y="4010806"/>
            <a:ext cx="3973221" cy="373634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5pPr>
          </a:lstStyle>
          <a:p>
            <a:pPr lvl="0"/>
            <a:r>
              <a:rPr lang="de-DE"/>
              <a:t>Formatvorlagen des Textmasters</a:t>
            </a:r>
          </a:p>
        </p:txBody>
      </p:sp>
      <p:sp>
        <p:nvSpPr>
          <p:cNvPr id="62" name="Textplatzhalter 56"/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3584343"/>
            <a:ext cx="5440321" cy="426463"/>
          </a:xfrm>
        </p:spPr>
        <p:txBody>
          <a:bodyPr>
            <a:noAutofit/>
          </a:bodyPr>
          <a:lstStyle>
            <a:lvl1pPr marL="0" indent="0">
              <a:buNone/>
              <a:defRPr sz="3000" b="1"/>
            </a:lvl1pPr>
          </a:lstStyle>
          <a:p>
            <a:pPr lvl="0"/>
            <a:r>
              <a:rPr lang="de-DE"/>
              <a:t>Title </a:t>
            </a:r>
          </a:p>
        </p:txBody>
      </p:sp>
      <p:sp>
        <p:nvSpPr>
          <p:cNvPr id="63" name="Textplatzhalter 38"/>
          <p:cNvSpPr>
            <a:spLocks noGrp="1"/>
          </p:cNvSpPr>
          <p:nvPr>
            <p:ph type="body" sz="quarter" idx="20"/>
          </p:nvPr>
        </p:nvSpPr>
        <p:spPr>
          <a:xfrm>
            <a:off x="6096000" y="5037163"/>
            <a:ext cx="3973221" cy="373634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5pPr>
          </a:lstStyle>
          <a:p>
            <a:pPr lvl="0"/>
            <a:r>
              <a:rPr lang="de-DE"/>
              <a:t>Formatvorlagen des Textmasters</a:t>
            </a:r>
          </a:p>
        </p:txBody>
      </p:sp>
      <p:sp>
        <p:nvSpPr>
          <p:cNvPr id="64" name="Textplatzhalter 56"/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4610700"/>
            <a:ext cx="5440321" cy="426463"/>
          </a:xfrm>
        </p:spPr>
        <p:txBody>
          <a:bodyPr>
            <a:noAutofit/>
          </a:bodyPr>
          <a:lstStyle>
            <a:lvl1pPr marL="0" indent="0">
              <a:buNone/>
              <a:defRPr sz="3000" b="1"/>
            </a:lvl1pPr>
          </a:lstStyle>
          <a:p>
            <a:pPr lvl="0"/>
            <a:r>
              <a:rPr lang="de-DE"/>
              <a:t>Title </a:t>
            </a:r>
          </a:p>
        </p:txBody>
      </p:sp>
      <p:sp>
        <p:nvSpPr>
          <p:cNvPr id="65" name="Textplatzhalter 38"/>
          <p:cNvSpPr>
            <a:spLocks noGrp="1"/>
          </p:cNvSpPr>
          <p:nvPr>
            <p:ph type="body" sz="quarter" idx="22"/>
          </p:nvPr>
        </p:nvSpPr>
        <p:spPr>
          <a:xfrm>
            <a:off x="6096000" y="6076906"/>
            <a:ext cx="3973221" cy="373634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n-ea"/>
                <a:cs typeface="Calibri"/>
              </a:defRPr>
            </a:lvl5pPr>
          </a:lstStyle>
          <a:p>
            <a:pPr lvl="0"/>
            <a:r>
              <a:rPr lang="de-DE"/>
              <a:t>Formatvorlagen des Textmasters</a:t>
            </a:r>
          </a:p>
        </p:txBody>
      </p:sp>
      <p:sp>
        <p:nvSpPr>
          <p:cNvPr id="66" name="Textplatzhalter 56"/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5650443"/>
            <a:ext cx="5440321" cy="426463"/>
          </a:xfrm>
        </p:spPr>
        <p:txBody>
          <a:bodyPr>
            <a:noAutofit/>
          </a:bodyPr>
          <a:lstStyle>
            <a:lvl1pPr marL="0" indent="0">
              <a:buNone/>
              <a:defRPr sz="3000" b="1"/>
            </a:lvl1pPr>
          </a:lstStyle>
          <a:p>
            <a:pPr lvl="0"/>
            <a:r>
              <a:rPr lang="de-DE"/>
              <a:t>Title </a:t>
            </a:r>
          </a:p>
        </p:txBody>
      </p:sp>
    </p:spTree>
    <p:extLst>
      <p:ext uri="{BB962C8B-B14F-4D97-AF65-F5344CB8AC3E}">
        <p14:creationId xmlns:p14="http://schemas.microsoft.com/office/powerpoint/2010/main" val="2022576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1">
            <a:extLst>
              <a:ext uri="{FF2B5EF4-FFF2-40B4-BE49-F238E27FC236}">
                <a16:creationId xmlns:a16="http://schemas.microsoft.com/office/drawing/2014/main" id="{F36B2653-4310-6EF1-D635-C2E94B275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-63503" y="-63500"/>
            <a:ext cx="5657065" cy="6972299"/>
          </a:xfrm>
          <a:prstGeom prst="rect">
            <a:avLst/>
          </a:prstGeom>
        </p:spPr>
      </p:pic>
      <p:cxnSp>
        <p:nvCxnSpPr>
          <p:cNvPr id="6" name="Straight Arrow Connector 19">
            <a:extLst>
              <a:ext uri="{FF2B5EF4-FFF2-40B4-BE49-F238E27FC236}">
                <a16:creationId xmlns:a16="http://schemas.microsoft.com/office/drawing/2014/main" id="{D5BB67DB-7C34-9D68-CD11-93847E908EDB}"/>
              </a:ext>
            </a:extLst>
          </p:cNvPr>
          <p:cNvCxnSpPr/>
          <p:nvPr userDrawn="1"/>
        </p:nvCxnSpPr>
        <p:spPr>
          <a:xfrm flipV="1">
            <a:off x="6096000" y="4255338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23">
            <a:extLst>
              <a:ext uri="{FF2B5EF4-FFF2-40B4-BE49-F238E27FC236}">
                <a16:creationId xmlns:a16="http://schemas.microsoft.com/office/drawing/2014/main" id="{0A3578C3-9FD6-C79B-748B-C836EF096D1A}"/>
              </a:ext>
            </a:extLst>
          </p:cNvPr>
          <p:cNvSpPr/>
          <p:nvPr userDrawn="1"/>
        </p:nvSpPr>
        <p:spPr>
          <a:xfrm>
            <a:off x="504611" y="496217"/>
            <a:ext cx="962713" cy="96271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>
                <a:latin typeface="Cabin" pitchFamily="2" charset="77"/>
                <a:cs typeface="Calibri"/>
              </a:rPr>
              <a:t>01.</a:t>
            </a:r>
            <a:endParaRPr lang="en-US" sz="4000" b="1">
              <a:latin typeface="Cabin" pitchFamily="2" charset="77"/>
            </a:endParaRP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019800" y="3524250"/>
            <a:ext cx="5682464" cy="491469"/>
          </a:xfrm>
        </p:spPr>
        <p:txBody>
          <a:bodyPr>
            <a:noAutofit/>
          </a:bodyPr>
          <a:lstStyle>
            <a:lvl1pPr marL="0" indent="0">
              <a:buNone/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4000" b="1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en-US" sz="4000" b="1">
                <a:latin typeface="Cabin" pitchFamily="2" charset="77"/>
                <a:cs typeface="Calibri Light"/>
              </a:rPr>
              <a:t>This is a chapter</a:t>
            </a:r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6019800" y="4526708"/>
            <a:ext cx="5759450" cy="1943942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2272183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1">
            <a:extLst>
              <a:ext uri="{FF2B5EF4-FFF2-40B4-BE49-F238E27FC236}">
                <a16:creationId xmlns:a16="http://schemas.microsoft.com/office/drawing/2014/main" id="{F36B2653-4310-6EF1-D635-C2E94B275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-12700" y="-4"/>
            <a:ext cx="4048018" cy="6858003"/>
          </a:xfrm>
          <a:prstGeom prst="rect">
            <a:avLst/>
          </a:prstGeom>
        </p:spPr>
      </p:pic>
      <p:sp>
        <p:nvSpPr>
          <p:cNvPr id="5" name="Rectangle 23">
            <a:extLst>
              <a:ext uri="{FF2B5EF4-FFF2-40B4-BE49-F238E27FC236}">
                <a16:creationId xmlns:a16="http://schemas.microsoft.com/office/drawing/2014/main" id="{0A3578C3-9FD6-C79B-748B-C836EF096D1A}"/>
              </a:ext>
            </a:extLst>
          </p:cNvPr>
          <p:cNvSpPr>
            <a:spLocks noChangeAspect="1"/>
          </p:cNvSpPr>
          <p:nvPr userDrawn="1"/>
        </p:nvSpPr>
        <p:spPr>
          <a:xfrm>
            <a:off x="4556821" y="2957004"/>
            <a:ext cx="612000" cy="612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  <a:latin typeface="Cabin" pitchFamily="2" charset="77"/>
                <a:cs typeface="Calibri"/>
              </a:rPr>
              <a:t>01.</a:t>
            </a:r>
            <a:endParaRPr lang="en-US" sz="2000" b="1">
              <a:solidFill>
                <a:schemeClr val="tx1"/>
              </a:solidFill>
              <a:latin typeface="Cabin" pitchFamily="2" charset="77"/>
              <a:cs typeface="Arial"/>
            </a:endParaRPr>
          </a:p>
        </p:txBody>
      </p:sp>
      <p:cxnSp>
        <p:nvCxnSpPr>
          <p:cNvPr id="6" name="Straight Arrow Connector 19">
            <a:extLst>
              <a:ext uri="{FF2B5EF4-FFF2-40B4-BE49-F238E27FC236}">
                <a16:creationId xmlns:a16="http://schemas.microsoft.com/office/drawing/2014/main" id="{D5BB67DB-7C34-9D68-CD11-93847E908EDB}"/>
              </a:ext>
            </a:extLst>
          </p:cNvPr>
          <p:cNvCxnSpPr/>
          <p:nvPr userDrawn="1"/>
        </p:nvCxnSpPr>
        <p:spPr>
          <a:xfrm flipV="1">
            <a:off x="4541642" y="4587446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432300" y="3863499"/>
            <a:ext cx="5682464" cy="491469"/>
          </a:xfrm>
        </p:spPr>
        <p:txBody>
          <a:bodyPr>
            <a:noAutofit/>
          </a:bodyPr>
          <a:lstStyle>
            <a:lvl1pPr marL="0" indent="0">
              <a:buNone/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4000" b="1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en-US" sz="4000" b="1">
                <a:latin typeface="Cabin" pitchFamily="2" charset="77"/>
                <a:cs typeface="Calibri Light"/>
              </a:rPr>
              <a:t>This is a sub chapter</a:t>
            </a:r>
            <a:endParaRPr lang="de-DE"/>
          </a:p>
        </p:txBody>
      </p:sp>
      <p:sp>
        <p:nvSpPr>
          <p:cNvPr id="10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432300" y="4941870"/>
            <a:ext cx="7010400" cy="1490680"/>
          </a:xfrm>
        </p:spPr>
        <p:txBody>
          <a:bodyPr>
            <a:noAutofit/>
          </a:bodyPr>
          <a:lstStyle>
            <a:lvl1pPr marL="0" indent="0">
              <a:buNone/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20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2000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1784944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39EB40-F674-4ACF-23E5-532798D1D29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7164" y="1613654"/>
            <a:ext cx="9830176" cy="4772922"/>
          </a:xfrm>
          <a:ln w="28575">
            <a:noFill/>
          </a:ln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20000"/>
              </a:lnSpc>
              <a:spcAft>
                <a:spcPts val="400"/>
              </a:spcAft>
              <a:defRPr sz="2400"/>
            </a:lvl1pPr>
            <a:lvl2pPr>
              <a:defRPr sz="20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‹Nr.›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34379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39EB40-F674-4ACF-23E5-532798D1D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164" y="1613654"/>
            <a:ext cx="9830176" cy="4772922"/>
          </a:xfrm>
          <a:ln w="28575">
            <a:noFill/>
          </a:ln>
        </p:spPr>
        <p:txBody>
          <a:bodyPr vert="horz" lIns="0" tIns="0" rIns="0" bIns="0" rtlCol="0" anchor="t">
            <a:noAutofit/>
          </a:bodyPr>
          <a:lstStyle>
            <a:lvl1pPr marL="457200" indent="-457200">
              <a:lnSpc>
                <a:spcPct val="120000"/>
              </a:lnSpc>
              <a:buFont typeface="+mj-lt"/>
              <a:buAutoNum type="arabicPeriod"/>
              <a:defRPr/>
            </a:lvl1pPr>
          </a:lstStyle>
          <a:p>
            <a:pPr>
              <a:lnSpc>
                <a:spcPct val="100000"/>
              </a:lnSpc>
              <a:spcAft>
                <a:spcPts val="400"/>
              </a:spcAft>
              <a:buClr>
                <a:srgbClr val="29CF91"/>
              </a:buClr>
            </a:pPr>
            <a:endParaRPr lang="en-US" sz="2400">
              <a:latin typeface="Cabin" pitchFamily="2" charset="77"/>
              <a:ea typeface="+mn-lt"/>
              <a:cs typeface="Arial" panose="020B0604020202020204" pitchFamily="34" charset="0"/>
            </a:endParaRP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‹Nr.›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83331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239EB40-F674-4ACF-23E5-532798D1D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164" y="1613654"/>
            <a:ext cx="9830176" cy="4772922"/>
          </a:xfrm>
          <a:ln w="28575">
            <a:noFill/>
          </a:ln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ct val="120000"/>
              </a:lnSpc>
              <a:buFont typeface="+mj-lt"/>
              <a:buNone/>
              <a:defRPr/>
            </a:lvl1pPr>
          </a:lstStyle>
          <a:p>
            <a:pPr>
              <a:lnSpc>
                <a:spcPct val="100000"/>
              </a:lnSpc>
              <a:spcAft>
                <a:spcPts val="400"/>
              </a:spcAft>
              <a:buClr>
                <a:srgbClr val="29CF91"/>
              </a:buClr>
            </a:pPr>
            <a:endParaRPr lang="en-US" sz="2400">
              <a:latin typeface="Cabin" pitchFamily="2" charset="77"/>
              <a:ea typeface="+mn-lt"/>
              <a:cs typeface="Arial" panose="020B0604020202020204" pitchFamily="34" charset="0"/>
            </a:endParaRP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‹Nr.›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84103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‹Nr.›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  <p:sp>
        <p:nvSpPr>
          <p:cNvPr id="15" name="Tabellenplatzhalter 14"/>
          <p:cNvSpPr>
            <a:spLocks noGrp="1"/>
          </p:cNvSpPr>
          <p:nvPr>
            <p:ph type="tbl" sz="quarter" idx="10"/>
          </p:nvPr>
        </p:nvSpPr>
        <p:spPr>
          <a:xfrm>
            <a:off x="497164" y="1625497"/>
            <a:ext cx="9809162" cy="4911725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6856554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D714F23-1167-A772-CB99-9548D8D331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‹Nr.›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pic>
        <p:nvPicPr>
          <p:cNvPr id="12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7B53CC51-E312-B945-2BBA-80C023349A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  <p:sp>
        <p:nvSpPr>
          <p:cNvPr id="3" name="Diagrammplatzhalter 2"/>
          <p:cNvSpPr>
            <a:spLocks noGrp="1"/>
          </p:cNvSpPr>
          <p:nvPr>
            <p:ph type="chart" sz="quarter" idx="11"/>
          </p:nvPr>
        </p:nvSpPr>
        <p:spPr>
          <a:xfrm>
            <a:off x="496888" y="1631950"/>
            <a:ext cx="9815512" cy="4905375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2327812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ECA72E8A-DEDC-67A4-25A8-C00EB4B62A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10776895" y="-25169"/>
            <a:ext cx="1479420" cy="692930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sp>
        <p:nvSpPr>
          <p:cNvPr id="8" name="Slide Number Placeholder 14">
            <a:extLst>
              <a:ext uri="{FF2B5EF4-FFF2-40B4-BE49-F238E27FC236}">
                <a16:creationId xmlns:a16="http://schemas.microsoft.com/office/drawing/2014/main" id="{71EE5DD1-3552-6B9E-C174-D26180F6A0BF}"/>
              </a:ext>
            </a:extLst>
          </p:cNvPr>
          <p:cNvSpPr txBox="1">
            <a:spLocks/>
          </p:cNvSpPr>
          <p:nvPr userDrawn="1"/>
        </p:nvSpPr>
        <p:spPr>
          <a:xfrm>
            <a:off x="11705569" y="6537222"/>
            <a:ext cx="288000" cy="18123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cxnSp>
        <p:nvCxnSpPr>
          <p:cNvPr id="9" name="Straight Arrow Connector 5">
            <a:extLst>
              <a:ext uri="{FF2B5EF4-FFF2-40B4-BE49-F238E27FC236}">
                <a16:creationId xmlns:a16="http://schemas.microsoft.com/office/drawing/2014/main" id="{6236977A-BF3F-ECC0-4270-876A902DAA88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C730C42-33AA-2E5A-8DC7-D8AC1E093DC4}"/>
              </a:ext>
            </a:extLst>
          </p:cNvPr>
          <p:cNvSpPr txBox="1">
            <a:spLocks/>
          </p:cNvSpPr>
          <p:nvPr userDrawn="1"/>
        </p:nvSpPr>
        <p:spPr>
          <a:xfrm>
            <a:off x="500018" y="1506704"/>
            <a:ext cx="4668748" cy="446400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251999" tIns="251999" rIns="251999" bIns="251999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2400">
              <a:latin typeface="Cabin" pitchFamily="2" charset="77"/>
              <a:cs typeface="Calibri" panose="020F0502020204030204"/>
            </a:endParaRPr>
          </a:p>
        </p:txBody>
      </p:sp>
      <p:cxnSp>
        <p:nvCxnSpPr>
          <p:cNvPr id="13" name="Straight Arrow Connector 18">
            <a:extLst>
              <a:ext uri="{FF2B5EF4-FFF2-40B4-BE49-F238E27FC236}">
                <a16:creationId xmlns:a16="http://schemas.microsoft.com/office/drawing/2014/main" id="{94DB7B70-AA21-C3DD-6425-52EE5DFEDC39}"/>
              </a:ext>
            </a:extLst>
          </p:cNvPr>
          <p:cNvCxnSpPr/>
          <p:nvPr userDrawn="1"/>
        </p:nvCxnSpPr>
        <p:spPr>
          <a:xfrm flipV="1">
            <a:off x="758116" y="222984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 8" descr="Une image contenant texte&#10;&#10;Description générée automatiquement">
            <a:extLst>
              <a:ext uri="{FF2B5EF4-FFF2-40B4-BE49-F238E27FC236}">
                <a16:creationId xmlns:a16="http://schemas.microsoft.com/office/drawing/2014/main" id="{1D136787-66BA-7373-313E-B1D3FBD878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604" y="471422"/>
            <a:ext cx="468001" cy="468001"/>
          </a:xfrm>
          <a:prstGeom prst="rect">
            <a:avLst/>
          </a:prstGeom>
        </p:spPr>
      </p:pic>
      <p:sp>
        <p:nvSpPr>
          <p:cNvPr id="17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‹Nr.›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sp>
        <p:nvSpPr>
          <p:cNvPr id="25" name="Textplatzhalter 23"/>
          <p:cNvSpPr>
            <a:spLocks noGrp="1"/>
          </p:cNvSpPr>
          <p:nvPr>
            <p:ph type="body" sz="quarter" idx="11"/>
          </p:nvPr>
        </p:nvSpPr>
        <p:spPr>
          <a:xfrm>
            <a:off x="731164" y="3569082"/>
            <a:ext cx="4165600" cy="22157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35" name="Inhaltsplatzhalter 34"/>
          <p:cNvSpPr>
            <a:spLocks noGrp="1"/>
          </p:cNvSpPr>
          <p:nvPr>
            <p:ph sz="quarter" idx="12" hasCustomPrompt="1"/>
          </p:nvPr>
        </p:nvSpPr>
        <p:spPr>
          <a:xfrm>
            <a:off x="670040" y="1596947"/>
            <a:ext cx="3352666" cy="336550"/>
          </a:xfrm>
        </p:spPr>
        <p:txBody>
          <a:bodyPr>
            <a:noAutofit/>
          </a:bodyPr>
          <a:lstStyle>
            <a:lvl1pPr marL="0" indent="0">
              <a:buNone/>
              <a:defRPr lang="en-US" sz="3200" b="1" kern="1200" dirty="0">
                <a:solidFill>
                  <a:schemeClr val="tx1"/>
                </a:solidFill>
                <a:latin typeface="Cabin" pitchFamily="2" charset="77"/>
                <a:cs typeface="Calibri Light"/>
              </a:defRPr>
            </a:lvl1pPr>
          </a:lstStyle>
          <a:p>
            <a:r>
              <a:rPr lang="en-US" sz="3200" b="1" kern="120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rPr>
              <a:t>This is a title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AC730C42-33AA-2E5A-8DC7-D8AC1E093DC4}"/>
              </a:ext>
            </a:extLst>
          </p:cNvPr>
          <p:cNvSpPr txBox="1">
            <a:spLocks/>
          </p:cNvSpPr>
          <p:nvPr userDrawn="1"/>
        </p:nvSpPr>
        <p:spPr>
          <a:xfrm>
            <a:off x="5638456" y="1506704"/>
            <a:ext cx="4668748" cy="446400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lIns="251999" tIns="251999" rIns="251999" bIns="251999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2400">
              <a:latin typeface="Cabin" pitchFamily="2" charset="77"/>
              <a:cs typeface="Calibri" panose="020F0502020204030204"/>
            </a:endParaRPr>
          </a:p>
        </p:txBody>
      </p:sp>
      <p:cxnSp>
        <p:nvCxnSpPr>
          <p:cNvPr id="37" name="Straight Arrow Connector 18">
            <a:extLst>
              <a:ext uri="{FF2B5EF4-FFF2-40B4-BE49-F238E27FC236}">
                <a16:creationId xmlns:a16="http://schemas.microsoft.com/office/drawing/2014/main" id="{94DB7B70-AA21-C3DD-6425-52EE5DFEDC39}"/>
              </a:ext>
            </a:extLst>
          </p:cNvPr>
          <p:cNvCxnSpPr/>
          <p:nvPr userDrawn="1"/>
        </p:nvCxnSpPr>
        <p:spPr>
          <a:xfrm flipV="1">
            <a:off x="5896554" y="222984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platzhalter 23"/>
          <p:cNvSpPr>
            <a:spLocks noGrp="1"/>
          </p:cNvSpPr>
          <p:nvPr>
            <p:ph type="body" sz="quarter" idx="13"/>
          </p:nvPr>
        </p:nvSpPr>
        <p:spPr>
          <a:xfrm>
            <a:off x="5869602" y="3569082"/>
            <a:ext cx="4165600" cy="2215767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lang="de-DE" sz="2400" kern="1200" dirty="0" smtClean="0">
                <a:solidFill>
                  <a:schemeClr val="tx1"/>
                </a:solidFill>
                <a:latin typeface="Cabin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de-DE"/>
              <a:t>Formatvorlagen des Textmasters bearbeiten</a:t>
            </a:r>
          </a:p>
        </p:txBody>
      </p:sp>
      <p:sp>
        <p:nvSpPr>
          <p:cNvPr id="39" name="Inhaltsplatzhalter 34"/>
          <p:cNvSpPr>
            <a:spLocks noGrp="1"/>
          </p:cNvSpPr>
          <p:nvPr>
            <p:ph sz="quarter" idx="14" hasCustomPrompt="1"/>
          </p:nvPr>
        </p:nvSpPr>
        <p:spPr>
          <a:xfrm>
            <a:off x="5808478" y="1596947"/>
            <a:ext cx="3352666" cy="336550"/>
          </a:xfrm>
        </p:spPr>
        <p:txBody>
          <a:bodyPr>
            <a:noAutofit/>
          </a:bodyPr>
          <a:lstStyle>
            <a:lvl1pPr marL="0" indent="0">
              <a:buNone/>
              <a:defRPr lang="en-US" sz="3200" b="1" kern="1200" dirty="0">
                <a:solidFill>
                  <a:schemeClr val="tx1"/>
                </a:solidFill>
                <a:latin typeface="Cabin" pitchFamily="2" charset="77"/>
                <a:cs typeface="Calibri Light"/>
              </a:defRPr>
            </a:lvl1pPr>
          </a:lstStyle>
          <a:p>
            <a:r>
              <a:rPr lang="en-US" sz="3200" b="1" kern="120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rPr>
              <a:t>This is a title</a:t>
            </a:r>
          </a:p>
        </p:txBody>
      </p:sp>
    </p:spTree>
    <p:extLst>
      <p:ext uri="{BB962C8B-B14F-4D97-AF65-F5344CB8AC3E}">
        <p14:creationId xmlns:p14="http://schemas.microsoft.com/office/powerpoint/2010/main" val="585191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4">
            <a:extLst>
              <a:ext uri="{FF2B5EF4-FFF2-40B4-BE49-F238E27FC236}">
                <a16:creationId xmlns:a16="http://schemas.microsoft.com/office/drawing/2014/main" id="{DF6B1045-13AE-7E29-3693-FCF8DD872E0C}"/>
              </a:ext>
            </a:extLst>
          </p:cNvPr>
          <p:cNvSpPr txBox="1">
            <a:spLocks/>
          </p:cNvSpPr>
          <p:nvPr userDrawn="1"/>
        </p:nvSpPr>
        <p:spPr>
          <a:xfrm>
            <a:off x="11705569" y="6537222"/>
            <a:ext cx="288000" cy="18123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  <p:cxnSp>
        <p:nvCxnSpPr>
          <p:cNvPr id="6" name="Straight Arrow Connector 9">
            <a:extLst>
              <a:ext uri="{FF2B5EF4-FFF2-40B4-BE49-F238E27FC236}">
                <a16:creationId xmlns:a16="http://schemas.microsoft.com/office/drawing/2014/main" id="{D17F5AF7-8ABB-48AA-B3D2-E610D5392194}"/>
              </a:ext>
            </a:extLst>
          </p:cNvPr>
          <p:cNvCxnSpPr/>
          <p:nvPr userDrawn="1"/>
        </p:nvCxnSpPr>
        <p:spPr>
          <a:xfrm flipV="1">
            <a:off x="620750" y="438542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5">
            <a:extLst>
              <a:ext uri="{FF2B5EF4-FFF2-40B4-BE49-F238E27FC236}">
                <a16:creationId xmlns:a16="http://schemas.microsoft.com/office/drawing/2014/main" id="{C5969021-35AE-44EE-BBA3-40578D9AB5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0750" y="632571"/>
            <a:ext cx="468000" cy="468000"/>
          </a:xfrm>
          <a:prstGeom prst="rect">
            <a:avLst/>
          </a:prstGeom>
        </p:spPr>
      </p:pic>
      <p:sp>
        <p:nvSpPr>
          <p:cNvPr id="14" name="Bildplatzhalter 13"/>
          <p:cNvSpPr>
            <a:spLocks noGrp="1"/>
          </p:cNvSpPr>
          <p:nvPr>
            <p:ph type="pic" sz="quarter" idx="10" hasCustomPrompt="1"/>
          </p:nvPr>
        </p:nvSpPr>
        <p:spPr>
          <a:xfrm>
            <a:off x="6419850" y="631825"/>
            <a:ext cx="5441950" cy="59055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527050" y="3642470"/>
            <a:ext cx="5892800" cy="742950"/>
          </a:xfrm>
        </p:spPr>
        <p:txBody>
          <a:bodyPr>
            <a:noAutofit/>
          </a:bodyPr>
          <a:lstStyle>
            <a:lvl1pPr marL="0" indent="0">
              <a:buNone/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4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4000" b="1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en-US" sz="4000" b="1">
                <a:latin typeface="Cabin" pitchFamily="2" charset="77"/>
                <a:cs typeface="Calibri Light"/>
              </a:rPr>
              <a:t>This is an image &amp; text</a:t>
            </a:r>
            <a:endParaRPr lang="de-DE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12"/>
          </p:nvPr>
        </p:nvSpPr>
        <p:spPr>
          <a:xfrm>
            <a:off x="527050" y="4385420"/>
            <a:ext cx="5892800" cy="2243061"/>
          </a:xfrm>
        </p:spPr>
        <p:txBody>
          <a:bodyPr>
            <a:noAutofit/>
          </a:bodyPr>
          <a:lstStyle>
            <a:lvl1pPr marL="0" indent="0">
              <a:buNone/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2400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2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‹Nr.›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9361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536B677-F759-81B4-895E-BBC9A9A70104}"/>
              </a:ext>
            </a:extLst>
          </p:cNvPr>
          <p:cNvSpPr txBox="1">
            <a:spLocks/>
          </p:cNvSpPr>
          <p:nvPr userDrawn="1"/>
        </p:nvSpPr>
        <p:spPr>
          <a:xfrm>
            <a:off x="6096000" y="3578159"/>
            <a:ext cx="5621518" cy="2790334"/>
          </a:xfrm>
          <a:prstGeom prst="rect">
            <a:avLst/>
          </a:prstGeom>
          <a:solidFill>
            <a:schemeClr val="bg1"/>
          </a:solidFill>
        </p:spPr>
        <p:txBody>
          <a:bodyPr vert="horz" lIns="251999" tIns="251999" rIns="251999" bIns="251999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400">
                <a:latin typeface="Cabin" pitchFamily="2" charset="77"/>
                <a:cs typeface="Calibri Light"/>
              </a:rPr>
              <a:t> </a:t>
            </a:r>
          </a:p>
        </p:txBody>
      </p:sp>
      <p:pic>
        <p:nvPicPr>
          <p:cNvPr id="8" name="Image 5" descr="Une image contenant texte&#10;&#10;Description générée automatiquement">
            <a:extLst>
              <a:ext uri="{FF2B5EF4-FFF2-40B4-BE49-F238E27FC236}">
                <a16:creationId xmlns:a16="http://schemas.microsoft.com/office/drawing/2014/main" id="{77ADC7E8-157C-A5DD-1780-E66CB2C907E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50" y="480171"/>
            <a:ext cx="468001" cy="468001"/>
          </a:xfrm>
          <a:prstGeom prst="rect">
            <a:avLst/>
          </a:prstGeom>
        </p:spPr>
      </p:pic>
      <p:cxnSp>
        <p:nvCxnSpPr>
          <p:cNvPr id="10" name="Straight Arrow Connector 4">
            <a:extLst>
              <a:ext uri="{FF2B5EF4-FFF2-40B4-BE49-F238E27FC236}">
                <a16:creationId xmlns:a16="http://schemas.microsoft.com/office/drawing/2014/main" id="{6976FF4D-6799-634A-AEA7-34D66D758B7F}"/>
              </a:ext>
            </a:extLst>
          </p:cNvPr>
          <p:cNvCxnSpPr/>
          <p:nvPr userDrawn="1"/>
        </p:nvCxnSpPr>
        <p:spPr>
          <a:xfrm flipV="1">
            <a:off x="6331822" y="4298719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19"/>
          <p:cNvSpPr>
            <a:spLocks noGrp="1"/>
          </p:cNvSpPr>
          <p:nvPr>
            <p:ph type="body" sz="quarter" idx="12"/>
          </p:nvPr>
        </p:nvSpPr>
        <p:spPr>
          <a:xfrm>
            <a:off x="6255634" y="4406711"/>
            <a:ext cx="5302250" cy="1740090"/>
          </a:xfrm>
        </p:spPr>
        <p:txBody>
          <a:bodyPr>
            <a:noAutofit/>
          </a:bodyPr>
          <a:lstStyle>
            <a:lvl1pPr marL="0" indent="0">
              <a:buNone/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2400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2400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6255634" y="3744496"/>
            <a:ext cx="5302250" cy="577850"/>
          </a:xfrm>
        </p:spPr>
        <p:txBody>
          <a:bodyPr>
            <a:noAutofit/>
          </a:bodyPr>
          <a:lstStyle>
            <a:lvl1pPr marL="0" indent="0">
              <a:buNone/>
              <a:defRPr lang="de-DE" sz="3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1pPr>
            <a:lvl2pPr>
              <a:defRPr lang="de-DE" sz="3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2pPr>
            <a:lvl3pPr>
              <a:defRPr lang="de-DE" sz="3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3pPr>
            <a:lvl4pPr>
              <a:defRPr lang="de-DE" sz="3000" b="1" kern="1200" dirty="0" smtClean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4pPr>
            <a:lvl5pPr>
              <a:defRPr lang="en-US" sz="3000" b="1" kern="1200" dirty="0">
                <a:solidFill>
                  <a:schemeClr val="tx1"/>
                </a:solidFill>
                <a:latin typeface="Cabin" pitchFamily="2" charset="77"/>
                <a:ea typeface="+mj-ea"/>
                <a:cs typeface="Calibri Light"/>
              </a:defRPr>
            </a:lvl5pPr>
          </a:lstStyle>
          <a:p>
            <a:pPr lvl="0"/>
            <a:r>
              <a:rPr lang="en-US" sz="3000" b="1">
                <a:latin typeface="Cabin" pitchFamily="2" charset="77"/>
                <a:cs typeface="Calibri Light"/>
              </a:rPr>
              <a:t>This is a large image &amp; text</a:t>
            </a:r>
            <a:endParaRPr lang="de-DE"/>
          </a:p>
        </p:txBody>
      </p:sp>
      <p:sp>
        <p:nvSpPr>
          <p:cNvPr id="16" name="Bildplatzhalter 15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/>
              <a:t>Your picture here</a:t>
            </a:r>
          </a:p>
        </p:txBody>
      </p:sp>
      <p:sp>
        <p:nvSpPr>
          <p:cNvPr id="17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‹Nr.›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3508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icture and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12">
            <a:extLst>
              <a:ext uri="{FF2B5EF4-FFF2-40B4-BE49-F238E27FC236}">
                <a16:creationId xmlns:a16="http://schemas.microsoft.com/office/drawing/2014/main" id="{A4F9B7A1-FF57-DF27-3D36-5F69F50030DA}"/>
              </a:ext>
            </a:extLst>
          </p:cNvPr>
          <p:cNvCxnSpPr/>
          <p:nvPr userDrawn="1"/>
        </p:nvCxnSpPr>
        <p:spPr>
          <a:xfrm flipV="1">
            <a:off x="497164" y="1137060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5">
            <a:extLst>
              <a:ext uri="{FF2B5EF4-FFF2-40B4-BE49-F238E27FC236}">
                <a16:creationId xmlns:a16="http://schemas.microsoft.com/office/drawing/2014/main" id="{1C13B699-0E87-AC78-5474-F216C98833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37569" y="514622"/>
            <a:ext cx="468000" cy="468000"/>
          </a:xfrm>
          <a:prstGeom prst="rect">
            <a:avLst/>
          </a:prstGeom>
        </p:spPr>
      </p:pic>
      <p:sp>
        <p:nvSpPr>
          <p:cNvPr id="10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92238"/>
            <a:ext cx="12192000" cy="5465762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Your picture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64" y="471422"/>
            <a:ext cx="7920000" cy="554400"/>
          </a:xfrm>
        </p:spPr>
        <p:txBody>
          <a:bodyPr lIns="0" tIns="0" rIns="0" bIns="0">
            <a:normAutofit/>
          </a:bodyPr>
          <a:lstStyle/>
          <a:p>
            <a:endParaRPr lang="en-US" sz="4000" b="1">
              <a:latin typeface="Cabin" pitchFamily="2" charset="77"/>
              <a:cs typeface="Arial"/>
            </a:endParaRPr>
          </a:p>
        </p:txBody>
      </p:sp>
      <p:sp>
        <p:nvSpPr>
          <p:cNvPr id="12" name="Slide Number Placeholder 14">
            <a:extLst>
              <a:ext uri="{FF2B5EF4-FFF2-40B4-BE49-F238E27FC236}">
                <a16:creationId xmlns:a16="http://schemas.microsoft.com/office/drawing/2014/main" id="{44F32C26-32FB-11BA-AB8F-55399E7076F0}"/>
              </a:ext>
            </a:extLst>
          </p:cNvPr>
          <p:cNvSpPr txBox="1">
            <a:spLocks/>
          </p:cNvSpPr>
          <p:nvPr userDrawn="1"/>
        </p:nvSpPr>
        <p:spPr>
          <a:xfrm>
            <a:off x="11468100" y="6537222"/>
            <a:ext cx="525469" cy="21917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1400" smtClean="0">
                <a:solidFill>
                  <a:srgbClr val="000042"/>
                </a:solidFill>
                <a:latin typeface="Cabin" pitchFamily="2" charset="77"/>
                <a:cs typeface="Arial"/>
              </a:rPr>
              <a:pPr/>
              <a:t>‹Nr.›</a:t>
            </a:fld>
            <a:endParaRPr lang="en-US" sz="1400">
              <a:solidFill>
                <a:srgbClr val="000042"/>
              </a:solidFill>
              <a:latin typeface="Cabin" pitchFamily="2" charset="77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82146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>
            <a:extLst>
              <a:ext uri="{FF2B5EF4-FFF2-40B4-BE49-F238E27FC236}">
                <a16:creationId xmlns:a16="http://schemas.microsoft.com/office/drawing/2014/main" id="{A6A2DC38-4890-1C82-31EE-FC1AA59BD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642636"/>
            <a:ext cx="7769662" cy="523738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4C185BD-3B94-153F-9944-F979CA88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313" y="474078"/>
            <a:ext cx="10478928" cy="553998"/>
          </a:xfrm>
        </p:spPr>
        <p:txBody>
          <a:bodyPr wrap="square" lIns="0" tIns="0" rIns="0" bIns="0">
            <a:spAutoFit/>
          </a:bodyPr>
          <a:lstStyle/>
          <a:p>
            <a:r>
              <a:rPr lang="en-US" sz="4000" b="1">
                <a:latin typeface="Cabin" pitchFamily="2" charset="77"/>
                <a:cs typeface="Calibri Light"/>
              </a:rPr>
              <a:t>Contact details</a:t>
            </a:r>
            <a:endParaRPr lang="en-US" b="1">
              <a:latin typeface="Cabin" pitchFamily="2" charset="77"/>
            </a:endParaRPr>
          </a:p>
        </p:txBody>
      </p:sp>
      <p:cxnSp>
        <p:nvCxnSpPr>
          <p:cNvPr id="7" name="Straight Arrow Connector 7">
            <a:extLst>
              <a:ext uri="{FF2B5EF4-FFF2-40B4-BE49-F238E27FC236}">
                <a16:creationId xmlns:a16="http://schemas.microsoft.com/office/drawing/2014/main" id="{98B46884-3B16-D119-B76D-7DEF06E11B33}"/>
              </a:ext>
            </a:extLst>
          </p:cNvPr>
          <p:cNvCxnSpPr/>
          <p:nvPr userDrawn="1"/>
        </p:nvCxnSpPr>
        <p:spPr>
          <a:xfrm flipV="1">
            <a:off x="475313" y="1148852"/>
            <a:ext cx="468000" cy="1"/>
          </a:xfrm>
          <a:prstGeom prst="straightConnector1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4">
            <a:extLst>
              <a:ext uri="{FF2B5EF4-FFF2-40B4-BE49-F238E27FC236}">
                <a16:creationId xmlns:a16="http://schemas.microsoft.com/office/drawing/2014/main" id="{692D688A-4E89-62AF-26EC-7C7FEF46C1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0548" y="491308"/>
            <a:ext cx="468000" cy="468000"/>
          </a:xfrm>
          <a:prstGeom prst="rect">
            <a:avLst/>
          </a:prstGeom>
        </p:spPr>
      </p:pic>
      <p:sp>
        <p:nvSpPr>
          <p:cNvPr id="16" name="Inhaltsplatzhalter 15"/>
          <p:cNvSpPr>
            <a:spLocks noGrp="1"/>
          </p:cNvSpPr>
          <p:nvPr>
            <p:ph sz="quarter" idx="11" hasCustomPrompt="1"/>
          </p:nvPr>
        </p:nvSpPr>
        <p:spPr>
          <a:xfrm>
            <a:off x="8169275" y="1942403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de-CH"/>
              <a:t>Name</a:t>
            </a:r>
          </a:p>
        </p:txBody>
      </p:sp>
      <p:sp>
        <p:nvSpPr>
          <p:cNvPr id="17" name="Inhaltsplatzhalter 15"/>
          <p:cNvSpPr>
            <a:spLocks noGrp="1"/>
          </p:cNvSpPr>
          <p:nvPr>
            <p:ph sz="quarter" idx="12" hasCustomPrompt="1"/>
          </p:nvPr>
        </p:nvSpPr>
        <p:spPr>
          <a:xfrm>
            <a:off x="8169275" y="2465624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de-CH"/>
              <a:t>Position</a:t>
            </a:r>
          </a:p>
        </p:txBody>
      </p:sp>
      <p:sp>
        <p:nvSpPr>
          <p:cNvPr id="18" name="Inhaltsplatzhalter 15"/>
          <p:cNvSpPr>
            <a:spLocks noGrp="1"/>
          </p:cNvSpPr>
          <p:nvPr>
            <p:ph sz="quarter" idx="13" hasCustomPrompt="1"/>
          </p:nvPr>
        </p:nvSpPr>
        <p:spPr>
          <a:xfrm>
            <a:off x="8169275" y="2988845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lang="de-CH"/>
              <a:t>Organisation</a:t>
            </a:r>
          </a:p>
        </p:txBody>
      </p:sp>
      <p:sp>
        <p:nvSpPr>
          <p:cNvPr id="19" name="Inhaltsplatzhalter 15"/>
          <p:cNvSpPr>
            <a:spLocks noGrp="1"/>
          </p:cNvSpPr>
          <p:nvPr>
            <p:ph sz="quarter" idx="14" hasCustomPrompt="1"/>
          </p:nvPr>
        </p:nvSpPr>
        <p:spPr>
          <a:xfrm>
            <a:off x="8169275" y="3505945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0" baseline="0"/>
            </a:lvl1pPr>
          </a:lstStyle>
          <a:p>
            <a:pPr lvl="0"/>
            <a:r>
              <a:rPr lang="de-CH"/>
              <a:t>City, Country</a:t>
            </a:r>
          </a:p>
        </p:txBody>
      </p:sp>
      <p:sp>
        <p:nvSpPr>
          <p:cNvPr id="20" name="Inhaltsplatzhalter 15"/>
          <p:cNvSpPr>
            <a:spLocks noGrp="1"/>
          </p:cNvSpPr>
          <p:nvPr>
            <p:ph sz="quarter" idx="15" hasCustomPrompt="1"/>
          </p:nvPr>
        </p:nvSpPr>
        <p:spPr>
          <a:xfrm>
            <a:off x="8169275" y="4024674"/>
            <a:ext cx="2967038" cy="317500"/>
          </a:xfrm>
        </p:spPr>
        <p:txBody>
          <a:bodyPr>
            <a:noAutofit/>
          </a:bodyPr>
          <a:lstStyle>
            <a:lvl1pPr marL="0" indent="0">
              <a:buNone/>
              <a:defRPr sz="2000" b="0" baseline="0"/>
            </a:lvl1pPr>
          </a:lstStyle>
          <a:p>
            <a:pPr lvl="0"/>
            <a:r>
              <a:rPr lang="de-CH"/>
              <a:t>email</a:t>
            </a:r>
          </a:p>
        </p:txBody>
      </p:sp>
      <p:sp>
        <p:nvSpPr>
          <p:cNvPr id="21" name="Inhaltsplatzhalter 15"/>
          <p:cNvSpPr>
            <a:spLocks noGrp="1"/>
          </p:cNvSpPr>
          <p:nvPr>
            <p:ph sz="quarter" idx="16" hasCustomPrompt="1"/>
          </p:nvPr>
        </p:nvSpPr>
        <p:spPr>
          <a:xfrm>
            <a:off x="8169275" y="4543403"/>
            <a:ext cx="2967038" cy="317500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000" b="0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000">
                <a:latin typeface="Cabin" pitchFamily="2" charset="77"/>
                <a:cs typeface="Calibri" panose="020F0502020204030204"/>
              </a:rPr>
              <a:t>Other contact details if required</a:t>
            </a:r>
          </a:p>
          <a:p>
            <a:pPr lvl="0"/>
            <a:endParaRPr lang="de-CH"/>
          </a:p>
        </p:txBody>
      </p:sp>
      <p:sp>
        <p:nvSpPr>
          <p:cNvPr id="23" name="Bildplatzhalter 22"/>
          <p:cNvSpPr>
            <a:spLocks noGrp="1"/>
          </p:cNvSpPr>
          <p:nvPr>
            <p:ph type="pic" sz="quarter" idx="17" hasCustomPrompt="1"/>
          </p:nvPr>
        </p:nvSpPr>
        <p:spPr>
          <a:xfrm>
            <a:off x="8235950" y="5410200"/>
            <a:ext cx="2900363" cy="88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 err="1"/>
              <a:t>Your</a:t>
            </a:r>
            <a:r>
              <a:rPr lang="de-CH"/>
              <a:t> Logo </a:t>
            </a:r>
            <a:r>
              <a:rPr lang="de-CH" err="1"/>
              <a:t>Here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907482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4">
            <a:extLst>
              <a:ext uri="{FF2B5EF4-FFF2-40B4-BE49-F238E27FC236}">
                <a16:creationId xmlns:a16="http://schemas.microsoft.com/office/drawing/2014/main" id="{A6A2DC38-4890-1C82-31EE-FC1AA59BD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237382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3FCA20-6A0C-FE45-9026-63BD250B489A}" type="slidenum">
              <a:rPr lang="fr-FR" smtClean="0"/>
              <a:t>‹Nr.›</a:t>
            </a:fld>
            <a:endParaRPr lang="fr-FR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F6CF4237-6386-BFE9-C27A-77666FC7CE47}"/>
              </a:ext>
            </a:extLst>
          </p:cNvPr>
          <p:cNvSpPr txBox="1"/>
          <p:nvPr userDrawn="1"/>
        </p:nvSpPr>
        <p:spPr>
          <a:xfrm>
            <a:off x="5641242" y="3088795"/>
            <a:ext cx="170795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Cabin" pitchFamily="2" charset="77"/>
                <a:cs typeface="Calibri"/>
              </a:rPr>
              <a:t>FutuRaM.eu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3832FE4B-4789-E281-F046-311CA7592BE3}"/>
              </a:ext>
            </a:extLst>
          </p:cNvPr>
          <p:cNvSpPr/>
          <p:nvPr userDrawn="1"/>
        </p:nvSpPr>
        <p:spPr>
          <a:xfrm>
            <a:off x="1573" y="5175435"/>
            <a:ext cx="12190427" cy="16825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CDF8E1-27B5-829D-B4DA-477FDE7316F9}"/>
              </a:ext>
            </a:extLst>
          </p:cNvPr>
          <p:cNvSpPr>
            <a:spLocks noGrp="1" noChangeAspect="1"/>
          </p:cNvSpPr>
          <p:nvPr>
            <p:ph type="title"/>
          </p:nvPr>
        </p:nvSpPr>
        <p:spPr>
          <a:xfrm>
            <a:off x="5641242" y="2189683"/>
            <a:ext cx="5652192" cy="803893"/>
          </a:xfrm>
        </p:spPr>
        <p:txBody>
          <a:bodyPr lIns="0" tIns="0" rIns="0" bIns="0" anchor="ctr" anchorCtr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000" b="1">
                <a:solidFill>
                  <a:schemeClr val="bg1"/>
                </a:solidFill>
                <a:latin typeface="Cabin SemiBold" pitchFamily="2" charset="77"/>
                <a:cs typeface="Calibri Light"/>
              </a:rPr>
              <a:t>Thank you !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2AC3C336-D806-0D72-D24A-9B167AB6EF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41566" y="1830951"/>
            <a:ext cx="3567644" cy="1974304"/>
          </a:xfrm>
          <a:prstGeom prst="rect">
            <a:avLst/>
          </a:prstGeom>
        </p:spPr>
      </p:pic>
      <p:pic>
        <p:nvPicPr>
          <p:cNvPr id="8" name="Image 12" descr="Une image contenant texte&#10;&#10;Description générée automatiquement">
            <a:extLst>
              <a:ext uri="{FF2B5EF4-FFF2-40B4-BE49-F238E27FC236}">
                <a16:creationId xmlns:a16="http://schemas.microsoft.com/office/drawing/2014/main" id="{6556A750-E6CD-2198-B0E1-A24B94B6F5E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38" y="5598835"/>
            <a:ext cx="4165600" cy="762000"/>
          </a:xfrm>
          <a:prstGeom prst="rect">
            <a:avLst/>
          </a:prstGeom>
        </p:spPr>
      </p:pic>
      <p:pic>
        <p:nvPicPr>
          <p:cNvPr id="9" name="Picture 1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5E5DB024-A821-3A42-8E41-8FAA6768153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03" y="5627053"/>
            <a:ext cx="3363108" cy="705564"/>
          </a:xfrm>
          <a:prstGeom prst="rect">
            <a:avLst/>
          </a:prstGeom>
        </p:spPr>
      </p:pic>
      <p:sp>
        <p:nvSpPr>
          <p:cNvPr id="12" name="Bildplatzhalter 22"/>
          <p:cNvSpPr>
            <a:spLocks noGrp="1"/>
          </p:cNvSpPr>
          <p:nvPr>
            <p:ph type="pic" sz="quarter" idx="17" hasCustomPrompt="1"/>
          </p:nvPr>
        </p:nvSpPr>
        <p:spPr>
          <a:xfrm>
            <a:off x="8724900" y="5535335"/>
            <a:ext cx="2900363" cy="88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CH" err="1"/>
              <a:t>Your</a:t>
            </a:r>
            <a:r>
              <a:rPr lang="de-CH"/>
              <a:t> Logo </a:t>
            </a:r>
            <a:r>
              <a:rPr lang="de-CH" err="1"/>
              <a:t>Here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351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C30519-BD23-7000-F7FC-F225ADB2F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446E6A1-666E-EA33-BFA8-D61A49A9BF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4BDE4C-7331-18EC-CE4E-7BCDE0CE3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C5160-E3EA-419E-9411-CE89FF539532}" type="datetimeFigureOut">
              <a:rPr lang="de-DE" smtClean="0"/>
              <a:t>02.06.2023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1EB2CC-1D54-A31A-9CCB-85E180EEB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01F07C-E6D9-FFD7-D4D4-A01124A43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982B2-961B-43E5-B7D6-853FE9C81A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78490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74B138-580E-D070-84E6-5F568A3D1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D2E48FD-7C00-F07D-6145-FA9C3870B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C5160-E3EA-419E-9411-CE89FF539532}" type="datetimeFigureOut">
              <a:rPr lang="de-DE" smtClean="0"/>
              <a:t>02.06.2023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4E0A79B-4467-84F0-4258-578B8C190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6EB847-554E-323B-F344-08E069697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982B2-961B-43E5-B7D6-853FE9C81A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4868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81279F5-825E-64BF-609E-C64F426AB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84AD168-5A85-9DD0-6263-C39049F50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B111A8-FADA-1EDF-581E-157933B9B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3FCA20-6A0C-FE45-9026-63BD250B489A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6939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20" r:id="rId5"/>
    <p:sldLayoutId id="2147483831" r:id="rId6"/>
    <p:sldLayoutId id="2147483833" r:id="rId7"/>
    <p:sldLayoutId id="2147483834" r:id="rId8"/>
    <p:sldLayoutId id="2147483835" r:id="rId9"/>
    <p:sldLayoutId id="2147483832" r:id="rId10"/>
    <p:sldLayoutId id="2147483842" r:id="rId11"/>
    <p:sldLayoutId id="2147483843" r:id="rId12"/>
    <p:sldLayoutId id="2147483844" r:id="rId13"/>
    <p:sldLayoutId id="2147483836" r:id="rId14"/>
    <p:sldLayoutId id="2147483837" r:id="rId15"/>
    <p:sldLayoutId id="2147483845" r:id="rId16"/>
    <p:sldLayoutId id="2147483846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Cabin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bin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bin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bin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bin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bin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/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3" name="Inhaltsplatzhalter 2"/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r>
              <a:rPr lang="en-US"/>
              <a:t>15.05.2023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r>
              <a:rPr lang="en-US"/>
              <a:t>Katharina Kippert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2"/>
          </p:nvPr>
        </p:nvSpPr>
        <p:spPr/>
        <p:txBody>
          <a:bodyPr/>
          <a:lstStyle/>
          <a:p>
            <a:r>
              <a:rPr lang="en-US"/>
              <a:t>TU Berlin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23"/>
          </p:nvPr>
        </p:nvSpPr>
        <p:spPr/>
        <p:txBody>
          <a:bodyPr/>
          <a:lstStyle/>
          <a:p>
            <a:r>
              <a:rPr lang="en-US"/>
              <a:t>Material Key WP3</a:t>
            </a:r>
          </a:p>
        </p:txBody>
      </p:sp>
    </p:spTree>
    <p:extLst>
      <p:ext uri="{BB962C8B-B14F-4D97-AF65-F5344CB8AC3E}">
        <p14:creationId xmlns:p14="http://schemas.microsoft.com/office/powerpoint/2010/main" val="1866521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40AB7406-9DFA-360D-A2DB-C64C03555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Material Key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5D8B60C-7E93-03C7-F9F1-AB67E94D77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/>
              <a:t>5 </a:t>
            </a:r>
            <a:r>
              <a:rPr lang="de-DE" err="1"/>
              <a:t>levels</a:t>
            </a:r>
            <a:r>
              <a:rPr lang="de-DE"/>
              <a:t>: m0 </a:t>
            </a:r>
            <a:r>
              <a:rPr lang="de-DE" err="1"/>
              <a:t>to</a:t>
            </a:r>
            <a:r>
              <a:rPr lang="de-DE"/>
              <a:t> m4</a:t>
            </a:r>
          </a:p>
          <a:p>
            <a:r>
              <a:rPr lang="de-DE"/>
              <a:t>m0: </a:t>
            </a:r>
            <a:r>
              <a:rPr lang="de-DE" err="1"/>
              <a:t>division</a:t>
            </a:r>
            <a:r>
              <a:rPr lang="de-DE"/>
              <a:t> </a:t>
            </a:r>
            <a:r>
              <a:rPr lang="de-DE" err="1"/>
              <a:t>into</a:t>
            </a:r>
            <a:r>
              <a:rPr lang="de-DE"/>
              <a:t> </a:t>
            </a:r>
            <a:r>
              <a:rPr lang="de-DE" err="1"/>
              <a:t>metals</a:t>
            </a:r>
            <a:r>
              <a:rPr lang="de-DE"/>
              <a:t>, </a:t>
            </a:r>
            <a:r>
              <a:rPr lang="de-DE" err="1"/>
              <a:t>organics</a:t>
            </a:r>
            <a:r>
              <a:rPr lang="de-DE"/>
              <a:t>, </a:t>
            </a:r>
            <a:r>
              <a:rPr lang="de-DE" err="1"/>
              <a:t>minerals</a:t>
            </a:r>
            <a:r>
              <a:rPr lang="de-DE"/>
              <a:t>, and </a:t>
            </a:r>
            <a:r>
              <a:rPr lang="de-DE" err="1"/>
              <a:t>mixed</a:t>
            </a:r>
            <a:r>
              <a:rPr lang="de-DE"/>
              <a:t>/</a:t>
            </a:r>
            <a:r>
              <a:rPr lang="de-DE" err="1"/>
              <a:t>unspecified</a:t>
            </a:r>
            <a:endParaRPr lang="de-DE"/>
          </a:p>
          <a:p>
            <a:r>
              <a:rPr lang="de-DE"/>
              <a:t>m1: </a:t>
            </a:r>
            <a:r>
              <a:rPr lang="de-DE" err="1"/>
              <a:t>main</a:t>
            </a:r>
            <a:r>
              <a:rPr lang="de-DE"/>
              <a:t> material </a:t>
            </a:r>
            <a:r>
              <a:rPr lang="de-DE" err="1"/>
              <a:t>groups</a:t>
            </a:r>
            <a:r>
              <a:rPr lang="de-DE"/>
              <a:t> </a:t>
            </a:r>
            <a:r>
              <a:rPr lang="de-DE" err="1"/>
              <a:t>within</a:t>
            </a:r>
            <a:r>
              <a:rPr lang="de-DE"/>
              <a:t> m0</a:t>
            </a:r>
          </a:p>
          <a:p>
            <a:r>
              <a:rPr lang="de-DE"/>
              <a:t>m2: </a:t>
            </a:r>
            <a:r>
              <a:rPr lang="de-DE" err="1"/>
              <a:t>subgroups</a:t>
            </a:r>
            <a:r>
              <a:rPr lang="de-DE"/>
              <a:t> </a:t>
            </a:r>
            <a:r>
              <a:rPr lang="de-DE" err="1"/>
              <a:t>within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material </a:t>
            </a:r>
            <a:r>
              <a:rPr lang="de-DE" err="1"/>
              <a:t>groups</a:t>
            </a:r>
            <a:r>
              <a:rPr lang="de-DE"/>
              <a:t> m1</a:t>
            </a:r>
          </a:p>
          <a:p>
            <a:r>
              <a:rPr lang="de-DE"/>
              <a:t>m3: </a:t>
            </a:r>
            <a:r>
              <a:rPr lang="de-DE" err="1"/>
              <a:t>alloy</a:t>
            </a:r>
            <a:r>
              <a:rPr lang="de-DE"/>
              <a:t> and </a:t>
            </a:r>
            <a:r>
              <a:rPr lang="de-DE" err="1"/>
              <a:t>other</a:t>
            </a:r>
            <a:r>
              <a:rPr lang="de-DE"/>
              <a:t> </a:t>
            </a:r>
            <a:r>
              <a:rPr lang="de-DE" err="1"/>
              <a:t>subgroups</a:t>
            </a:r>
            <a:r>
              <a:rPr lang="de-DE"/>
              <a:t> </a:t>
            </a:r>
            <a:r>
              <a:rPr lang="de-DE" err="1"/>
              <a:t>within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material </a:t>
            </a:r>
            <a:r>
              <a:rPr lang="de-DE" err="1"/>
              <a:t>groups</a:t>
            </a:r>
            <a:r>
              <a:rPr lang="de-DE"/>
              <a:t> m2 (not </a:t>
            </a:r>
            <a:r>
              <a:rPr lang="de-DE" err="1"/>
              <a:t>available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all m2 </a:t>
            </a:r>
            <a:r>
              <a:rPr lang="de-DE" err="1"/>
              <a:t>groups</a:t>
            </a:r>
            <a:r>
              <a:rPr lang="de-DE"/>
              <a:t> (</a:t>
            </a:r>
            <a:r>
              <a:rPr lang="de-DE" err="1"/>
              <a:t>indicated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</a:t>
            </a:r>
            <a:r>
              <a:rPr lang="de-DE">
                <a:solidFill>
                  <a:srgbClr val="FF0000"/>
                </a:solidFill>
              </a:rPr>
              <a:t>[n/a]</a:t>
            </a:r>
            <a:r>
              <a:rPr lang="de-DE"/>
              <a:t>))</a:t>
            </a:r>
          </a:p>
          <a:p>
            <a:r>
              <a:rPr lang="de-DE"/>
              <a:t>m4: </a:t>
            </a:r>
            <a:r>
              <a:rPr lang="de-DE" err="1"/>
              <a:t>specific</a:t>
            </a:r>
            <a:r>
              <a:rPr lang="de-DE"/>
              <a:t> </a:t>
            </a:r>
            <a:r>
              <a:rPr lang="de-DE" err="1"/>
              <a:t>alloy</a:t>
            </a:r>
            <a:r>
              <a:rPr lang="de-DE"/>
              <a:t>/material (non-exhaustive </a:t>
            </a:r>
            <a:r>
              <a:rPr lang="de-DE" err="1"/>
              <a:t>list</a:t>
            </a:r>
            <a:r>
              <a:rPr lang="de-DE"/>
              <a:t>, will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err="1"/>
              <a:t>added</a:t>
            </a:r>
            <a:r>
              <a:rPr lang="de-DE"/>
              <a:t> </a:t>
            </a:r>
            <a:r>
              <a:rPr lang="de-DE" err="1"/>
              <a:t>if</a:t>
            </a:r>
            <a:r>
              <a:rPr lang="de-DE"/>
              <a:t> </a:t>
            </a:r>
            <a:r>
              <a:rPr lang="de-DE" err="1"/>
              <a:t>available</a:t>
            </a:r>
            <a:r>
              <a:rPr lang="de-DE"/>
              <a:t>)</a:t>
            </a:r>
          </a:p>
          <a:p>
            <a:r>
              <a:rPr lang="de-DE"/>
              <a:t>Fill in </a:t>
            </a:r>
            <a:r>
              <a:rPr lang="de-DE" err="1"/>
              <a:t>until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most</a:t>
            </a:r>
            <a:r>
              <a:rPr lang="de-DE"/>
              <a:t> </a:t>
            </a:r>
            <a:r>
              <a:rPr lang="de-DE" err="1"/>
              <a:t>detailed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 </a:t>
            </a:r>
            <a:r>
              <a:rPr lang="de-DE" err="1"/>
              <a:t>you</a:t>
            </a:r>
            <a:r>
              <a:rPr lang="de-DE"/>
              <a:t> </a:t>
            </a:r>
            <a:r>
              <a:rPr lang="de-DE" err="1"/>
              <a:t>have</a:t>
            </a:r>
            <a:r>
              <a:rPr lang="de-DE"/>
              <a:t> </a:t>
            </a:r>
            <a:r>
              <a:rPr lang="de-DE" err="1"/>
              <a:t>information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,</a:t>
            </a:r>
            <a:br>
              <a:rPr lang="de-DE"/>
            </a:br>
            <a:r>
              <a:rPr lang="de-DE" err="1"/>
              <a:t>other</a:t>
            </a:r>
            <a:r>
              <a:rPr lang="de-DE"/>
              <a:t> </a:t>
            </a:r>
            <a:r>
              <a:rPr lang="de-DE" err="1"/>
              <a:t>columns</a:t>
            </a:r>
            <a:r>
              <a:rPr lang="de-DE"/>
              <a:t> </a:t>
            </a:r>
            <a:r>
              <a:rPr lang="de-DE">
                <a:solidFill>
                  <a:srgbClr val="FF0000"/>
                </a:solidFill>
              </a:rPr>
              <a:t>[n/a]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B41D244-6FC9-F5DF-387C-7F6BCA250D3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50F982B2-961B-43E5-B7D6-853FE9C81A2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0779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FB618-A2AA-E535-3640-0C4B6E2E53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err="1"/>
              <a:t>metals</a:t>
            </a:r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80C662F-EB97-9EC1-8CCD-A4DF232280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non-</a:t>
            </a:r>
            <a:r>
              <a:rPr lang="de-DE" err="1"/>
              <a:t>ferrous</a:t>
            </a:r>
            <a:endParaRPr lang="de-DE"/>
          </a:p>
          <a:p>
            <a:r>
              <a:rPr lang="de-DE" err="1"/>
              <a:t>ferrous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8822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F982E64B-69FB-85AE-7FFB-A72AD73BA3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045870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D0C99FC6-A0DE-2C33-2823-A1521DF95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Iron and Steel</a:t>
            </a:r>
          </a:p>
        </p:txBody>
      </p:sp>
    </p:spTree>
    <p:extLst>
      <p:ext uri="{BB962C8B-B14F-4D97-AF65-F5344CB8AC3E}">
        <p14:creationId xmlns:p14="http://schemas.microsoft.com/office/powerpoint/2010/main" val="990915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F982E64B-69FB-85AE-7FFB-A72AD73BA3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4475679"/>
              </p:ext>
            </p:extLst>
          </p:nvPr>
        </p:nvGraphicFramePr>
        <p:xfrm>
          <a:off x="2032000" y="719666"/>
          <a:ext cx="813816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el 4">
            <a:extLst>
              <a:ext uri="{FF2B5EF4-FFF2-40B4-BE49-F238E27FC236}">
                <a16:creationId xmlns:a16="http://schemas.microsoft.com/office/drawing/2014/main" id="{0DBCE589-E018-AE59-3FD7-6B26F901E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Aluminum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2761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F982E64B-69FB-85AE-7FFB-A72AD73BA3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845215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A67665-FEA2-FBB1-0596-787CF2CF0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Copper</a:t>
            </a:r>
            <a:br>
              <a:rPr lang="de-DE"/>
            </a:b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6478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296B88-ACD8-EFC9-A752-B640B8D4D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Other </a:t>
            </a:r>
            <a:r>
              <a:rPr lang="de-DE" dirty="0" err="1"/>
              <a:t>metals</a:t>
            </a:r>
            <a:br>
              <a:rPr lang="de-DE" dirty="0"/>
            </a:br>
            <a:endParaRPr lang="de-DE" dirty="0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5DECE493-393B-EDE6-34EE-4EC331E281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3508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547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D5448A-5CDB-3BB6-33C1-E7C2CEE558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err="1"/>
              <a:t>organics</a:t>
            </a:r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A1A589E-3826-60E1-0716-BACB17A17A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7957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FE4622BE-7CED-9F34-FD4A-4C6346CD8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Plastics</a:t>
            </a:r>
          </a:p>
        </p:txBody>
      </p:sp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D88C012F-2555-457F-4C1F-CD3258A089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3216316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90574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399BE3-9CBB-396B-4230-13948CE22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Wood/Timber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97BA92A-DBEA-F6BC-553F-58C93C6AE6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821499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8440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4FA6EA-15AC-6F7A-7882-8FC090911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Other</a:t>
            </a:r>
            <a:br>
              <a:rPr lang="de-DE"/>
            </a:br>
            <a:r>
              <a:rPr lang="de-DE" err="1"/>
              <a:t>organics</a:t>
            </a:r>
            <a:endParaRPr lang="de-DE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06D91D8E-2BBD-1C44-E812-5AA23186D4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392455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8482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2FBEA59-59BA-8B68-A78A-F6A56E248D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err="1"/>
              <a:t>minerals</a:t>
            </a:r>
            <a:endParaRPr lang="de-DE"/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5018643A-9D96-170A-F0FA-D2AFF51872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0238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945334-3F44-89CB-DAA2-4B1CA9AEE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Glass</a:t>
            </a:r>
            <a:br>
              <a:rPr lang="de-DE"/>
            </a:br>
            <a:r>
              <a:rPr lang="de-DE"/>
              <a:t>and</a:t>
            </a:r>
            <a:br>
              <a:rPr lang="de-DE"/>
            </a:br>
            <a:r>
              <a:rPr lang="de-DE" err="1"/>
              <a:t>ceramics</a:t>
            </a:r>
            <a:endParaRPr lang="de-DE"/>
          </a:p>
        </p:txBody>
      </p:sp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1419E0A5-8EC2-9F40-45D6-ED5E879734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317449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7379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945334-3F44-89CB-DAA2-4B1CA9AEE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Other </a:t>
            </a:r>
            <a:r>
              <a:rPr lang="de-DE" dirty="0" err="1"/>
              <a:t>minerals</a:t>
            </a:r>
            <a:endParaRPr lang="de-DE" dirty="0"/>
          </a:p>
        </p:txBody>
      </p:sp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1419E0A5-8EC2-9F40-45D6-ED5E879734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0690847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22517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0908F90-8E20-F0C0-B3D6-76EBD7F5F2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err="1"/>
              <a:t>undefined</a:t>
            </a:r>
            <a:r>
              <a:rPr lang="de-DE"/>
              <a:t> and </a:t>
            </a:r>
            <a:r>
              <a:rPr lang="de-DE" err="1"/>
              <a:t>mixed</a:t>
            </a:r>
            <a:r>
              <a:rPr lang="de-DE"/>
              <a:t> </a:t>
            </a:r>
            <a:r>
              <a:rPr lang="de-DE" err="1"/>
              <a:t>materials</a:t>
            </a:r>
            <a:endParaRPr lang="de-DE"/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7422EAD8-AE1A-A09A-9874-A3E43B2A6D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9439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4FA6EA-15AC-6F7A-7882-8FC090911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err="1"/>
              <a:t>Undefined</a:t>
            </a:r>
            <a:br>
              <a:rPr lang="de-DE"/>
            </a:br>
            <a:r>
              <a:rPr lang="de-DE"/>
              <a:t>and </a:t>
            </a:r>
            <a:r>
              <a:rPr lang="de-DE" err="1"/>
              <a:t>mixed</a:t>
            </a:r>
            <a:br>
              <a:rPr lang="de-DE"/>
            </a:br>
            <a:r>
              <a:rPr lang="de-DE" err="1"/>
              <a:t>materials</a:t>
            </a:r>
            <a:endParaRPr lang="de-DE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06D91D8E-2BBD-1C44-E812-5AA23186D4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7708145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763025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FutuRaM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2CE084"/>
      </a:accent1>
      <a:accent2>
        <a:srgbClr val="000066"/>
      </a:accent2>
      <a:accent3>
        <a:srgbClr val="A5A5A5"/>
      </a:accent3>
      <a:accent4>
        <a:srgbClr val="CECECE"/>
      </a:accent4>
      <a:accent5>
        <a:srgbClr val="FFFFFF"/>
      </a:accent5>
      <a:accent6>
        <a:srgbClr val="000000"/>
      </a:accent6>
      <a:hlink>
        <a:srgbClr val="0000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0" tIns="0" rIns="0" bIns="0" rtlCol="0" anchor="ctr">
        <a:noAutofit/>
      </a:bodyPr>
      <a:lstStyle>
        <a:defPPr>
          <a:defRPr sz="3200" b="1" dirty="0">
            <a:latin typeface="Cabin" pitchFamily="2" charset="77"/>
            <a:cs typeface="Calibri Ligh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7487076-d980-4c16-b3a0-35f4936cd682">
      <Terms xmlns="http://schemas.microsoft.com/office/infopath/2007/PartnerControls"/>
    </lcf76f155ced4ddcb4097134ff3c332f>
    <TaxCatchAll xmlns="285f0efd-af34-4a8f-9bb5-f528a47a14a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34358C7B99E24DB5B0DBF2D0977AEF" ma:contentTypeVersion="15" ma:contentTypeDescription="Create a new document." ma:contentTypeScope="" ma:versionID="63e3e105f097ba71a3c4f6c337b12b25">
  <xsd:schema xmlns:xsd="http://www.w3.org/2001/XMLSchema" xmlns:xs="http://www.w3.org/2001/XMLSchema" xmlns:p="http://schemas.microsoft.com/office/2006/metadata/properties" xmlns:ns2="285f0efd-af34-4a8f-9bb5-f528a47a14ae" xmlns:ns3="07487076-d980-4c16-b3a0-35f4936cd682" targetNamespace="http://schemas.microsoft.com/office/2006/metadata/properties" ma:root="true" ma:fieldsID="ec60781e32ab42b72337ac975eabfcd7" ns2:_="" ns3:_="">
    <xsd:import namespace="285f0efd-af34-4a8f-9bb5-f528a47a14ae"/>
    <xsd:import namespace="07487076-d980-4c16-b3a0-35f4936cd68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5f0efd-af34-4a8f-9bb5-f528a47a14a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138802dd-c190-468b-a241-0a2f21652004}" ma:internalName="TaxCatchAll" ma:showField="CatchAllData" ma:web="285f0efd-af34-4a8f-9bb5-f528a47a14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487076-d980-4c16-b3a0-35f4936cd6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8bbb71e-5fe6-4563-8435-a771e3fe8d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C9F48C7-5B2E-48BF-A9FB-C362A15EAE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A67FA64-50D2-431D-B805-CE0796AEF392}">
  <ds:schemaRefs>
    <ds:schemaRef ds:uri="07487076-d980-4c16-b3a0-35f4936cd682"/>
    <ds:schemaRef ds:uri="0bac4dbf-9187-4f52-8174-1136db7d6cea"/>
    <ds:schemaRef ds:uri="285f0efd-af34-4a8f-9bb5-f528a47a14ae"/>
    <ds:schemaRef ds:uri="40575ada-a099-489e-9e16-5759fc071d2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4AA89D0-3870-47FD-A4EE-1E7E4E1F6FC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466</Words>
  <Application>Microsoft Office PowerPoint</Application>
  <PresentationFormat>Breitbild</PresentationFormat>
  <Paragraphs>199</Paragraphs>
  <Slides>16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2" baseType="lpstr">
      <vt:lpstr>Arial</vt:lpstr>
      <vt:lpstr>Cabin</vt:lpstr>
      <vt:lpstr>Cabin SemiBold</vt:lpstr>
      <vt:lpstr>Calibri</vt:lpstr>
      <vt:lpstr>Calibri Light</vt:lpstr>
      <vt:lpstr>Thème Office</vt:lpstr>
      <vt:lpstr>PowerPoint-Präsentation</vt:lpstr>
      <vt:lpstr>Material Key</vt:lpstr>
      <vt:lpstr>metals</vt:lpstr>
      <vt:lpstr>Iron and Steel</vt:lpstr>
      <vt:lpstr>Aluminum</vt:lpstr>
      <vt:lpstr>Copper </vt:lpstr>
      <vt:lpstr>Other metals </vt:lpstr>
      <vt:lpstr>organics</vt:lpstr>
      <vt:lpstr>Plastics</vt:lpstr>
      <vt:lpstr>Wood/Timber</vt:lpstr>
      <vt:lpstr>Other organics</vt:lpstr>
      <vt:lpstr>minerals</vt:lpstr>
      <vt:lpstr>Glass and ceramics</vt:lpstr>
      <vt:lpstr>Other minerals</vt:lpstr>
      <vt:lpstr>undefined and mixed materials</vt:lpstr>
      <vt:lpstr>Undefined and mixed materials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Hello! Lorem ipsum dor si met</dc:title>
  <dc:creator>Team Spade</dc:creator>
  <cp:lastModifiedBy>TU-Pseudonym 4480858866836740</cp:lastModifiedBy>
  <cp:revision>2</cp:revision>
  <dcterms:created xsi:type="dcterms:W3CDTF">2022-10-19T14:46:37Z</dcterms:created>
  <dcterms:modified xsi:type="dcterms:W3CDTF">2023-06-02T17:38:09Z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0x010100FF34358C7B99E24DB5B0DBF2D0977AEF</vt:lpwstr>
  </property>
  <property fmtid="{D5CDD505-2E9C-101B-9397-08002B2CF9AE}" pid="3" name="MediaServiceImageTags">
    <vt:lpwstr/>
  </property>
</Properties>
</file>