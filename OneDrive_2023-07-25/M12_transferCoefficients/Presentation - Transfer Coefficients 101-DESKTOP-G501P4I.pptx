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4"/>
  </p:sldMasterIdLst>
  <p:notesMasterIdLst>
    <p:notesMasterId r:id="rId16"/>
  </p:notesMasterIdLst>
  <p:sldIdLst>
    <p:sldId id="256" r:id="rId5"/>
    <p:sldId id="322" r:id="rId6"/>
    <p:sldId id="274" r:id="rId7"/>
    <p:sldId id="314" r:id="rId8"/>
    <p:sldId id="316" r:id="rId9"/>
    <p:sldId id="317" r:id="rId10"/>
    <p:sldId id="318" r:id="rId11"/>
    <p:sldId id="319" r:id="rId12"/>
    <p:sldId id="320" r:id="rId13"/>
    <p:sldId id="313" r:id="rId14"/>
    <p:sldId id="32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0DABA7-89F4-7040-E993-7FBD146A5BD9}" name="James Horne" initials="JH" userId="S::JHE@weee-forum.org::636ecc24-fc90-4002-b281-4925fb0be686" providerId="AD"/>
  <p188:author id="{591F05D5-2560-323B-82C4-387E47EAC24F}" name="Team Spade" initials="TS" userId="S::team@spadescrl.onmicrosoft.com::9b32b1d7-b8f3-4ccc-8a27-3dc5061d62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0042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172F89-4AC8-4E68-AB7F-9CADEA08A17C}" v="53" dt="2023-06-12T13:36:32.990"/>
    <p1510:client id="{4432E2A7-29B2-F966-C6EF-9DCC349956C7}" v="3" dt="2023-06-20T08:07:32.587"/>
    <p1510:client id="{67862914-F73F-0C0E-5B72-FADEE1108BA7}" v="450" dt="2023-06-14T06:47:15.141"/>
    <p1510:client id="{99551ED8-7116-4587-92E1-ECBD851CF005}" v="283" dt="2023-06-13T08:06:05.142"/>
    <p1510:client id="{F434DFD1-AF6B-C4C6-D937-D07596D7709C}" v="17" dt="2023-06-13T13:14:58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es YAMAMOTO" userId="S::tales.yamamoto_unitar.org#ext#@weeeforum.onmicrosoft.com::668b3048-47c4-4f17-a302-fcbc7680dd0f" providerId="AD" clId="Web-{34C70354-1ED5-9B4A-A1C6-7FCD09E422FA}"/>
    <pc:docChg chg="modSld">
      <pc:chgData name="Tales YAMAMOTO" userId="S::tales.yamamoto_unitar.org#ext#@weeeforum.onmicrosoft.com::668b3048-47c4-4f17-a302-fcbc7680dd0f" providerId="AD" clId="Web-{34C70354-1ED5-9B4A-A1C6-7FCD09E422FA}" dt="2023-06-13T05:45:57.790" v="23"/>
      <pc:docMkLst>
        <pc:docMk/>
      </pc:docMkLst>
      <pc:sldChg chg="delSp modSp">
        <pc:chgData name="Tales YAMAMOTO" userId="S::tales.yamamoto_unitar.org#ext#@weeeforum.onmicrosoft.com::668b3048-47c4-4f17-a302-fcbc7680dd0f" providerId="AD" clId="Web-{34C70354-1ED5-9B4A-A1C6-7FCD09E422FA}" dt="2023-06-13T05:45:57.790" v="23"/>
        <pc:sldMkLst>
          <pc:docMk/>
          <pc:sldMk cId="1866521140" sldId="256"/>
        </pc:sldMkLst>
        <pc:spChg chg="del">
          <ac:chgData name="Tales YAMAMOTO" userId="S::tales.yamamoto_unitar.org#ext#@weeeforum.onmicrosoft.com::668b3048-47c4-4f17-a302-fcbc7680dd0f" providerId="AD" clId="Web-{34C70354-1ED5-9B4A-A1C6-7FCD09E422FA}" dt="2023-06-13T05:45:57.790" v="23"/>
          <ac:spMkLst>
            <pc:docMk/>
            <pc:sldMk cId="1866521140" sldId="256"/>
            <ac:spMk id="2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5:40.118" v="20" actId="20577"/>
          <ac:spMkLst>
            <pc:docMk/>
            <pc:sldMk cId="1866521140" sldId="256"/>
            <ac:spMk id="3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3.868" v="21"/>
          <ac:spMkLst>
            <pc:docMk/>
            <pc:sldMk cId="1866521140" sldId="256"/>
            <ac:spMk id="4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5.993" v="22"/>
          <ac:spMkLst>
            <pc:docMk/>
            <pc:sldMk cId="1866521140" sldId="256"/>
            <ac:spMk id="5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4:12.411" v="1" actId="20577"/>
          <ac:spMkLst>
            <pc:docMk/>
            <pc:sldMk cId="1866521140" sldId="256"/>
            <ac:spMk id="6" creationId="{00000000-0000-0000-0000-000000000000}"/>
          </ac:spMkLst>
        </pc:spChg>
      </pc:sldChg>
    </pc:docChg>
  </pc:docChgLst>
  <pc:docChgLst>
    <pc:chgData name="k.kippert@tu-berlin.de" userId="S::k.kippert_tu-berlin.de#ext#@weeeforum.onmicrosoft.com::759034aa-8974-4771-83e0-1f9d8c003ef9" providerId="AD" clId="Web-{99551ED8-7116-4587-92E1-ECBD851CF005}"/>
    <pc:docChg chg="modSld">
      <pc:chgData name="k.kippert@tu-berlin.de" userId="S::k.kippert_tu-berlin.de#ext#@weeeforum.onmicrosoft.com::759034aa-8974-4771-83e0-1f9d8c003ef9" providerId="AD" clId="Web-{99551ED8-7116-4587-92E1-ECBD851CF005}" dt="2023-06-13T08:06:05.142" v="236" actId="1076"/>
      <pc:docMkLst>
        <pc:docMk/>
      </pc:docMkLst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8:06:05.142" v="236" actId="1076"/>
        <pc:sldMkLst>
          <pc:docMk/>
          <pc:sldMk cId="2529174399" sldId="274"/>
        </pc:sldMkLst>
        <pc:spChg chg="add mod">
          <ac:chgData name="k.kippert@tu-berlin.de" userId="S::k.kippert_tu-berlin.de#ext#@weeeforum.onmicrosoft.com::759034aa-8974-4771-83e0-1f9d8c003ef9" providerId="AD" clId="Web-{99551ED8-7116-4587-92E1-ECBD851CF005}" dt="2023-06-13T08:06:05.142" v="236" actId="1076"/>
          <ac:spMkLst>
            <pc:docMk/>
            <pc:sldMk cId="2529174399" sldId="274"/>
            <ac:spMk id="6" creationId="{C0C4237C-6CC9-00C2-29E2-5F3B532EAEA0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31:53.848" v="114" actId="1076"/>
          <ac:spMkLst>
            <pc:docMk/>
            <pc:sldMk cId="2529174399" sldId="274"/>
            <ac:spMk id="7" creationId="{43809488-CD8C-91E4-7762-E5414D211C5E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4:33.826" v="226" actId="1076"/>
          <ac:spMkLst>
            <pc:docMk/>
            <pc:sldMk cId="2529174399" sldId="274"/>
            <ac:spMk id="8" creationId="{E4FADD8C-4343-8576-D4ED-2DE11C4A5609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55.673" v="235" actId="1076"/>
          <ac:spMkLst>
            <pc:docMk/>
            <pc:sldMk cId="2529174399" sldId="274"/>
            <ac:spMk id="10" creationId="{B9CC72CB-8124-7104-8391-013E9CE5884F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15.281" v="230" actId="1076"/>
          <ac:spMkLst>
            <pc:docMk/>
            <pc:sldMk cId="2529174399" sldId="274"/>
            <ac:spMk id="11" creationId="{63446B53-3D57-B9DD-F20E-4FAC462373B3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3:55.763" v="221" actId="1076"/>
          <ac:spMkLst>
            <pc:docMk/>
            <pc:sldMk cId="2529174399" sldId="274"/>
            <ac:spMk id="43" creationId="{9A6B6FFE-4BFB-8E65-5D85-081BD4271D48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4:07.482" v="222" actId="1076"/>
          <ac:spMkLst>
            <pc:docMk/>
            <pc:sldMk cId="2529174399" sldId="274"/>
            <ac:spMk id="44" creationId="{779F8EC6-C435-B283-F4F1-1DC92818BC9E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0.477" v="138"/>
          <ac:spMkLst>
            <pc:docMk/>
            <pc:sldMk cId="2529174399" sldId="274"/>
            <ac:spMk id="47" creationId="{DE6E59E6-8BE7-392B-44E2-D348623DD7F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08.711" v="133"/>
          <ac:spMkLst>
            <pc:docMk/>
            <pc:sldMk cId="2529174399" sldId="274"/>
            <ac:spMk id="48" creationId="{90785A12-F74D-0C2F-5389-3B2D117FC024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32.165" v="140"/>
          <ac:spMkLst>
            <pc:docMk/>
            <pc:sldMk cId="2529174399" sldId="274"/>
            <ac:spMk id="49" creationId="{29BA5A1B-65E8-927C-D445-A9CC0E9DE0A2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5:25.422" v="232" actId="20577"/>
          <ac:spMkLst>
            <pc:docMk/>
            <pc:sldMk cId="2529174399" sldId="274"/>
            <ac:spMk id="51" creationId="{C370F3EE-F344-0108-3999-2A0280EA24BD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4.883" v="135"/>
          <ac:spMkLst>
            <pc:docMk/>
            <pc:sldMk cId="2529174399" sldId="274"/>
            <ac:spMk id="54" creationId="{0AF3F92B-334A-1178-C0C2-29B6AED0C60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9.572" v="139"/>
          <ac:spMkLst>
            <pc:docMk/>
            <pc:sldMk cId="2529174399" sldId="274"/>
            <ac:spMk id="55" creationId="{F4AD6236-EBD1-456A-EC44-AF0545D545B5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0.383" v="134"/>
          <ac:spMkLst>
            <pc:docMk/>
            <pc:sldMk cId="2529174399" sldId="274"/>
            <ac:spMk id="56" creationId="{7A16E90C-3A8E-2430-A275-4364935E3C59}"/>
          </ac:spMkLst>
        </pc:spChg>
        <pc:grpChg chg="add del mod">
          <ac:chgData name="k.kippert@tu-berlin.de" userId="S::k.kippert_tu-berlin.de#ext#@weeeforum.onmicrosoft.com::759034aa-8974-4771-83e0-1f9d8c003ef9" providerId="AD" clId="Web-{99551ED8-7116-4587-92E1-ECBD851CF005}" dt="2023-06-13T08:03:43.809" v="220" actId="1076"/>
          <ac:grpSpMkLst>
            <pc:docMk/>
            <pc:sldMk cId="2529174399" sldId="274"/>
            <ac:grpSpMk id="57" creationId="{DF4E9A1A-3A72-C7AD-E37D-A60FEDDA8683}"/>
          </ac:grpSpMkLst>
        </pc:grp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0:14.870" v="148" actId="20577"/>
        <pc:sldMkLst>
          <pc:docMk/>
          <pc:sldMk cId="2849440224" sldId="313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0:14.870" v="148" actId="20577"/>
          <ac:spMkLst>
            <pc:docMk/>
            <pc:sldMk cId="2849440224" sldId="313"/>
            <ac:spMk id="3" creationId="{884B9DFE-92CD-910A-DCFB-52364F65C62D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18:08.532" v="25" actId="20577"/>
        <pc:sldMkLst>
          <pc:docMk/>
          <pc:sldMk cId="1595682693" sldId="318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16:41.419" v="4" actId="14100"/>
          <ac:spMkLst>
            <pc:docMk/>
            <pc:sldMk cId="1595682693" sldId="318"/>
            <ac:spMk id="12" creationId="{6BEE0628-9919-FEFD-E0B5-DA72E4E026C6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7:27.984" v="6" actId="1076"/>
          <ac:spMkLst>
            <pc:docMk/>
            <pc:sldMk cId="1595682693" sldId="318"/>
            <ac:spMk id="19" creationId="{6BDB9D06-345D-EB7B-F0F4-AF2A731C7C6A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17:32.828" v="8"/>
          <ac:spMkLst>
            <pc:docMk/>
            <pc:sldMk cId="1595682693" sldId="318"/>
            <ac:spMk id="26" creationId="{ECC1DA42-3FBD-E598-CF4C-CA044E047774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8:08.532" v="25" actId="20577"/>
          <ac:spMkLst>
            <pc:docMk/>
            <pc:sldMk cId="1595682693" sldId="318"/>
            <ac:spMk id="27" creationId="{D757438D-EFA2-A06C-7934-610A6A596B61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34:08.792" v="145"/>
        <pc:sldMkLst>
          <pc:docMk/>
          <pc:sldMk cId="2349571362" sldId="320"/>
        </pc:sldMkLst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8.792" v="145"/>
          <ac:spMkLst>
            <pc:docMk/>
            <pc:sldMk cId="2349571362" sldId="320"/>
            <ac:spMk id="3" creationId="{035D69E5-51A8-5ABD-886A-8A66894D9BDD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0.994" v="27" actId="20577"/>
          <ac:spMkLst>
            <pc:docMk/>
            <pc:sldMk cId="2349571362" sldId="320"/>
            <ac:spMk id="4" creationId="{668598DA-9676-9BAF-2836-8DAA12659C7C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02.472" v="65"/>
          <ac:spMkLst>
            <pc:docMk/>
            <pc:sldMk cId="2349571362" sldId="320"/>
            <ac:spMk id="14" creationId="{A102644B-A3B6-BA7A-263D-424DF7438E17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4.604" v="28" actId="20577"/>
          <ac:spMkLst>
            <pc:docMk/>
            <pc:sldMk cId="2349571362" sldId="320"/>
            <ac:spMk id="16" creationId="{A8F5A6E4-8A94-87D4-29E6-F56AB8F7E888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11.581" v="67"/>
          <ac:spMkLst>
            <pc:docMk/>
            <pc:sldMk cId="2349571362" sldId="320"/>
            <ac:spMk id="27" creationId="{F52C6462-D32E-D93E-5D67-993A63A1E8A1}"/>
          </ac:spMkLst>
        </pc:spChg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4.276" v="143"/>
          <ac:spMkLst>
            <pc:docMk/>
            <pc:sldMk cId="2349571362" sldId="320"/>
            <ac:spMk id="28" creationId="{3E167FA8-FCAF-37AA-1313-07B56EB1BB4B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45.247" v="91" actId="1076"/>
          <ac:spMkLst>
            <pc:docMk/>
            <pc:sldMk cId="2349571362" sldId="320"/>
            <ac:spMk id="45" creationId="{381B590C-F0E4-638A-175A-9496D6C0C56A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36.403" v="90" actId="20577"/>
          <ac:spMkLst>
            <pc:docMk/>
            <pc:sldMk cId="2349571362" sldId="320"/>
            <ac:spMk id="47" creationId="{A81CA61E-22F2-861D-8DF8-987A982D2D8F}"/>
          </ac:spMkLst>
        </pc:sp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6.448" v="144"/>
          <ac:cxnSpMkLst>
            <pc:docMk/>
            <pc:sldMk cId="2349571362" sldId="320"/>
            <ac:cxnSpMk id="6" creationId="{E57BC065-3B1E-F210-5802-D17551262B18}"/>
          </ac:cxnSpMkLst>
        </pc:cxn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3.088" v="142"/>
          <ac:cxnSpMkLst>
            <pc:docMk/>
            <pc:sldMk cId="2349571362" sldId="320"/>
            <ac:cxnSpMk id="29" creationId="{E8E31686-D728-B7C6-3690-8D893FB39008}"/>
          </ac:cxnSpMkLst>
        </pc:cxn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7:37.420" v="218" actId="20577"/>
        <pc:sldMkLst>
          <pc:docMk/>
          <pc:sldMk cId="2468383147" sldId="321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7:37.420" v="218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Tales YAMAMOTO" userId="c1b5a676-d912-4985-aea1-95f4f14d8b72" providerId="ADAL" clId="{12172F89-4AC8-4E68-AB7F-9CADEA08A17C}"/>
    <pc:docChg chg="undo custSel addSld modSld">
      <pc:chgData name="Tales YAMAMOTO" userId="c1b5a676-d912-4985-aea1-95f4f14d8b72" providerId="ADAL" clId="{12172F89-4AC8-4E68-AB7F-9CADEA08A17C}" dt="2023-06-14T06:00:21.453" v="137" actId="14100"/>
      <pc:docMkLst>
        <pc:docMk/>
      </pc:docMkLst>
      <pc:sldChg chg="modSp mod">
        <pc:chgData name="Tales YAMAMOTO" userId="c1b5a676-d912-4985-aea1-95f4f14d8b72" providerId="ADAL" clId="{12172F89-4AC8-4E68-AB7F-9CADEA08A17C}" dt="2023-06-14T06:00:21.453" v="137" actId="14100"/>
        <pc:sldMkLst>
          <pc:docMk/>
          <pc:sldMk cId="2529174399" sldId="274"/>
        </pc:sldMkLst>
        <pc:spChg chg="mod">
          <ac:chgData name="Tales YAMAMOTO" userId="c1b5a676-d912-4985-aea1-95f4f14d8b72" providerId="ADAL" clId="{12172F89-4AC8-4E68-AB7F-9CADEA08A17C}" dt="2023-06-14T06:00:21.453" v="137" actId="14100"/>
          <ac:spMkLst>
            <pc:docMk/>
            <pc:sldMk cId="2529174399" sldId="274"/>
            <ac:spMk id="6" creationId="{C0C4237C-6CC9-00C2-29E2-5F3B532EAEA0}"/>
          </ac:spMkLst>
        </pc:spChg>
      </pc:sldChg>
      <pc:sldChg chg="addSp modSp mod modAnim">
        <pc:chgData name="Tales YAMAMOTO" userId="c1b5a676-d912-4985-aea1-95f4f14d8b72" providerId="ADAL" clId="{12172F89-4AC8-4E68-AB7F-9CADEA08A17C}" dt="2023-06-12T13:32:17.495" v="115"/>
        <pc:sldMkLst>
          <pc:docMk/>
          <pc:sldMk cId="2849440224" sldId="313"/>
        </pc:sldMkLst>
        <pc:spChg chg="mod">
          <ac:chgData name="Tales YAMAMOTO" userId="c1b5a676-d912-4985-aea1-95f4f14d8b72" providerId="ADAL" clId="{12172F89-4AC8-4E68-AB7F-9CADEA08A17C}" dt="2023-06-12T13:19:25.511" v="3" actId="21"/>
          <ac:spMkLst>
            <pc:docMk/>
            <pc:sldMk cId="2849440224" sldId="313"/>
            <ac:spMk id="3" creationId="{884B9DFE-92CD-910A-DCFB-52364F65C62D}"/>
          </ac:spMkLst>
        </pc:spChg>
        <pc:picChg chg="add mod">
          <ac:chgData name="Tales YAMAMOTO" userId="c1b5a676-d912-4985-aea1-95f4f14d8b72" providerId="ADAL" clId="{12172F89-4AC8-4E68-AB7F-9CADEA08A17C}" dt="2023-06-12T13:19:30.437" v="4" actId="1076"/>
          <ac:picMkLst>
            <pc:docMk/>
            <pc:sldMk cId="2849440224" sldId="313"/>
            <ac:picMk id="5" creationId="{899CE332-F188-EDEE-E1A5-E9E20D963497}"/>
          </ac:picMkLst>
        </pc:picChg>
      </pc:sldChg>
      <pc:sldChg chg="modAnim">
        <pc:chgData name="Tales YAMAMOTO" userId="c1b5a676-d912-4985-aea1-95f4f14d8b72" providerId="ADAL" clId="{12172F89-4AC8-4E68-AB7F-9CADEA08A17C}" dt="2023-06-12T13:23:27.695" v="21"/>
        <pc:sldMkLst>
          <pc:docMk/>
          <pc:sldMk cId="3145337736" sldId="316"/>
        </pc:sldMkLst>
      </pc:sldChg>
      <pc:sldChg chg="modAnim">
        <pc:chgData name="Tales YAMAMOTO" userId="c1b5a676-d912-4985-aea1-95f4f14d8b72" providerId="ADAL" clId="{12172F89-4AC8-4E68-AB7F-9CADEA08A17C}" dt="2023-06-12T13:23:55.647" v="23"/>
        <pc:sldMkLst>
          <pc:docMk/>
          <pc:sldMk cId="2874422108" sldId="317"/>
        </pc:sldMkLst>
      </pc:sldChg>
      <pc:sldChg chg="addSp modSp mod modAnim">
        <pc:chgData name="Tales YAMAMOTO" userId="c1b5a676-d912-4985-aea1-95f4f14d8b72" providerId="ADAL" clId="{12172F89-4AC8-4E68-AB7F-9CADEA08A17C}" dt="2023-06-12T13:36:32.990" v="135"/>
        <pc:sldMkLst>
          <pc:docMk/>
          <pc:sldMk cId="1595682693" sldId="318"/>
        </pc:sldMkLst>
        <pc:spChg chg="mod">
          <ac:chgData name="Tales YAMAMOTO" userId="c1b5a676-d912-4985-aea1-95f4f14d8b72" providerId="ADAL" clId="{12172F89-4AC8-4E68-AB7F-9CADEA08A17C}" dt="2023-06-12T13:24:52.108" v="33" actId="1076"/>
          <ac:spMkLst>
            <pc:docMk/>
            <pc:sldMk cId="1595682693" sldId="318"/>
            <ac:spMk id="8" creationId="{5A5E772C-B436-6F63-498B-F4E98B1E3E59}"/>
          </ac:spMkLst>
        </pc:spChg>
        <pc:spChg chg="mod">
          <ac:chgData name="Tales YAMAMOTO" userId="c1b5a676-d912-4985-aea1-95f4f14d8b72" providerId="ADAL" clId="{12172F89-4AC8-4E68-AB7F-9CADEA08A17C}" dt="2023-06-12T13:33:15.379" v="121" actId="1076"/>
          <ac:spMkLst>
            <pc:docMk/>
            <pc:sldMk cId="1595682693" sldId="318"/>
            <ac:spMk id="12" creationId="{6BEE0628-9919-FEFD-E0B5-DA72E4E026C6}"/>
          </ac:spMkLst>
        </pc:spChg>
        <pc:spChg chg="mod">
          <ac:chgData name="Tales YAMAMOTO" userId="c1b5a676-d912-4985-aea1-95f4f14d8b72" providerId="ADAL" clId="{12172F89-4AC8-4E68-AB7F-9CADEA08A17C}" dt="2023-06-12T13:25:50.405" v="40" actId="20577"/>
          <ac:spMkLst>
            <pc:docMk/>
            <pc:sldMk cId="1595682693" sldId="318"/>
            <ac:spMk id="17" creationId="{C453EAD3-66D0-700A-09E6-FD15FB283D37}"/>
          </ac:spMkLst>
        </pc:spChg>
        <pc:spChg chg="mod">
          <ac:chgData name="Tales YAMAMOTO" userId="c1b5a676-d912-4985-aea1-95f4f14d8b72" providerId="ADAL" clId="{12172F89-4AC8-4E68-AB7F-9CADEA08A17C}" dt="2023-06-12T13:25:44.529" v="37"/>
          <ac:spMkLst>
            <pc:docMk/>
            <pc:sldMk cId="1595682693" sldId="318"/>
            <ac:spMk id="18" creationId="{AE81A5EF-BAE2-B0C2-5A01-50C424A5CC26}"/>
          </ac:spMkLst>
        </pc:spChg>
        <pc:spChg chg="add mod">
          <ac:chgData name="Tales YAMAMOTO" userId="c1b5a676-d912-4985-aea1-95f4f14d8b72" providerId="ADAL" clId="{12172F89-4AC8-4E68-AB7F-9CADEA08A17C}" dt="2023-06-12T13:35:34.242" v="132" actId="208"/>
          <ac:spMkLst>
            <pc:docMk/>
            <pc:sldMk cId="1595682693" sldId="318"/>
            <ac:spMk id="30" creationId="{B8F3B86B-BC35-6456-770F-EE949C8D4652}"/>
          </ac:spMkLst>
        </pc:spChg>
        <pc:grpChg chg="mod">
          <ac:chgData name="Tales YAMAMOTO" userId="c1b5a676-d912-4985-aea1-95f4f14d8b72" providerId="ADAL" clId="{12172F89-4AC8-4E68-AB7F-9CADEA08A17C}" dt="2023-06-12T13:24:33.324" v="24" actId="1076"/>
          <ac:grpSpMkLst>
            <pc:docMk/>
            <pc:sldMk cId="1595682693" sldId="318"/>
            <ac:grpSpMk id="11" creationId="{32228F43-FC8C-0969-2F31-A3B8D793878E}"/>
          </ac:grpSpMkLst>
        </pc:grpChg>
        <pc:grpChg chg="add mod">
          <ac:chgData name="Tales YAMAMOTO" userId="c1b5a676-d912-4985-aea1-95f4f14d8b72" providerId="ADAL" clId="{12172F89-4AC8-4E68-AB7F-9CADEA08A17C}" dt="2023-06-12T13:25:54.588" v="41" actId="1076"/>
          <ac:grpSpMkLst>
            <pc:docMk/>
            <pc:sldMk cId="1595682693" sldId="318"/>
            <ac:grpSpMk id="16" creationId="{69502961-01D4-B138-B6EB-140F249D7E35}"/>
          </ac:grpSpMkLst>
        </pc:grpChg>
        <pc:picChg chg="add mod">
          <ac:chgData name="Tales YAMAMOTO" userId="c1b5a676-d912-4985-aea1-95f4f14d8b72" providerId="ADAL" clId="{12172F89-4AC8-4E68-AB7F-9CADEA08A17C}" dt="2023-06-12T13:33:18.963" v="122" actId="1076"/>
          <ac:picMkLst>
            <pc:docMk/>
            <pc:sldMk cId="1595682693" sldId="318"/>
            <ac:picMk id="21" creationId="{A46B628A-C0FE-8A87-4BBC-FEDBCE8D00C6}"/>
          </ac:picMkLst>
        </pc:picChg>
      </pc:sldChg>
      <pc:sldChg chg="addSp modSp mod modAnim">
        <pc:chgData name="Tales YAMAMOTO" userId="c1b5a676-d912-4985-aea1-95f4f14d8b72" providerId="ADAL" clId="{12172F89-4AC8-4E68-AB7F-9CADEA08A17C}" dt="2023-06-12T13:32:07.704" v="114"/>
        <pc:sldMkLst>
          <pc:docMk/>
          <pc:sldMk cId="2349571362" sldId="320"/>
        </pc:sldMkLst>
        <pc:spChg chg="mod">
          <ac:chgData name="Tales YAMAMOTO" userId="c1b5a676-d912-4985-aea1-95f4f14d8b72" providerId="ADAL" clId="{12172F89-4AC8-4E68-AB7F-9CADEA08A17C}" dt="2023-06-12T13:27:47.294" v="47" actId="20577"/>
          <ac:spMkLst>
            <pc:docMk/>
            <pc:sldMk cId="2349571362" sldId="320"/>
            <ac:spMk id="2" creationId="{AF85D9F8-CEF3-A6A1-77AB-5A8F041758C0}"/>
          </ac:spMkLst>
        </pc:spChg>
        <pc:spChg chg="mod">
          <ac:chgData name="Tales YAMAMOTO" userId="c1b5a676-d912-4985-aea1-95f4f14d8b72" providerId="ADAL" clId="{12172F89-4AC8-4E68-AB7F-9CADEA08A17C}" dt="2023-06-12T13:29:20.852" v="78" actId="1076"/>
          <ac:spMkLst>
            <pc:docMk/>
            <pc:sldMk cId="2349571362" sldId="320"/>
            <ac:spMk id="17" creationId="{73A0AEF6-EA88-8AD3-C82F-6435AD79338B}"/>
          </ac:spMkLst>
        </pc:spChg>
        <pc:spChg chg="mod">
          <ac:chgData name="Tales YAMAMOTO" userId="c1b5a676-d912-4985-aea1-95f4f14d8b72" providerId="ADAL" clId="{12172F89-4AC8-4E68-AB7F-9CADEA08A17C}" dt="2023-06-12T13:32:06.332" v="113" actId="1076"/>
          <ac:spMkLst>
            <pc:docMk/>
            <pc:sldMk cId="2349571362" sldId="320"/>
            <ac:spMk id="30" creationId="{6D447EB2-5C1F-BC31-A95E-04A438A33B8C}"/>
          </ac:spMkLst>
        </pc:spChg>
        <pc:spChg chg="mod">
          <ac:chgData name="Tales YAMAMOTO" userId="c1b5a676-d912-4985-aea1-95f4f14d8b72" providerId="ADAL" clId="{12172F89-4AC8-4E68-AB7F-9CADEA08A17C}" dt="2023-06-12T13:27:55.873" v="49" actId="21"/>
          <ac:spMkLst>
            <pc:docMk/>
            <pc:sldMk cId="2349571362" sldId="320"/>
            <ac:spMk id="31" creationId="{05A2D7C7-FC12-6689-F78B-F117D9E3DA67}"/>
          </ac:spMkLst>
        </pc:spChg>
        <pc:spChg chg="mod">
          <ac:chgData name="Tales YAMAMOTO" userId="c1b5a676-d912-4985-aea1-95f4f14d8b72" providerId="ADAL" clId="{12172F89-4AC8-4E68-AB7F-9CADEA08A17C}" dt="2023-06-12T13:30:31.683" v="92" actId="20577"/>
          <ac:spMkLst>
            <pc:docMk/>
            <pc:sldMk cId="2349571362" sldId="320"/>
            <ac:spMk id="34" creationId="{E551FCE0-228E-4157-D141-6C788BC0BCB1}"/>
          </ac:spMkLst>
        </pc:spChg>
        <pc:spChg chg="mod">
          <ac:chgData name="Tales YAMAMOTO" userId="c1b5a676-d912-4985-aea1-95f4f14d8b72" providerId="ADAL" clId="{12172F89-4AC8-4E68-AB7F-9CADEA08A17C}" dt="2023-06-12T13:30:40.728" v="96" actId="6549"/>
          <ac:spMkLst>
            <pc:docMk/>
            <pc:sldMk cId="2349571362" sldId="320"/>
            <ac:spMk id="38" creationId="{E9FF50AF-0BA4-192B-71C0-1AE5D51B8635}"/>
          </ac:spMkLst>
        </pc:spChg>
        <pc:spChg chg="add mod">
          <ac:chgData name="Tales YAMAMOTO" userId="c1b5a676-d912-4985-aea1-95f4f14d8b72" providerId="ADAL" clId="{12172F89-4AC8-4E68-AB7F-9CADEA08A17C}" dt="2023-06-12T13:29:50.850" v="84" actId="20577"/>
          <ac:spMkLst>
            <pc:docMk/>
            <pc:sldMk cId="2349571362" sldId="320"/>
            <ac:spMk id="41" creationId="{1EEDD60E-E804-F87E-CA36-17013073A56D}"/>
          </ac:spMkLst>
        </pc:spChg>
        <pc:spChg chg="add mod">
          <ac:chgData name="Tales YAMAMOTO" userId="c1b5a676-d912-4985-aea1-95f4f14d8b72" providerId="ADAL" clId="{12172F89-4AC8-4E68-AB7F-9CADEA08A17C}" dt="2023-06-12T13:28:54.936" v="69" actId="6549"/>
          <ac:spMkLst>
            <pc:docMk/>
            <pc:sldMk cId="2349571362" sldId="320"/>
            <ac:spMk id="42" creationId="{2B59A7A0-99C7-3897-DA6A-F574E70CDE76}"/>
          </ac:spMkLst>
        </pc:spChg>
        <pc:spChg chg="add mod">
          <ac:chgData name="Tales YAMAMOTO" userId="c1b5a676-d912-4985-aea1-95f4f14d8b72" providerId="ADAL" clId="{12172F89-4AC8-4E68-AB7F-9CADEA08A17C}" dt="2023-06-12T13:29:03.736" v="72" actId="20577"/>
          <ac:spMkLst>
            <pc:docMk/>
            <pc:sldMk cId="2349571362" sldId="320"/>
            <ac:spMk id="43" creationId="{9D7D8F9C-FA0F-09BE-6047-BB230A27C2B6}"/>
          </ac:spMkLst>
        </pc:spChg>
        <pc:spChg chg="add mod">
          <ac:chgData name="Tales YAMAMOTO" userId="c1b5a676-d912-4985-aea1-95f4f14d8b72" providerId="ADAL" clId="{12172F89-4AC8-4E68-AB7F-9CADEA08A17C}" dt="2023-06-12T13:29:30.819" v="80" actId="20577"/>
          <ac:spMkLst>
            <pc:docMk/>
            <pc:sldMk cId="2349571362" sldId="320"/>
            <ac:spMk id="44" creationId="{4A1CFD98-273A-0019-1510-09AE6EF609AF}"/>
          </ac:spMkLst>
        </pc:spChg>
        <pc:spChg chg="add mod">
          <ac:chgData name="Tales YAMAMOTO" userId="c1b5a676-d912-4985-aea1-95f4f14d8b72" providerId="ADAL" clId="{12172F89-4AC8-4E68-AB7F-9CADEA08A17C}" dt="2023-06-12T13:29:46.298" v="83" actId="20577"/>
          <ac:spMkLst>
            <pc:docMk/>
            <pc:sldMk cId="2349571362" sldId="320"/>
            <ac:spMk id="45" creationId="{381B590C-F0E4-638A-175A-9496D6C0C56A}"/>
          </ac:spMkLst>
        </pc:spChg>
        <pc:spChg chg="add mod">
          <ac:chgData name="Tales YAMAMOTO" userId="c1b5a676-d912-4985-aea1-95f4f14d8b72" providerId="ADAL" clId="{12172F89-4AC8-4E68-AB7F-9CADEA08A17C}" dt="2023-06-12T13:30:05.668" v="88" actId="1076"/>
          <ac:spMkLst>
            <pc:docMk/>
            <pc:sldMk cId="2349571362" sldId="320"/>
            <ac:spMk id="46" creationId="{5D3FC0C1-0B2D-0A4F-1DBE-0B7523708BF0}"/>
          </ac:spMkLst>
        </pc:spChg>
        <pc:spChg chg="add mod">
          <ac:chgData name="Tales YAMAMOTO" userId="c1b5a676-d912-4985-aea1-95f4f14d8b72" providerId="ADAL" clId="{12172F89-4AC8-4E68-AB7F-9CADEA08A17C}" dt="2023-06-12T13:30:56.149" v="98" actId="1076"/>
          <ac:spMkLst>
            <pc:docMk/>
            <pc:sldMk cId="2349571362" sldId="320"/>
            <ac:spMk id="47" creationId="{A81CA61E-22F2-861D-8DF8-987A982D2D8F}"/>
          </ac:spMkLst>
        </pc:spChg>
        <pc:spChg chg="add mod">
          <ac:chgData name="Tales YAMAMOTO" userId="c1b5a676-d912-4985-aea1-95f4f14d8b72" providerId="ADAL" clId="{12172F89-4AC8-4E68-AB7F-9CADEA08A17C}" dt="2023-06-12T13:31:08.531" v="101" actId="20577"/>
          <ac:spMkLst>
            <pc:docMk/>
            <pc:sldMk cId="2349571362" sldId="320"/>
            <ac:spMk id="48" creationId="{9A408176-654B-0D93-D816-2EF607DD9089}"/>
          </ac:spMkLst>
        </pc:spChg>
        <pc:spChg chg="add mod">
          <ac:chgData name="Tales YAMAMOTO" userId="c1b5a676-d912-4985-aea1-95f4f14d8b72" providerId="ADAL" clId="{12172F89-4AC8-4E68-AB7F-9CADEA08A17C}" dt="2023-06-12T13:31:16.807" v="106" actId="20577"/>
          <ac:spMkLst>
            <pc:docMk/>
            <pc:sldMk cId="2349571362" sldId="320"/>
            <ac:spMk id="49" creationId="{68859CE6-50E1-FDFC-EFEB-AC074D685C90}"/>
          </ac:spMkLst>
        </pc:spChg>
        <pc:spChg chg="add mod">
          <ac:chgData name="Tales YAMAMOTO" userId="c1b5a676-d912-4985-aea1-95f4f14d8b72" providerId="ADAL" clId="{12172F89-4AC8-4E68-AB7F-9CADEA08A17C}" dt="2023-06-12T13:31:23.192" v="109" actId="20577"/>
          <ac:spMkLst>
            <pc:docMk/>
            <pc:sldMk cId="2349571362" sldId="320"/>
            <ac:spMk id="50" creationId="{EA652EB0-82C7-45E9-5B64-29F271F6F309}"/>
          </ac:spMkLst>
        </pc:spChg>
      </pc:sldChg>
      <pc:sldChg chg="delSp modSp add mod">
        <pc:chgData name="Tales YAMAMOTO" userId="c1b5a676-d912-4985-aea1-95f4f14d8b72" providerId="ADAL" clId="{12172F89-4AC8-4E68-AB7F-9CADEA08A17C}" dt="2023-06-12T13:19:48.742" v="20" actId="20577"/>
        <pc:sldMkLst>
          <pc:docMk/>
          <pc:sldMk cId="2468383147" sldId="321"/>
        </pc:sldMkLst>
        <pc:spChg chg="mod">
          <ac:chgData name="Tales YAMAMOTO" userId="c1b5a676-d912-4985-aea1-95f4f14d8b72" providerId="ADAL" clId="{12172F89-4AC8-4E68-AB7F-9CADEA08A17C}" dt="2023-06-12T13:19:48.742" v="20" actId="20577"/>
          <ac:spMkLst>
            <pc:docMk/>
            <pc:sldMk cId="2468383147" sldId="321"/>
            <ac:spMk id="2" creationId="{23DBA514-8DB0-B3F7-6561-C4D6C8DEDE14}"/>
          </ac:spMkLst>
        </pc:spChg>
        <pc:spChg chg="mod">
          <ac:chgData name="Tales YAMAMOTO" userId="c1b5a676-d912-4985-aea1-95f4f14d8b72" providerId="ADAL" clId="{12172F89-4AC8-4E68-AB7F-9CADEA08A17C}" dt="2023-06-12T13:19:40.359" v="6"/>
          <ac:spMkLst>
            <pc:docMk/>
            <pc:sldMk cId="2468383147" sldId="321"/>
            <ac:spMk id="3" creationId="{884B9DFE-92CD-910A-DCFB-52364F65C62D}"/>
          </ac:spMkLst>
        </pc:spChg>
        <pc:picChg chg="del">
          <ac:chgData name="Tales YAMAMOTO" userId="c1b5a676-d912-4985-aea1-95f4f14d8b72" providerId="ADAL" clId="{12172F89-4AC8-4E68-AB7F-9CADEA08A17C}" dt="2023-06-12T13:19:42.518" v="7" actId="478"/>
          <ac:picMkLst>
            <pc:docMk/>
            <pc:sldMk cId="2468383147" sldId="321"/>
            <ac:picMk id="5" creationId="{899CE332-F188-EDEE-E1A5-E9E20D963497}"/>
          </ac:picMkLst>
        </pc:picChg>
      </pc:sldChg>
    </pc:docChg>
  </pc:docChgLst>
  <pc:docChgLst>
    <pc:chgData name="McDowall, S.C. (Stewart)" userId="S::s.c.mcdowall_cml.leidenuniv.nl#ext#@weeeforum.onmicrosoft.com::8e52c618-aa7e-4478-bf5e-d8b66f2796b1" providerId="AD" clId="Web-{67862914-F73F-0C0E-5B72-FADEE1108BA7}"/>
    <pc:docChg chg="addSld modSld sldOrd">
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  <ac:spMkLst>
            <pc:docMk/>
            <pc:sldMk cId="2468383147" sldId="321"/>
            <ac:spMk id="3" creationId="{884B9DFE-92CD-910A-DCFB-52364F65C62D}"/>
          </ac:spMkLst>
        </pc:spChg>
      </pc:sldChg>
      <pc:sldChg chg="modSp new ord">
  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<pc:sldMkLst>
          <pc:docMk/>
          <pc:sldMk cId="517160134" sldId="322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28:34.230" v="17" actId="20577"/>
          <ac:spMkLst>
            <pc:docMk/>
            <pc:sldMk cId="517160134" sldId="322"/>
            <ac:spMk id="2" creationId="{029CB262-B6DE-7C23-BA6E-A0FC118110AF}"/>
          </ac:spMkLst>
        </pc:spChg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  <ac:spMkLst>
            <pc:docMk/>
            <pc:sldMk cId="517160134" sldId="322"/>
            <ac:spMk id="3" creationId="{925DA78F-2378-2206-50DC-AA70EFD0EECD}"/>
          </ac:spMkLst>
        </pc:spChg>
      </pc:sldChg>
    </pc:docChg>
  </pc:docChgLst>
  <pc:docChgLst>
    <pc:chgData name="McDowall, S.C. (Stewart)" userId="S::s.c.mcdowall_cml.leidenuniv.nl#ext#@weeeforum.onmicrosoft.com::8e52c618-aa7e-4478-bf5e-d8b66f2796b1" providerId="AD" clId="Web-{F434DFD1-AF6B-C4C6-D937-D07596D7709C}"/>
    <pc:docChg chg="modSld">
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hu" userId="S::hu_tu-berlin.de#ext#@weeeforum.onmicrosoft.com::0b08f4ee-8745-4679-ba95-6a14c937479b" providerId="AD" clId="Web-{4432E2A7-29B2-F966-C6EF-9DCC349956C7}"/>
    <pc:docChg chg="modSld">
      <pc:chgData name="hu" userId="S::hu_tu-berlin.de#ext#@weeeforum.onmicrosoft.com::0b08f4ee-8745-4679-ba95-6a14c937479b" providerId="AD" clId="Web-{4432E2A7-29B2-F966-C6EF-9DCC349956C7}" dt="2023-06-20T08:07:32.587" v="2" actId="14100"/>
      <pc:docMkLst>
        <pc:docMk/>
      </pc:docMkLst>
      <pc:sldChg chg="modSp">
        <pc:chgData name="hu" userId="S::hu_tu-berlin.de#ext#@weeeforum.onmicrosoft.com::0b08f4ee-8745-4679-ba95-6a14c937479b" providerId="AD" clId="Web-{4432E2A7-29B2-F966-C6EF-9DCC349956C7}" dt="2023-06-20T08:07:32.587" v="2" actId="14100"/>
        <pc:sldMkLst>
          <pc:docMk/>
          <pc:sldMk cId="2529174399" sldId="274"/>
        </pc:sldMkLst>
        <pc:spChg chg="mod">
          <ac:chgData name="hu" userId="S::hu_tu-berlin.de#ext#@weeeforum.onmicrosoft.com::0b08f4ee-8745-4679-ba95-6a14c937479b" providerId="AD" clId="Web-{4432E2A7-29B2-F966-C6EF-9DCC349956C7}" dt="2023-06-20T08:07:32.587" v="2" actId="14100"/>
          <ac:spMkLst>
            <pc:docMk/>
            <pc:sldMk cId="2529174399" sldId="274"/>
            <ac:spMk id="2" creationId="{6FC47AB4-9CC3-C351-81ED-973259EF78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3905B-6B7A-4A3C-8701-5D88A7CBE9E9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B4058-7695-4968-9A47-FCD05BA9C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2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748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Contents</a:t>
            </a:r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3584343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02.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6927159-CDE9-DDE9-4515-3768F9F4C187}"/>
              </a:ext>
            </a:extLst>
          </p:cNvPr>
          <p:cNvSpPr txBox="1">
            <a:spLocks/>
          </p:cNvSpPr>
          <p:nvPr userDrawn="1"/>
        </p:nvSpPr>
        <p:spPr>
          <a:xfrm>
            <a:off x="4483099" y="4610700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 spc="-150">
                <a:solidFill>
                  <a:srgbClr val="FFFFFF"/>
                </a:solidFill>
                <a:latin typeface="Cabin" pitchFamily="2" charset="77"/>
                <a:cs typeface="Calibri"/>
              </a:rPr>
              <a:t>03.</a:t>
            </a:r>
            <a:endParaRPr lang="en-US" sz="3000" b="1" spc="-15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4445286" y="5665679"/>
            <a:ext cx="72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04.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2543675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01.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202257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Cabin" pitchFamily="2" charset="77"/>
                <a:cs typeface="Calibri"/>
              </a:rPr>
              <a:t>01.</a:t>
            </a:r>
            <a:endParaRPr lang="en-US" sz="4000" b="1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chapter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721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bin" pitchFamily="2" charset="77"/>
                <a:cs typeface="Calibri"/>
              </a:rPr>
              <a:t>01.</a:t>
            </a:r>
            <a:endParaRPr lang="en-US" sz="2000" b="1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sub chapter</a:t>
            </a:r>
            <a:endParaRPr lang="de-DE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8494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7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333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103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85655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32781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5851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an image &amp; text</a:t>
            </a:r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3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>
                <a:latin typeface="Cabin" pitchFamily="2" charset="77"/>
                <a:cs typeface="Calibri Light"/>
              </a:rPr>
              <a:t>This is a large image &amp; text</a:t>
            </a:r>
            <a:endParaRPr lang="de-DE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5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21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Contact details</a:t>
            </a:r>
            <a:endParaRPr lang="en-US" b="1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074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5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3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20" r:id="rId5"/>
    <p:sldLayoutId id="2147483831" r:id="rId6"/>
    <p:sldLayoutId id="2147483833" r:id="rId7"/>
    <p:sldLayoutId id="2147483834" r:id="rId8"/>
    <p:sldLayoutId id="2147483835" r:id="rId9"/>
    <p:sldLayoutId id="2147483832" r:id="rId10"/>
    <p:sldLayoutId id="2147483842" r:id="rId11"/>
    <p:sldLayoutId id="2147483843" r:id="rId12"/>
    <p:sldLayoutId id="2147483844" r:id="rId13"/>
    <p:sldLayoutId id="2147483836" r:id="rId14"/>
    <p:sldLayoutId id="214748383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14.06.2023, Consortium Meeting, Berlin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/>
              <a:t>Transfer Coefficients 101</a:t>
            </a:r>
          </a:p>
        </p:txBody>
      </p:sp>
    </p:spTree>
    <p:extLst>
      <p:ext uri="{BB962C8B-B14F-4D97-AF65-F5344CB8AC3E}">
        <p14:creationId xmlns:p14="http://schemas.microsoft.com/office/powerpoint/2010/main" val="18665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B262-B6DE-7C23-BA6E-A0FC1181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Transfer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A78F-2378-2206-50DC-AA70EFD0EE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Just one part of the information we need to describe the processes</a:t>
            </a:r>
          </a:p>
          <a:p>
            <a:r>
              <a:rPr lang="en-GB">
                <a:solidFill>
                  <a:srgbClr val="000000"/>
                </a:solidFill>
              </a:rPr>
              <a:t>Transfer Coefficients represent the efficiency of recovery </a:t>
            </a:r>
            <a:endParaRPr lang="en-US">
              <a:solidFill>
                <a:srgbClr val="000000"/>
              </a:solidFill>
            </a:endParaRPr>
          </a:p>
          <a:p>
            <a:r>
              <a:rPr lang="en-GB">
                <a:solidFill>
                  <a:srgbClr val="000000"/>
                </a:solidFill>
              </a:rPr>
              <a:t>Ratio that is transferred from one phase to the next. </a:t>
            </a:r>
            <a:endParaRPr lang="en-US"/>
          </a:p>
          <a:p>
            <a:r>
              <a:rPr lang="en-GB">
                <a:solidFill>
                  <a:srgbClr val="000000"/>
                </a:solidFill>
              </a:rPr>
              <a:t>They play a crucial role in determining success and profitability as higher transfer coefficients indicate less loss of valuable SRMs during the process. </a:t>
            </a:r>
          </a:p>
          <a:p>
            <a:r>
              <a:rPr lang="en-GB"/>
              <a:t>What to measure:</a:t>
            </a:r>
          </a:p>
          <a:p>
            <a:pPr lvl="1"/>
            <a:r>
              <a:rPr lang="en-GB"/>
              <a:t>Essential --&gt; CRMs</a:t>
            </a:r>
          </a:p>
          <a:p>
            <a:pPr lvl="1"/>
            <a:r>
              <a:rPr lang="en-GB"/>
              <a:t>Nice to have --&gt; Elements that are 'strategic', hazardous, and commercially important</a:t>
            </a:r>
          </a:p>
        </p:txBody>
      </p:sp>
    </p:spTree>
    <p:extLst>
      <p:ext uri="{BB962C8B-B14F-4D97-AF65-F5344CB8AC3E}">
        <p14:creationId xmlns:p14="http://schemas.microsoft.com/office/powerpoint/2010/main" val="51716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7AB4-9CC3-C351-81ED-973259EF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3" y="132755"/>
            <a:ext cx="9753010" cy="1011600"/>
          </a:xfrm>
        </p:spPr>
        <p:txBody>
          <a:bodyPr>
            <a:normAutofit/>
          </a:bodyPr>
          <a:lstStyle/>
          <a:p>
            <a:r>
              <a:rPr lang="en-US"/>
              <a:t>Transfer coefficients – aim and description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B258-8529-DB2A-E7EF-5EA1E36C2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363690"/>
            <a:ext cx="9756546" cy="509425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/>
              <a:t>Aim: model and assess WS recovery</a:t>
            </a:r>
          </a:p>
          <a:p>
            <a:pPr>
              <a:lnSpc>
                <a:spcPct val="100000"/>
              </a:lnSpc>
            </a:pPr>
            <a:r>
              <a:rPr lang="en-US" sz="2000"/>
              <a:t>Link the composition data with the recovered quantities</a:t>
            </a:r>
          </a:p>
          <a:p>
            <a:pPr>
              <a:lnSpc>
                <a:spcPct val="100000"/>
              </a:lnSpc>
            </a:pPr>
            <a:r>
              <a:rPr lang="en-US" sz="2000"/>
              <a:t>Two perspectives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Distribution of flows</a:t>
            </a:r>
          </a:p>
          <a:p>
            <a:pPr lvl="1">
              <a:lnSpc>
                <a:spcPct val="100000"/>
              </a:lnSpc>
            </a:pPr>
            <a:r>
              <a:rPr lang="en-US" sz="1600" u="sng"/>
              <a:t>Transformation of flows (process efficiency)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4E9A1A-3A72-C7AD-E37D-A60FEDDA8683}"/>
              </a:ext>
            </a:extLst>
          </p:cNvPr>
          <p:cNvGrpSpPr/>
          <p:nvPr/>
        </p:nvGrpSpPr>
        <p:grpSpPr>
          <a:xfrm>
            <a:off x="5857706" y="2043942"/>
            <a:ext cx="3833224" cy="2312614"/>
            <a:chOff x="4927107" y="1240252"/>
            <a:chExt cx="4735681" cy="312632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AB8765-C6CD-BF8B-5DDC-F0AEBADBE37C}"/>
                </a:ext>
              </a:extLst>
            </p:cNvPr>
            <p:cNvSpPr/>
            <p:nvPr/>
          </p:nvSpPr>
          <p:spPr>
            <a:xfrm>
              <a:off x="5495278" y="2592280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P1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6B6FFE-4BFB-8E65-5D85-081BD4271D48}"/>
                </a:ext>
              </a:extLst>
            </p:cNvPr>
            <p:cNvSpPr/>
            <p:nvPr/>
          </p:nvSpPr>
          <p:spPr>
            <a:xfrm>
              <a:off x="8748388" y="2581549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P2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79F8EC6-C435-B283-F4F1-1DC92818BC9E}"/>
                </a:ext>
              </a:extLst>
            </p:cNvPr>
            <p:cNvSpPr/>
            <p:nvPr/>
          </p:nvSpPr>
          <p:spPr>
            <a:xfrm>
              <a:off x="8743485" y="1240252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P3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4FA7B0A2-0BFA-9957-557F-2AA18B833729}"/>
                </a:ext>
              </a:extLst>
            </p:cNvPr>
            <p:cNvSpPr/>
            <p:nvPr/>
          </p:nvSpPr>
          <p:spPr>
            <a:xfrm rot="16200000">
              <a:off x="6722791" y="2625397"/>
              <a:ext cx="221942" cy="848165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50" name="Arrow: Down 49">
              <a:extLst>
                <a:ext uri="{FF2B5EF4-FFF2-40B4-BE49-F238E27FC236}">
                  <a16:creationId xmlns:a16="http://schemas.microsoft.com/office/drawing/2014/main" id="{C0448B9B-D1E8-CCD9-EC42-2188191B8FBC}"/>
                </a:ext>
              </a:extLst>
            </p:cNvPr>
            <p:cNvSpPr/>
            <p:nvPr/>
          </p:nvSpPr>
          <p:spPr>
            <a:xfrm>
              <a:off x="5841507" y="3504635"/>
              <a:ext cx="221942" cy="848166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370F3EE-F344-0108-3999-2A0280EA24BD}"/>
                </a:ext>
              </a:extLst>
            </p:cNvPr>
            <p:cNvSpPr txBox="1"/>
            <p:nvPr/>
          </p:nvSpPr>
          <p:spPr>
            <a:xfrm>
              <a:off x="4927107" y="2296319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/>
                  <a:cs typeface="Calibri Light"/>
                </a:rPr>
                <a:t>F0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C7F5CC6-D865-0282-D58F-5BF3A7935F0F}"/>
                </a:ext>
              </a:extLst>
            </p:cNvPr>
            <p:cNvSpPr txBox="1"/>
            <p:nvPr/>
          </p:nvSpPr>
          <p:spPr>
            <a:xfrm>
              <a:off x="6555595" y="2296319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 pitchFamily="2" charset="77"/>
                  <a:cs typeface="Calibri Light"/>
                </a:rPr>
                <a:t>F1a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85B5D2-A2DB-942D-FBAF-EA46AB69975A}"/>
                </a:ext>
              </a:extLst>
            </p:cNvPr>
            <p:cNvSpPr txBox="1"/>
            <p:nvPr/>
          </p:nvSpPr>
          <p:spPr>
            <a:xfrm>
              <a:off x="6077352" y="3452181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 pitchFamily="2" charset="77"/>
                  <a:cs typeface="Calibri Light"/>
                </a:rPr>
                <a:t>F1b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E1A81EDA-67E3-4E36-6F10-F1954D0FE061}"/>
              </a:ext>
            </a:extLst>
          </p:cNvPr>
          <p:cNvSpPr/>
          <p:nvPr/>
        </p:nvSpPr>
        <p:spPr>
          <a:xfrm rot="16200000">
            <a:off x="5916347" y="3064671"/>
            <a:ext cx="179648" cy="62740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C0C4237C-6CC9-00C2-29E2-5F3B532EAEA0}"/>
              </a:ext>
            </a:extLst>
          </p:cNvPr>
          <p:cNvSpPr/>
          <p:nvPr/>
        </p:nvSpPr>
        <p:spPr>
          <a:xfrm rot="14400000">
            <a:off x="8371315" y="2316681"/>
            <a:ext cx="187988" cy="1067533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809488-CD8C-91E4-7762-E5414D211C5E}"/>
              </a:ext>
            </a:extLst>
          </p:cNvPr>
          <p:cNvSpPr/>
          <p:nvPr/>
        </p:nvSpPr>
        <p:spPr>
          <a:xfrm>
            <a:off x="7747000" y="3071811"/>
            <a:ext cx="531812" cy="6111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4FADD8C-4343-8576-D4ED-2DE11C4A5609}"/>
              </a:ext>
            </a:extLst>
          </p:cNvPr>
          <p:cNvSpPr/>
          <p:nvPr/>
        </p:nvSpPr>
        <p:spPr>
          <a:xfrm rot="16200000">
            <a:off x="8542894" y="3024712"/>
            <a:ext cx="164175" cy="68653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C72CB-8124-7104-8391-013E9CE5884F}"/>
              </a:ext>
            </a:extLst>
          </p:cNvPr>
          <p:cNvSpPr txBox="1"/>
          <p:nvPr/>
        </p:nvSpPr>
        <p:spPr>
          <a:xfrm>
            <a:off x="8074385" y="2223476"/>
            <a:ext cx="740147" cy="67640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>
                <a:latin typeface="Cabin"/>
                <a:cs typeface="Calibri Light"/>
              </a:rPr>
              <a:t>F1a.1</a:t>
            </a:r>
            <a:endParaRPr lang="it-IT" sz="2000">
              <a:latin typeface="Cabin" pitchFamily="2" charset="77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46B53-3D57-B9DD-F20E-4FAC462373B3}"/>
              </a:ext>
            </a:extLst>
          </p:cNvPr>
          <p:cNvSpPr txBox="1"/>
          <p:nvPr/>
        </p:nvSpPr>
        <p:spPr>
          <a:xfrm rot="-120000">
            <a:off x="8288697" y="3255350"/>
            <a:ext cx="740147" cy="67640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>
                <a:latin typeface="Cabin"/>
                <a:cs typeface="Calibri Light"/>
              </a:rPr>
              <a:t>F1a.2</a:t>
            </a:r>
            <a:endParaRPr lang="it-IT" sz="2000">
              <a:latin typeface="Cabin" pitchFamily="2" charset="77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291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6F097E9-05FD-572E-63B3-84264F01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56" y="2111018"/>
            <a:ext cx="90392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8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90002-7977-BD3F-1E41-B903BF92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37" y="1804876"/>
            <a:ext cx="3445004" cy="4141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D0797-F086-1B42-7C18-7F3DB8E05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10" y="1884431"/>
            <a:ext cx="734181" cy="60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01FAC-7D79-F6C4-6538-95BA427E2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39" y="2893345"/>
            <a:ext cx="765557" cy="778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518314-C62C-5C25-D50D-10CBA2AC2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10" y="4071971"/>
            <a:ext cx="759281" cy="771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0F67B5-2BA5-8E8C-A389-8C369FC20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951" y="5195137"/>
            <a:ext cx="3532855" cy="1675439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5915722" y="320938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5915722" y="442137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5915722" y="2173025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C3370B95-3059-BD9C-1AD3-12E0E6EE22E6}"/>
              </a:ext>
            </a:extLst>
          </p:cNvPr>
          <p:cNvSpPr/>
          <p:nvPr/>
        </p:nvSpPr>
        <p:spPr>
          <a:xfrm rot="5400000">
            <a:off x="7452026" y="4439291"/>
            <a:ext cx="555290" cy="592482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B3BD52-331F-A1E3-BC53-BD4F27DBE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27" y="1258319"/>
            <a:ext cx="627505" cy="4141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4A3CF4-C30B-27AA-BADF-6E040ECEB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95" y="2098661"/>
            <a:ext cx="847132" cy="1286386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6AF41D-31C1-EB8D-31C3-4DE73AE2CEC3}"/>
              </a:ext>
            </a:extLst>
          </p:cNvPr>
          <p:cNvSpPr/>
          <p:nvPr/>
        </p:nvSpPr>
        <p:spPr>
          <a:xfrm rot="5400000">
            <a:off x="1070364" y="182789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769529" y="2614071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87715F-C03A-B610-74F6-175F28AB5619}"/>
              </a:ext>
            </a:extLst>
          </p:cNvPr>
          <p:cNvSpPr txBox="1"/>
          <p:nvPr/>
        </p:nvSpPr>
        <p:spPr>
          <a:xfrm>
            <a:off x="7220696" y="1449644"/>
            <a:ext cx="3307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NOT TRANSFER COEFFICIENTS !!!</a:t>
            </a:r>
          </a:p>
          <a:p>
            <a:r>
              <a:rPr lang="en-US" b="1">
                <a:solidFill>
                  <a:srgbClr val="FF0000"/>
                </a:solidFill>
              </a:rPr>
              <a:t>WHY?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No information on input!!</a:t>
            </a:r>
            <a:endParaRPr lang="en-GB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3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4464421" y="311413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4464423" y="3944564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4464422" y="2214352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979253" y="339522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5016012" y="1989734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Mineral fraction</a:t>
            </a:r>
            <a:endParaRPr lang="en-GB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70859-8D3A-0DFA-2B40-96B9C8A4BFFA}"/>
              </a:ext>
            </a:extLst>
          </p:cNvPr>
          <p:cNvSpPr/>
          <p:nvPr/>
        </p:nvSpPr>
        <p:spPr>
          <a:xfrm>
            <a:off x="5016012" y="2868927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Ferrous metals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5016011" y="3735862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Al rich fraction</a:t>
            </a:r>
            <a:endParaRPr lang="en-GB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DF5B1-082D-03E2-D7E8-E0540435247E}"/>
              </a:ext>
            </a:extLst>
          </p:cNvPr>
          <p:cNvSpPr/>
          <p:nvPr/>
        </p:nvSpPr>
        <p:spPr>
          <a:xfrm>
            <a:off x="5016010" y="4602797"/>
            <a:ext cx="1183450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Cu rich fraction + Precious metals</a:t>
            </a:r>
            <a:endParaRPr lang="en-GB" sz="12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4464421" y="484435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497164" y="3172420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702972" y="1989733"/>
            <a:ext cx="1183448" cy="3176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 Recovery Process</a:t>
            </a:r>
          </a:p>
          <a:p>
            <a:pPr algn="ctr"/>
            <a:r>
              <a:rPr lang="en-US" sz="1200"/>
              <a:t>(BARP)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7927596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7F6B8-9D12-9D4B-A949-824857AD9AB4}"/>
              </a:ext>
            </a:extLst>
          </p:cNvPr>
          <p:cNvSpPr txBox="1"/>
          <p:nvPr/>
        </p:nvSpPr>
        <p:spPr>
          <a:xfrm>
            <a:off x="994812" y="320365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10 kt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16CD2-FD3B-9DC6-8F98-E8C7557E4319}"/>
              </a:ext>
            </a:extLst>
          </p:cNvPr>
          <p:cNvSpPr txBox="1"/>
          <p:nvPr/>
        </p:nvSpPr>
        <p:spPr>
          <a:xfrm>
            <a:off x="5742260" y="3756401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9 kt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D48A0-910D-8E38-B5E6-B6E3260BC8F1}"/>
              </a:ext>
            </a:extLst>
          </p:cNvPr>
          <p:cNvSpPr txBox="1"/>
          <p:nvPr/>
        </p:nvSpPr>
        <p:spPr>
          <a:xfrm>
            <a:off x="5771619" y="197571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0.8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4E2295-1299-7D80-A183-653045F6E796}"/>
              </a:ext>
            </a:extLst>
          </p:cNvPr>
          <p:cNvSpPr txBox="1"/>
          <p:nvPr/>
        </p:nvSpPr>
        <p:spPr>
          <a:xfrm>
            <a:off x="5759620" y="2910653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0.1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66A783-19FE-A032-67CF-CAD31D823F8E}"/>
              </a:ext>
            </a:extLst>
          </p:cNvPr>
          <p:cNvSpPr txBox="1"/>
          <p:nvPr/>
        </p:nvSpPr>
        <p:spPr>
          <a:xfrm>
            <a:off x="5742260" y="4844350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0.1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2910E0-5A78-D7A3-CF3A-58BB395BEBCB}"/>
              </a:ext>
            </a:extLst>
          </p:cNvPr>
          <p:cNvSpPr txBox="1"/>
          <p:nvPr/>
        </p:nvSpPr>
        <p:spPr>
          <a:xfrm>
            <a:off x="6983837" y="357798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 b="1">
                <a:latin typeface="Cabin" pitchFamily="2" charset="77"/>
                <a:cs typeface="Calibri Light"/>
              </a:rPr>
              <a:t>Very important!</a:t>
            </a:r>
          </a:p>
          <a:p>
            <a:r>
              <a:rPr lang="en-US" sz="2000">
                <a:latin typeface="Cabin" pitchFamily="2" charset="77"/>
                <a:cs typeface="Calibri Light"/>
              </a:rPr>
              <a:t>Al TC for BARP from Bottom Ash </a:t>
            </a:r>
          </a:p>
          <a:p>
            <a:r>
              <a:rPr lang="en-US" sz="2000">
                <a:latin typeface="Cabin" pitchFamily="2" charset="77"/>
                <a:cs typeface="Calibri Light"/>
              </a:rPr>
              <a:t>to Al rich fraction = 0.9</a:t>
            </a:r>
            <a:endParaRPr lang="en-GB" sz="2000">
              <a:latin typeface="Cabin" pitchFamily="2" charset="77"/>
              <a:cs typeface="Calibri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ECD72A-288C-79B1-3429-37058A8A6DB0}"/>
              </a:ext>
            </a:extLst>
          </p:cNvPr>
          <p:cNvSpPr txBox="1"/>
          <p:nvPr/>
        </p:nvSpPr>
        <p:spPr>
          <a:xfrm>
            <a:off x="6333016" y="5777051"/>
            <a:ext cx="4103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What about the other outputs? </a:t>
            </a:r>
          </a:p>
          <a:p>
            <a:r>
              <a:rPr lang="en-US" b="1">
                <a:solidFill>
                  <a:srgbClr val="FF0000"/>
                </a:solidFill>
              </a:rPr>
              <a:t>A: Nice to have, otherwise lost in process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endParaRPr lang="en-GB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42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4464421" y="311413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4464423" y="3944564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4464422" y="2214352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979253" y="339522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5016012" y="1989734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Mineral fraction</a:t>
            </a:r>
            <a:endParaRPr lang="en-GB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70859-8D3A-0DFA-2B40-96B9C8A4BFFA}"/>
              </a:ext>
            </a:extLst>
          </p:cNvPr>
          <p:cNvSpPr/>
          <p:nvPr/>
        </p:nvSpPr>
        <p:spPr>
          <a:xfrm>
            <a:off x="5016012" y="2868927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Ferrous metals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5016011" y="3735862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Al rich fraction</a:t>
            </a:r>
            <a:endParaRPr lang="en-GB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DF5B1-082D-03E2-D7E8-E0540435247E}"/>
              </a:ext>
            </a:extLst>
          </p:cNvPr>
          <p:cNvSpPr/>
          <p:nvPr/>
        </p:nvSpPr>
        <p:spPr>
          <a:xfrm>
            <a:off x="5016010" y="4602797"/>
            <a:ext cx="1183450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Cu rich fraction + Precious metals</a:t>
            </a:r>
            <a:endParaRPr lang="en-GB" sz="12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4464421" y="484435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497164" y="3172420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702972" y="1989733"/>
            <a:ext cx="1183448" cy="3176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 Recovery Process</a:t>
            </a:r>
          </a:p>
          <a:p>
            <a:pPr algn="ctr"/>
            <a:r>
              <a:rPr lang="en-US" sz="1200"/>
              <a:t>(BARP)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7927596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7F6B8-9D12-9D4B-A949-824857AD9AB4}"/>
              </a:ext>
            </a:extLst>
          </p:cNvPr>
          <p:cNvSpPr txBox="1"/>
          <p:nvPr/>
        </p:nvSpPr>
        <p:spPr>
          <a:xfrm>
            <a:off x="994812" y="320365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W 1 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E772C-B436-6F63-498B-F4E98B1E3E59}"/>
              </a:ext>
            </a:extLst>
          </p:cNvPr>
          <p:cNvSpPr txBox="1"/>
          <p:nvPr/>
        </p:nvSpPr>
        <p:spPr>
          <a:xfrm>
            <a:off x="6451817" y="1486625"/>
            <a:ext cx="41045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However, if CRM not currently </a:t>
            </a:r>
          </a:p>
          <a:p>
            <a:r>
              <a:rPr lang="en-US" sz="2400" b="1">
                <a:solidFill>
                  <a:srgbClr val="FF0000"/>
                </a:solidFill>
              </a:rPr>
              <a:t>recovered</a:t>
            </a:r>
          </a:p>
          <a:p>
            <a:endParaRPr lang="en-US" sz="2400" b="1">
              <a:solidFill>
                <a:srgbClr val="FF0000"/>
              </a:solidFill>
            </a:endParaRPr>
          </a:p>
          <a:p>
            <a:endParaRPr lang="en-GB" sz="2400" b="1">
              <a:solidFill>
                <a:srgbClr val="FF0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28F43-FC8C-0969-2F31-A3B8D793878E}"/>
              </a:ext>
            </a:extLst>
          </p:cNvPr>
          <p:cNvGrpSpPr/>
          <p:nvPr/>
        </p:nvGrpSpPr>
        <p:grpSpPr>
          <a:xfrm>
            <a:off x="7383203" y="2755283"/>
            <a:ext cx="1088786" cy="1227211"/>
            <a:chOff x="6838810" y="3491008"/>
            <a:chExt cx="1088786" cy="1227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587CA4-7F95-29C4-24A1-3D40437C5464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W?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6C5201-2655-F68B-14AE-AAD64C0C7661}"/>
                </a:ext>
              </a:extLst>
            </p:cNvPr>
            <p:cNvSpPr/>
            <p:nvPr/>
          </p:nvSpPr>
          <p:spPr>
            <a:xfrm rot="20911662">
              <a:off x="6838810" y="3491008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EE0628-9919-FEFD-E0B5-DA72E4E026C6}"/>
              </a:ext>
            </a:extLst>
          </p:cNvPr>
          <p:cNvSpPr txBox="1"/>
          <p:nvPr/>
        </p:nvSpPr>
        <p:spPr>
          <a:xfrm>
            <a:off x="7380704" y="4562492"/>
            <a:ext cx="32991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Any of the 4 outputs or "lost"?</a:t>
            </a:r>
          </a:p>
          <a:p>
            <a:pPr marL="285750" indent="-285750">
              <a:buFontTx/>
              <a:buChar char="-"/>
            </a:pPr>
            <a:r>
              <a:rPr lang="en-US" b="1"/>
              <a:t>Important for future recovery </a:t>
            </a:r>
          </a:p>
          <a:p>
            <a:pPr marL="285750" indent="-285750">
              <a:buFontTx/>
              <a:buChar char="-"/>
            </a:pPr>
            <a:r>
              <a:rPr lang="en-US" b="1"/>
              <a:t>SLASH flows (from metallurgical process)</a:t>
            </a:r>
          </a:p>
          <a:p>
            <a:endParaRPr lang="en-US" b="1"/>
          </a:p>
          <a:p>
            <a:endParaRPr lang="en-GB" b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502961-01D4-B138-B6EB-140F249D7E35}"/>
              </a:ext>
            </a:extLst>
          </p:cNvPr>
          <p:cNvGrpSpPr/>
          <p:nvPr/>
        </p:nvGrpSpPr>
        <p:grpSpPr>
          <a:xfrm>
            <a:off x="9026061" y="2840535"/>
            <a:ext cx="1088786" cy="1227211"/>
            <a:chOff x="6838810" y="3491008"/>
            <a:chExt cx="1088786" cy="122721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53EAD3-66D0-700A-09E6-FD15FB283D37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Sc?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81A5EF-BAE2-B0C2-5A01-50C424A5CC26}"/>
                </a:ext>
              </a:extLst>
            </p:cNvPr>
            <p:cNvSpPr/>
            <p:nvPr/>
          </p:nvSpPr>
          <p:spPr>
            <a:xfrm rot="20911662">
              <a:off x="6838810" y="3491008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46B628A-C0FE-8A87-4BBC-FEDBCE8D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464" y="3598526"/>
            <a:ext cx="723666" cy="68796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8F3B86B-BC35-6456-770F-EE949C8D4652}"/>
              </a:ext>
            </a:extLst>
          </p:cNvPr>
          <p:cNvSpPr/>
          <p:nvPr/>
        </p:nvSpPr>
        <p:spPr>
          <a:xfrm>
            <a:off x="7324885" y="3598526"/>
            <a:ext cx="938582" cy="700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BDB9D06-345D-EB7B-F0F4-AF2A731C7C6A}"/>
              </a:ext>
            </a:extLst>
          </p:cNvPr>
          <p:cNvSpPr/>
          <p:nvPr/>
        </p:nvSpPr>
        <p:spPr>
          <a:xfrm>
            <a:off x="4464420" y="5701599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7438D-EFA2-A06C-7934-610A6A596B61}"/>
              </a:ext>
            </a:extLst>
          </p:cNvPr>
          <p:cNvSpPr/>
          <p:nvPr/>
        </p:nvSpPr>
        <p:spPr>
          <a:xfrm>
            <a:off x="5079511" y="5442425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Rest/"lost"?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8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8" grpId="0"/>
      <p:bldP spid="12" grpId="0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E22B-B433-0EF2-2955-A0ABC6EE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ELV example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94651-4B78-BC5F-27BD-88E19FAB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3" y="1383681"/>
            <a:ext cx="8820201" cy="513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A0AEF6-EA88-8AD3-C82F-6435AD79338B}"/>
              </a:ext>
            </a:extLst>
          </p:cNvPr>
          <p:cNvSpPr/>
          <p:nvPr/>
        </p:nvSpPr>
        <p:spPr>
          <a:xfrm>
            <a:off x="3042425" y="5672460"/>
            <a:ext cx="2472880" cy="96009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err="1"/>
              <a:t>AluminumComponents</a:t>
            </a:r>
            <a:r>
              <a:rPr lang="en-US" sz="800"/>
              <a:t> Dismantled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 err="1"/>
              <a:t>ferrousMetals</a:t>
            </a:r>
            <a:r>
              <a:rPr lang="en-US" sz="800"/>
              <a:t> Dismantled</a:t>
            </a:r>
          </a:p>
          <a:p>
            <a:endParaRPr lang="en-US" sz="1000" b="1">
              <a:solidFill>
                <a:srgbClr val="FF0000"/>
              </a:solidFill>
            </a:endParaRPr>
          </a:p>
          <a:p>
            <a:endParaRPr lang="en-US" sz="1000" b="1">
              <a:solidFill>
                <a:srgbClr val="FF0000"/>
              </a:solidFill>
            </a:endParaRPr>
          </a:p>
          <a:p>
            <a:r>
              <a:rPr lang="en-US" sz="800"/>
              <a:t>Rest Components/Materials</a:t>
            </a:r>
          </a:p>
          <a:p>
            <a:endParaRPr lang="en-GB" sz="10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F5A6E4-8A94-87D4-29E6-F56AB8F7E888}"/>
              </a:ext>
            </a:extLst>
          </p:cNvPr>
          <p:cNvSpPr/>
          <p:nvPr/>
        </p:nvSpPr>
        <p:spPr>
          <a:xfrm>
            <a:off x="7114371" y="5032726"/>
            <a:ext cx="2193622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050" err="1"/>
              <a:t>mechanicalRecovery</a:t>
            </a:r>
            <a:endParaRPr lang="en-GB" sz="1050" err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6970959" y="1757846"/>
            <a:ext cx="2193622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/>
              <a:t>mechanicalRecoverySpecialized</a:t>
            </a:r>
            <a:endParaRPr lang="en-GB" sz="105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E2A8C-68FA-ABDE-B386-C806F16A827A}"/>
              </a:ext>
            </a:extLst>
          </p:cNvPr>
          <p:cNvSpPr/>
          <p:nvPr/>
        </p:nvSpPr>
        <p:spPr>
          <a:xfrm>
            <a:off x="3382449" y="5189269"/>
            <a:ext cx="1321410" cy="3342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ELV Dismantled</a:t>
            </a:r>
          </a:p>
          <a:p>
            <a:endParaRPr lang="en-GB" sz="8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ELV example</a:t>
            </a:r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6757624" y="1705097"/>
            <a:ext cx="720939" cy="186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3306119" y="1927599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err="1"/>
              <a:t>AluminumComponents</a:t>
            </a:r>
            <a:r>
              <a:rPr lang="en-US" sz="800"/>
              <a:t> Dismantled</a:t>
            </a:r>
          </a:p>
          <a:p>
            <a:endParaRPr lang="en-US" sz="800"/>
          </a:p>
          <a:p>
            <a:endParaRPr lang="en-US" sz="800"/>
          </a:p>
          <a:p>
            <a:endParaRPr lang="en-US" sz="800"/>
          </a:p>
          <a:p>
            <a:r>
              <a:rPr lang="en-US" sz="800" err="1"/>
              <a:t>ferrousMetals</a:t>
            </a:r>
            <a:r>
              <a:rPr lang="en-US" sz="800"/>
              <a:t> Dismantled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6757624" y="4884520"/>
            <a:ext cx="659176" cy="186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-8730" y="2769271"/>
            <a:ext cx="2652436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ELV_vehiclesRegisteredForRecycling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571064" y="3095897"/>
            <a:ext cx="1183448" cy="639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Dismantling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10941737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16CD2-FD3B-9DC6-8F98-E8C7557E4319}"/>
              </a:ext>
            </a:extLst>
          </p:cNvPr>
          <p:cNvSpPr txBox="1"/>
          <p:nvPr/>
        </p:nvSpPr>
        <p:spPr>
          <a:xfrm>
            <a:off x="306238" y="3191792"/>
            <a:ext cx="1261938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Product 1 ton</a:t>
            </a:r>
          </a:p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 - Components</a:t>
            </a:r>
          </a:p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 - Materials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DF1C3-7230-B27C-7417-61964496D7CC}"/>
              </a:ext>
            </a:extLst>
          </p:cNvPr>
          <p:cNvSpPr/>
          <p:nvPr/>
        </p:nvSpPr>
        <p:spPr>
          <a:xfrm>
            <a:off x="5206313" y="4529734"/>
            <a:ext cx="1321410" cy="1075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Shredding (hammer milling) and sorting (air and magnetic separation</a:t>
            </a:r>
            <a:endParaRPr lang="en-GB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F86E10-670D-A3EC-17F0-6FE4EBB17762}"/>
              </a:ext>
            </a:extLst>
          </p:cNvPr>
          <p:cNvSpPr/>
          <p:nvPr/>
        </p:nvSpPr>
        <p:spPr>
          <a:xfrm>
            <a:off x="5268428" y="1252631"/>
            <a:ext cx="1276581" cy="1075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Shredding and sorting (specialized)</a:t>
            </a:r>
            <a:endParaRPr lang="en-GB" sz="120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651000" y="3268133"/>
            <a:ext cx="770467" cy="160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75D9930B-66E5-D1C2-6F72-A64C61A15B70}"/>
              </a:ext>
            </a:extLst>
          </p:cNvPr>
          <p:cNvSpPr/>
          <p:nvPr/>
        </p:nvSpPr>
        <p:spPr>
          <a:xfrm>
            <a:off x="3027420" y="1665520"/>
            <a:ext cx="2111848" cy="1341185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7897B1F6-1B49-6937-B628-45233FE296CD}"/>
              </a:ext>
            </a:extLst>
          </p:cNvPr>
          <p:cNvSpPr/>
          <p:nvPr/>
        </p:nvSpPr>
        <p:spPr>
          <a:xfrm flipV="1">
            <a:off x="3039534" y="3825053"/>
            <a:ext cx="2032000" cy="1341186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DEAB572B-350B-6EF2-B2B9-A7195FD92517}"/>
              </a:ext>
            </a:extLst>
          </p:cNvPr>
          <p:cNvSpPr/>
          <p:nvPr/>
        </p:nvSpPr>
        <p:spPr>
          <a:xfrm rot="5400000">
            <a:off x="3755832" y="4784033"/>
            <a:ext cx="199124" cy="13852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6F8F47-06AA-EB7E-AB2E-6B6CD888F61F}"/>
              </a:ext>
            </a:extLst>
          </p:cNvPr>
          <p:cNvGrpSpPr/>
          <p:nvPr/>
        </p:nvGrpSpPr>
        <p:grpSpPr>
          <a:xfrm>
            <a:off x="9314668" y="3297796"/>
            <a:ext cx="1082111" cy="1200329"/>
            <a:chOff x="6845485" y="3517890"/>
            <a:chExt cx="1082111" cy="120032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B0D453-7C1D-D0E1-3251-E10C4B337A3B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W?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447EB2-5C1F-BC31-A95E-04A438A33B8C}"/>
                </a:ext>
              </a:extLst>
            </p:cNvPr>
            <p:cNvSpPr/>
            <p:nvPr/>
          </p:nvSpPr>
          <p:spPr>
            <a:xfrm rot="20911662">
              <a:off x="6845485" y="3520234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5A2D7C7-FC12-6689-F78B-F117D9E3DA67}"/>
              </a:ext>
            </a:extLst>
          </p:cNvPr>
          <p:cNvSpPr/>
          <p:nvPr/>
        </p:nvSpPr>
        <p:spPr>
          <a:xfrm>
            <a:off x="3932608" y="3165509"/>
            <a:ext cx="2472880" cy="43486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SRM Dismantled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51FCE0-228E-4157-D141-6C788BC0BCB1}"/>
              </a:ext>
            </a:extLst>
          </p:cNvPr>
          <p:cNvSpPr/>
          <p:nvPr/>
        </p:nvSpPr>
        <p:spPr>
          <a:xfrm>
            <a:off x="7700319" y="2135983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Al rich fraction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/>
              <a:t>Fe rich fraction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FF50AF-0BA4-192B-71C0-1AE5D51B8635}"/>
              </a:ext>
            </a:extLst>
          </p:cNvPr>
          <p:cNvSpPr/>
          <p:nvPr/>
        </p:nvSpPr>
        <p:spPr>
          <a:xfrm>
            <a:off x="7604719" y="5431640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Al rich fraction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/>
              <a:t>Fe rich fraction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EDD60E-E804-F87E-CA36-17013073A56D}"/>
              </a:ext>
            </a:extLst>
          </p:cNvPr>
          <p:cNvSpPr txBox="1"/>
          <p:nvPr/>
        </p:nvSpPr>
        <p:spPr>
          <a:xfrm>
            <a:off x="4783470" y="3253772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Component X &amp; Y: TC =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59A7A0-99C7-3897-DA6A-F574E70CDE76}"/>
              </a:ext>
            </a:extLst>
          </p:cNvPr>
          <p:cNvSpPr txBox="1"/>
          <p:nvPr/>
        </p:nvSpPr>
        <p:spPr>
          <a:xfrm>
            <a:off x="3306119" y="2143463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7D8F9C-FA0F-09BE-6047-BB230A27C2B6}"/>
              </a:ext>
            </a:extLst>
          </p:cNvPr>
          <p:cNvSpPr txBox="1"/>
          <p:nvPr/>
        </p:nvSpPr>
        <p:spPr>
          <a:xfrm>
            <a:off x="3294216" y="2631985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1CFD98-273A-0019-1510-09AE6EF609AF}"/>
              </a:ext>
            </a:extLst>
          </p:cNvPr>
          <p:cNvSpPr txBox="1"/>
          <p:nvPr/>
        </p:nvSpPr>
        <p:spPr>
          <a:xfrm>
            <a:off x="3041396" y="571133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1B590C-F0E4-638A-175A-9496D6C0C56A}"/>
              </a:ext>
            </a:extLst>
          </p:cNvPr>
          <p:cNvSpPr txBox="1"/>
          <p:nvPr/>
        </p:nvSpPr>
        <p:spPr>
          <a:xfrm>
            <a:off x="3041396" y="606879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3FC0C1-0B2D-0A4F-1DBE-0B7523708BF0}"/>
              </a:ext>
            </a:extLst>
          </p:cNvPr>
          <p:cNvSpPr txBox="1"/>
          <p:nvPr/>
        </p:nvSpPr>
        <p:spPr>
          <a:xfrm>
            <a:off x="3033228" y="6458366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1CA61E-22F2-861D-8DF8-987A982D2D8F}"/>
              </a:ext>
            </a:extLst>
          </p:cNvPr>
          <p:cNvSpPr txBox="1"/>
          <p:nvPr/>
        </p:nvSpPr>
        <p:spPr>
          <a:xfrm>
            <a:off x="7709379" y="2378098"/>
            <a:ext cx="2164917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408176-654B-0D93-D816-2EF607DD9089}"/>
              </a:ext>
            </a:extLst>
          </p:cNvPr>
          <p:cNvSpPr txBox="1"/>
          <p:nvPr/>
        </p:nvSpPr>
        <p:spPr>
          <a:xfrm>
            <a:off x="7709379" y="2744625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859CE6-50E1-FDFC-EFEB-AC074D685C90}"/>
              </a:ext>
            </a:extLst>
          </p:cNvPr>
          <p:cNvSpPr txBox="1"/>
          <p:nvPr/>
        </p:nvSpPr>
        <p:spPr>
          <a:xfrm>
            <a:off x="7604719" y="566960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652EB0-82C7-45E9-5B64-29F271F6F309}"/>
              </a:ext>
            </a:extLst>
          </p:cNvPr>
          <p:cNvSpPr txBox="1"/>
          <p:nvPr/>
        </p:nvSpPr>
        <p:spPr>
          <a:xfrm>
            <a:off x="7604719" y="602554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0.8</a:t>
            </a:r>
          </a:p>
        </p:txBody>
      </p:sp>
    </p:spTree>
    <p:extLst>
      <p:ext uri="{BB962C8B-B14F-4D97-AF65-F5344CB8AC3E}">
        <p14:creationId xmlns:p14="http://schemas.microsoft.com/office/powerpoint/2010/main" val="234957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A514-8DB0-B3F7-6561-C4D6C8D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9499092" cy="554400"/>
          </a:xfrm>
        </p:spPr>
        <p:txBody>
          <a:bodyPr>
            <a:normAutofit/>
          </a:bodyPr>
          <a:lstStyle/>
          <a:p>
            <a:r>
              <a:rPr lang="en-US"/>
              <a:t>Data collection – transfer coefficients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DFE-92CD-910A-DCFB-52364F65C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489829"/>
            <a:ext cx="9237386" cy="4772922"/>
          </a:xfrm>
        </p:spPr>
        <p:txBody>
          <a:bodyPr/>
          <a:lstStyle/>
          <a:p>
            <a:r>
              <a:rPr lang="en-US"/>
              <a:t>Template for data collection is under development</a:t>
            </a:r>
          </a:p>
          <a:p>
            <a:r>
              <a:rPr lang="en-US"/>
              <a:t>European context</a:t>
            </a:r>
          </a:p>
          <a:p>
            <a:r>
              <a:rPr lang="en-US"/>
              <a:t>Harmonization of processes, products, components, materials list (avoid double work)</a:t>
            </a:r>
          </a:p>
          <a:p>
            <a:r>
              <a:rPr lang="en-US"/>
              <a:t>Scenarios: developing technologies, potential improvements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CE332-F188-EDEE-E1A5-E9E20D963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10" y="4505028"/>
            <a:ext cx="9169400" cy="13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4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A514-8DB0-B3F7-6561-C4D6C8D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9499092" cy="554400"/>
          </a:xfrm>
        </p:spPr>
        <p:txBody>
          <a:bodyPr>
            <a:normAutofit/>
          </a:bodyPr>
          <a:lstStyle/>
          <a:p>
            <a:r>
              <a:rPr lang="en-US"/>
              <a:t>WS discussion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DFE-92CD-910A-DCFB-52364F65C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489829"/>
            <a:ext cx="9237386" cy="4772922"/>
          </a:xfrm>
        </p:spPr>
        <p:txBody>
          <a:bodyPr/>
          <a:lstStyle/>
          <a:p>
            <a:r>
              <a:rPr lang="en-US"/>
              <a:t>Potential sources for TC: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Industry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Exploring possibility of conducting sampling/batch tests?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Literature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Databases (e.g., </a:t>
            </a:r>
            <a:r>
              <a:rPr lang="en-US" err="1"/>
              <a:t>ecoinvent</a:t>
            </a:r>
            <a:r>
              <a:rPr lang="en-US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Where else?</a:t>
            </a:r>
          </a:p>
          <a:p>
            <a:r>
              <a:rPr lang="en-US"/>
              <a:t>Apart from CRMs, which other elements can we track?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/>
              <a:t>More detailed description of the processes in the WS: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Consumption of energy, water, chemicals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Capital and operating costs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Etc...</a:t>
            </a:r>
          </a:p>
        </p:txBody>
      </p:sp>
    </p:spTree>
    <p:extLst>
      <p:ext uri="{BB962C8B-B14F-4D97-AF65-F5344CB8AC3E}">
        <p14:creationId xmlns:p14="http://schemas.microsoft.com/office/powerpoint/2010/main" val="24683831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>
        <a:noAutofit/>
      </a:bodyPr>
      <a:lstStyle>
        <a:defPPr>
          <a:defRPr sz="3200" b="1" dirty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Props1.xml><?xml version="1.0" encoding="utf-8"?>
<ds:datastoreItem xmlns:ds="http://schemas.openxmlformats.org/officeDocument/2006/customXml" ds:itemID="{1C9F48C7-5B2E-48BF-A9FB-C362A15EAE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4007BB-01D7-4F55-BB4D-6F88874234C1}">
  <ds:schemaRefs>
    <ds:schemaRef ds:uri="07487076-d980-4c16-b3a0-35f4936cd682"/>
    <ds:schemaRef ds:uri="285f0efd-af34-4a8f-9bb5-f528a47a14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A67FA64-50D2-431D-B805-CE0796AEF392}">
  <ds:schemaRefs>
    <ds:schemaRef ds:uri="07487076-d980-4c16-b3a0-35f4936cd682"/>
    <ds:schemaRef ds:uri="0bac4dbf-9187-4f52-8174-1136db7d6cea"/>
    <ds:schemaRef ds:uri="285f0efd-af34-4a8f-9bb5-f528a47a14ae"/>
    <ds:schemaRef ds:uri="40575ada-a099-489e-9e16-5759fc071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492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Cabin</vt:lpstr>
      <vt:lpstr>Cabin SemiBold</vt:lpstr>
      <vt:lpstr>Calibri</vt:lpstr>
      <vt:lpstr>Courier New</vt:lpstr>
      <vt:lpstr>Thème Office</vt:lpstr>
      <vt:lpstr>PowerPoint Presentation</vt:lpstr>
      <vt:lpstr>Transfer coefficients</vt:lpstr>
      <vt:lpstr>Transfer coefficients – aim and description</vt:lpstr>
      <vt:lpstr>Bottom Ash Recovery example</vt:lpstr>
      <vt:lpstr>Bottom Ash Recovery example</vt:lpstr>
      <vt:lpstr>Bottom Ash Recovery example</vt:lpstr>
      <vt:lpstr>Bottom Ash Recovery example</vt:lpstr>
      <vt:lpstr>ELV example</vt:lpstr>
      <vt:lpstr>ELV example</vt:lpstr>
      <vt:lpstr>Data collection – transfer coefficients</vt:lpstr>
      <vt:lpstr>WS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Lorem ipsum dor si met</dc:title>
  <dc:creator>Team Spade</dc:creator>
  <cp:lastModifiedBy>Tales YAMAMOTO</cp:lastModifiedBy>
  <cp:revision>1</cp:revision>
  <dcterms:created xsi:type="dcterms:W3CDTF">2022-10-19T14:46:37Z</dcterms:created>
  <dcterms:modified xsi:type="dcterms:W3CDTF">2023-06-20T08:08:53Z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