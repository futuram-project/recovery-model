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9" r:id="rId4"/>
    <p:sldMasterId id="2147483846" r:id="rId5"/>
  </p:sldMasterIdLst>
  <p:notesMasterIdLst>
    <p:notesMasterId r:id="rId12"/>
  </p:notesMasterIdLst>
  <p:sldIdLst>
    <p:sldId id="256" r:id="rId6"/>
    <p:sldId id="258" r:id="rId7"/>
    <p:sldId id="259" r:id="rId8"/>
    <p:sldId id="260" r:id="rId9"/>
    <p:sldId id="257" r:id="rId10"/>
    <p:sldId id="261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0DABA7-89F4-7040-E993-7FBD146A5BD9}" name="James Horne" initials="JH" userId="S::JHE@weee-forum.org::636ecc24-fc90-4002-b281-4925fb0be686" providerId="AD"/>
  <p188:author id="{591F05D5-2560-323B-82C4-387E47EAC24F}" name="Team Spade" initials="TS" userId="S::team@spadescrl.onmicrosoft.com::9b32b1d7-b8f3-4ccc-8a27-3dc5061d62a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0042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5FD7F6-DA26-76EA-E0F3-E58FEE1D4E6F}" v="1" dt="2023-07-25T06:48:42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08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56" y="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ett Kalapos" userId="9c6dd9b4-5a53-4ff1-9263-820789ed05ad" providerId="ADAL" clId="{AEC8AD86-84F1-46A8-93F1-0ECD1DF9CA43}"/>
    <pc:docChg chg="addSld modSld">
      <pc:chgData name="Nanett Kalapos" userId="9c6dd9b4-5a53-4ff1-9263-820789ed05ad" providerId="ADAL" clId="{AEC8AD86-84F1-46A8-93F1-0ECD1DF9CA43}" dt="2023-02-27T12:09:25.708" v="1" actId="11529"/>
      <pc:docMkLst>
        <pc:docMk/>
      </pc:docMkLst>
      <pc:sldChg chg="addSp new mod">
        <pc:chgData name="Nanett Kalapos" userId="9c6dd9b4-5a53-4ff1-9263-820789ed05ad" providerId="ADAL" clId="{AEC8AD86-84F1-46A8-93F1-0ECD1DF9CA43}" dt="2023-02-27T12:09:25.708" v="1" actId="11529"/>
        <pc:sldMkLst>
          <pc:docMk/>
          <pc:sldMk cId="2810607740" sldId="257"/>
        </pc:sldMkLst>
        <pc:spChg chg="add">
          <ac:chgData name="Nanett Kalapos" userId="9c6dd9b4-5a53-4ff1-9263-820789ed05ad" providerId="ADAL" clId="{AEC8AD86-84F1-46A8-93F1-0ECD1DF9CA43}" dt="2023-02-27T12:09:25.708" v="1" actId="11529"/>
          <ac:spMkLst>
            <pc:docMk/>
            <pc:sldMk cId="2810607740" sldId="257"/>
            <ac:spMk id="3" creationId="{106E86FE-DFA4-79F9-B142-30D4B4A0E3CB}"/>
          </ac:spMkLst>
        </pc:spChg>
      </pc:sldChg>
    </pc:docChg>
  </pc:docChgLst>
  <pc:docChgLst>
    <pc:chgData name="James Horne" userId="S::jhe@weee-forum.org::636ecc24-fc90-4002-b281-4925fb0be686" providerId="AD" clId="Web-{0E32162F-D7F8-4EBA-8CD5-EF3C9AD60D7C}"/>
    <pc:docChg chg="delSld">
      <pc:chgData name="James Horne" userId="S::jhe@weee-forum.org::636ecc24-fc90-4002-b281-4925fb0be686" providerId="AD" clId="Web-{0E32162F-D7F8-4EBA-8CD5-EF3C9AD60D7C}" dt="2023-01-25T11:17:41.394" v="1"/>
      <pc:docMkLst>
        <pc:docMk/>
      </pc:docMkLst>
      <pc:sldChg chg="del">
        <pc:chgData name="James Horne" userId="S::jhe@weee-forum.org::636ecc24-fc90-4002-b281-4925fb0be686" providerId="AD" clId="Web-{0E32162F-D7F8-4EBA-8CD5-EF3C9AD60D7C}" dt="2023-01-25T11:17:40.003" v="0"/>
        <pc:sldMkLst>
          <pc:docMk/>
          <pc:sldMk cId="542196896" sldId="257"/>
        </pc:sldMkLst>
      </pc:sldChg>
      <pc:sldChg chg="del">
        <pc:chgData name="James Horne" userId="S::jhe@weee-forum.org::636ecc24-fc90-4002-b281-4925fb0be686" providerId="AD" clId="Web-{0E32162F-D7F8-4EBA-8CD5-EF3C9AD60D7C}" dt="2023-01-25T11:17:41.394" v="1"/>
        <pc:sldMkLst>
          <pc:docMk/>
          <pc:sldMk cId="2853103716" sldId="258"/>
        </pc:sldMkLst>
      </pc:sldChg>
    </pc:docChg>
  </pc:docChgLst>
  <pc:docChgLst>
    <pc:chgData name="Francisco Morgado, Joana" userId="S::joana.fmorgado_empa.ch#ext#@weeeforum.onmicrosoft.com::1d292196-5173-47ca-a533-1d49d2ba5c52" providerId="AD" clId="Web-{3D5FD7F6-DA26-76EA-E0F3-E58FEE1D4E6F}"/>
    <pc:docChg chg="modSld">
      <pc:chgData name="Francisco Morgado, Joana" userId="S::joana.fmorgado_empa.ch#ext#@weeeforum.onmicrosoft.com::1d292196-5173-47ca-a533-1d49d2ba5c52" providerId="AD" clId="Web-{3D5FD7F6-DA26-76EA-E0F3-E58FEE1D4E6F}" dt="2023-07-25T06:48:42.278" v="0" actId="20577"/>
      <pc:docMkLst>
        <pc:docMk/>
      </pc:docMkLst>
      <pc:sldChg chg="modSp">
        <pc:chgData name="Francisco Morgado, Joana" userId="S::joana.fmorgado_empa.ch#ext#@weeeforum.onmicrosoft.com::1d292196-5173-47ca-a533-1d49d2ba5c52" providerId="AD" clId="Web-{3D5FD7F6-DA26-76EA-E0F3-E58FEE1D4E6F}" dt="2023-07-25T06:48:42.278" v="0" actId="20577"/>
        <pc:sldMkLst>
          <pc:docMk/>
          <pc:sldMk cId="2069669568" sldId="260"/>
        </pc:sldMkLst>
        <pc:spChg chg="mod">
          <ac:chgData name="Francisco Morgado, Joana" userId="S::joana.fmorgado_empa.ch#ext#@weeeforum.onmicrosoft.com::1d292196-5173-47ca-a533-1d49d2ba5c52" providerId="AD" clId="Web-{3D5FD7F6-DA26-76EA-E0F3-E58FEE1D4E6F}" dt="2023-07-25T06:48:42.278" v="0" actId="20577"/>
          <ac:spMkLst>
            <pc:docMk/>
            <pc:sldMk cId="2069669568" sldId="260"/>
            <ac:spMk id="3" creationId="{00000000-0000-0000-0000-000000000000}"/>
          </ac:spMkLst>
        </pc:spChg>
      </pc:sldChg>
    </pc:docChg>
  </pc:docChgLst>
  <pc:docChgLst>
    <pc:chgData name="James Horne" userId="S::jhe@weee-forum.org::636ecc24-fc90-4002-b281-4925fb0be686" providerId="AD" clId="Web-{7C40EB22-D0F1-4E45-B1EC-53EF15A38060}"/>
    <pc:docChg chg="addSld modSld">
      <pc:chgData name="James Horne" userId="S::jhe@weee-forum.org::636ecc24-fc90-4002-b281-4925fb0be686" providerId="AD" clId="Web-{7C40EB22-D0F1-4E45-B1EC-53EF15A38060}" dt="2023-01-25T11:17:30.826" v="5" actId="20577"/>
      <pc:docMkLst>
        <pc:docMk/>
      </pc:docMkLst>
      <pc:sldChg chg="new">
        <pc:chgData name="James Horne" userId="S::jhe@weee-forum.org::636ecc24-fc90-4002-b281-4925fb0be686" providerId="AD" clId="Web-{7C40EB22-D0F1-4E45-B1EC-53EF15A38060}" dt="2023-01-25T11:17:18.028" v="0"/>
        <pc:sldMkLst>
          <pc:docMk/>
          <pc:sldMk cId="542196896" sldId="257"/>
        </pc:sldMkLst>
      </pc:sldChg>
      <pc:sldChg chg="modSp new">
        <pc:chgData name="James Horne" userId="S::jhe@weee-forum.org::636ecc24-fc90-4002-b281-4925fb0be686" providerId="AD" clId="Web-{7C40EB22-D0F1-4E45-B1EC-53EF15A38060}" dt="2023-01-25T11:17:30.826" v="5" actId="20577"/>
        <pc:sldMkLst>
          <pc:docMk/>
          <pc:sldMk cId="2853103716" sldId="258"/>
        </pc:sldMkLst>
        <pc:spChg chg="mod">
          <ac:chgData name="James Horne" userId="S::jhe@weee-forum.org::636ecc24-fc90-4002-b281-4925fb0be686" providerId="AD" clId="Web-{7C40EB22-D0F1-4E45-B1EC-53EF15A38060}" dt="2023-01-25T11:17:30.826" v="5" actId="20577"/>
          <ac:spMkLst>
            <pc:docMk/>
            <pc:sldMk cId="2853103716" sldId="258"/>
            <ac:spMk id="3" creationId="{ACA5850C-4902-753F-82C9-B9869920D4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A6D31-8DEB-4DF5-86EA-E17047A97229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9DE90-FAF8-433C-82D5-03B42499F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B4058-7695-4968-9A47-FCD05BA9C7D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139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0800" y="-57150"/>
            <a:ext cx="12287250" cy="529453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dirty="0" err="1"/>
              <a:t>Your</a:t>
            </a:r>
            <a:r>
              <a:rPr lang="de-CH" dirty="0"/>
              <a:t> Logo </a:t>
            </a:r>
            <a:r>
              <a:rPr lang="de-CH" dirty="0" err="1"/>
              <a:t>Here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20" hasCustomPrompt="1"/>
          </p:nvPr>
        </p:nvSpPr>
        <p:spPr>
          <a:xfrm>
            <a:off x="5657849" y="3827466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Date 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5657849" y="4293599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Name (s)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sz="quarter" idx="22" hasCustomPrompt="1"/>
          </p:nvPr>
        </p:nvSpPr>
        <p:spPr>
          <a:xfrm>
            <a:off x="5657849" y="4759731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Organisation (s)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 hasCustomPrompt="1"/>
          </p:nvPr>
        </p:nvSpPr>
        <p:spPr>
          <a:xfrm>
            <a:off x="5657848" y="880378"/>
            <a:ext cx="5984021" cy="2947088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5000" b="1" kern="1200" baseline="0" noProof="0" dirty="0" smtClean="0">
                <a:solidFill>
                  <a:schemeClr val="bg1"/>
                </a:solidFill>
                <a:latin typeface="Cabin SemiBold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Title of presentation </a:t>
            </a:r>
          </a:p>
        </p:txBody>
      </p:sp>
    </p:spTree>
    <p:extLst>
      <p:ext uri="{BB962C8B-B14F-4D97-AF65-F5344CB8AC3E}">
        <p14:creationId xmlns:p14="http://schemas.microsoft.com/office/powerpoint/2010/main" val="47489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44450"/>
            <a:ext cx="5611737" cy="695959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C689A170-4EC5-98B5-9FAB-05981D63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95698"/>
            <a:ext cx="5440322" cy="460376"/>
          </a:xfrm>
        </p:spPr>
        <p:txBody>
          <a:bodyPr lIns="0" tIns="0" rIns="0" bIns="0">
            <a:noAutofit/>
          </a:bodyPr>
          <a:lstStyle/>
          <a:p>
            <a:r>
              <a:rPr lang="en-US" sz="4000" b="1" dirty="0">
                <a:latin typeface="Cabin" pitchFamily="2" charset="77"/>
                <a:cs typeface="Calibri Light"/>
              </a:rPr>
              <a:t>Contents</a:t>
            </a:r>
            <a:endParaRPr lang="en-US" sz="4000" b="1" dirty="0">
              <a:latin typeface="Cabin" pitchFamily="2" charset="77"/>
              <a:cs typeface="Arial"/>
            </a:endParaRPr>
          </a:p>
        </p:txBody>
      </p: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9969" y="2143047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platzhalter 38"/>
          <p:cNvSpPr>
            <a:spLocks noGrp="1"/>
          </p:cNvSpPr>
          <p:nvPr>
            <p:ph type="body" sz="quarter" idx="10"/>
          </p:nvPr>
        </p:nvSpPr>
        <p:spPr>
          <a:xfrm>
            <a:off x="6096000" y="29710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 dirty="0"/>
              <a:t>Formatvorlagen des Textmasters</a:t>
            </a:r>
          </a:p>
        </p:txBody>
      </p:sp>
      <p:sp>
        <p:nvSpPr>
          <p:cNvPr id="57" name="Textplatzhalt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5446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 dirty="0"/>
              <a:t>Title </a:t>
            </a:r>
          </a:p>
        </p:txBody>
      </p:sp>
      <p:sp>
        <p:nvSpPr>
          <p:cNvPr id="61" name="Textplatzhalter 38"/>
          <p:cNvSpPr>
            <a:spLocks noGrp="1"/>
          </p:cNvSpPr>
          <p:nvPr>
            <p:ph type="body" sz="quarter" idx="18"/>
          </p:nvPr>
        </p:nvSpPr>
        <p:spPr>
          <a:xfrm>
            <a:off x="6096000" y="40108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 dirty="0"/>
              <a:t>Formatvorlagen des Textmasters</a:t>
            </a:r>
          </a:p>
        </p:txBody>
      </p:sp>
      <p:sp>
        <p:nvSpPr>
          <p:cNvPr id="62" name="Textplatzhalt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5843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 dirty="0"/>
              <a:t>Title </a:t>
            </a:r>
          </a:p>
        </p:txBody>
      </p:sp>
      <p:sp>
        <p:nvSpPr>
          <p:cNvPr id="63" name="Textplatzhalter 38"/>
          <p:cNvSpPr>
            <a:spLocks noGrp="1"/>
          </p:cNvSpPr>
          <p:nvPr>
            <p:ph type="body" sz="quarter" idx="20"/>
          </p:nvPr>
        </p:nvSpPr>
        <p:spPr>
          <a:xfrm>
            <a:off x="6096000" y="50371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 dirty="0"/>
              <a:t>Formatvorlagen des Textmasters</a:t>
            </a:r>
          </a:p>
        </p:txBody>
      </p:sp>
      <p:sp>
        <p:nvSpPr>
          <p:cNvPr id="64" name="Textplatzhalt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6107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 dirty="0"/>
              <a:t>Title </a:t>
            </a:r>
          </a:p>
        </p:txBody>
      </p:sp>
      <p:sp>
        <p:nvSpPr>
          <p:cNvPr id="65" name="Textplatzhalter 38"/>
          <p:cNvSpPr>
            <a:spLocks noGrp="1"/>
          </p:cNvSpPr>
          <p:nvPr>
            <p:ph type="body" sz="quarter" idx="22"/>
          </p:nvPr>
        </p:nvSpPr>
        <p:spPr>
          <a:xfrm>
            <a:off x="6096000" y="60769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 dirty="0"/>
              <a:t>Formatvorlagen des Textmasters</a:t>
            </a:r>
          </a:p>
        </p:txBody>
      </p:sp>
      <p:sp>
        <p:nvSpPr>
          <p:cNvPr id="66" name="Textplatzhalt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56504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 dirty="0"/>
              <a:t>Title 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4" hasCustomPrompt="1"/>
          </p:nvPr>
        </p:nvSpPr>
        <p:spPr>
          <a:xfrm>
            <a:off x="4483099" y="2476818"/>
            <a:ext cx="767129" cy="493713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" b="1" kern="1200" dirty="0">
                <a:solidFill>
                  <a:srgbClr val="FFFFFF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 dirty="0"/>
              <a:t>01.</a:t>
            </a:r>
          </a:p>
        </p:txBody>
      </p:sp>
      <p:sp>
        <p:nvSpPr>
          <p:cNvPr id="19" name="Textplatzhalter 2"/>
          <p:cNvSpPr>
            <a:spLocks noGrp="1"/>
          </p:cNvSpPr>
          <p:nvPr>
            <p:ph type="body" sz="quarter" idx="25" hasCustomPrompt="1"/>
          </p:nvPr>
        </p:nvSpPr>
        <p:spPr>
          <a:xfrm>
            <a:off x="4471374" y="3512213"/>
            <a:ext cx="767129" cy="493713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" b="1" kern="1200" dirty="0">
                <a:solidFill>
                  <a:srgbClr val="FFFFFF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 dirty="0"/>
              <a:t>02.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6" hasCustomPrompt="1"/>
          </p:nvPr>
        </p:nvSpPr>
        <p:spPr>
          <a:xfrm>
            <a:off x="4471372" y="4543450"/>
            <a:ext cx="767129" cy="493713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" b="1" kern="1200" dirty="0">
                <a:solidFill>
                  <a:srgbClr val="FFFFFF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 dirty="0"/>
              <a:t>03.</a:t>
            </a:r>
          </a:p>
        </p:txBody>
      </p:sp>
      <p:sp>
        <p:nvSpPr>
          <p:cNvPr id="21" name="Textplatzhalter 2"/>
          <p:cNvSpPr>
            <a:spLocks noGrp="1"/>
          </p:cNvSpPr>
          <p:nvPr>
            <p:ph type="body" sz="quarter" idx="27" hasCustomPrompt="1"/>
          </p:nvPr>
        </p:nvSpPr>
        <p:spPr>
          <a:xfrm>
            <a:off x="4389121" y="5583193"/>
            <a:ext cx="849382" cy="493713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" b="1" kern="1200" dirty="0">
                <a:solidFill>
                  <a:srgbClr val="FFFFFF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 dirty="0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202257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63503" y="-63500"/>
            <a:ext cx="5657065" cy="6972299"/>
          </a:xfrm>
          <a:prstGeom prst="rect">
            <a:avLst/>
          </a:prstGeom>
        </p:spPr>
      </p:pic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6000" y="4255338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/>
          <p:nvPr userDrawn="1"/>
        </p:nvSpPr>
        <p:spPr>
          <a:xfrm>
            <a:off x="504611" y="496217"/>
            <a:ext cx="962713" cy="9627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latin typeface="Cabin" pitchFamily="2" charset="77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19800" y="3524250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 dirty="0">
                <a:latin typeface="Cabin" pitchFamily="2" charset="77"/>
                <a:cs typeface="Calibri Light"/>
              </a:rPr>
              <a:t>This is a chapter</a:t>
            </a:r>
            <a:endParaRPr lang="de-DE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6019800" y="4526708"/>
            <a:ext cx="5759450" cy="1943942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04611" y="680710"/>
            <a:ext cx="968102" cy="593725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buNone/>
              <a:defRPr lang="en-US" sz="4000" b="1" kern="1200" dirty="0">
                <a:solidFill>
                  <a:schemeClr val="lt1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 dirty="0"/>
              <a:t>01.</a:t>
            </a:r>
          </a:p>
        </p:txBody>
      </p:sp>
    </p:spTree>
    <p:extLst>
      <p:ext uri="{BB962C8B-B14F-4D97-AF65-F5344CB8AC3E}">
        <p14:creationId xmlns:p14="http://schemas.microsoft.com/office/powerpoint/2010/main" val="227218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12700" y="-4"/>
            <a:ext cx="4048018" cy="6858003"/>
          </a:xfrm>
          <a:prstGeom prst="rect">
            <a:avLst/>
          </a:prstGeom>
        </p:spPr>
      </p:pic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4541642" y="4587446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432300" y="3863499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 dirty="0">
                <a:latin typeface="Cabin" pitchFamily="2" charset="77"/>
                <a:cs typeface="Calibri Light"/>
              </a:rPr>
              <a:t>This is a sub chapter</a:t>
            </a:r>
            <a:endParaRPr lang="de-DE" dirty="0"/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432300" y="4941870"/>
            <a:ext cx="7010400" cy="1490680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588538" y="3095623"/>
            <a:ext cx="580283" cy="339237"/>
          </a:xfrm>
        </p:spPr>
        <p:txBody>
          <a:bodyPr>
            <a:normAutofit/>
          </a:bodyPr>
          <a:lstStyle>
            <a:lvl1pPr marL="0" indent="0">
              <a:buNone/>
              <a:defRPr lang="en-US" sz="2000" b="1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 dirty="0"/>
              <a:t>01.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>
            <a:spLocks noChangeAspect="1"/>
          </p:cNvSpPr>
          <p:nvPr userDrawn="1"/>
        </p:nvSpPr>
        <p:spPr>
          <a:xfrm>
            <a:off x="4556821" y="2957004"/>
            <a:ext cx="612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494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20000"/>
              </a:lnSpc>
              <a:spcAft>
                <a:spcPts val="400"/>
              </a:spcAft>
              <a:defRPr sz="2400"/>
            </a:lvl1pPr>
            <a:lvl2pPr>
              <a:defRPr sz="20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437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479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 dirty="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3331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20000"/>
              </a:lnSpc>
              <a:buFont typeface="+mj-lt"/>
              <a:buNone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 dirty="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4103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5" name="Tabellenplatzhalter 14"/>
          <p:cNvSpPr>
            <a:spLocks noGrp="1"/>
          </p:cNvSpPr>
          <p:nvPr>
            <p:ph type="tbl" sz="quarter" idx="10"/>
          </p:nvPr>
        </p:nvSpPr>
        <p:spPr>
          <a:xfrm>
            <a:off x="497164" y="1625497"/>
            <a:ext cx="9809162" cy="4911725"/>
          </a:xfrm>
        </p:spPr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6856554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3" name="Diagrammplatzhalter 2"/>
          <p:cNvSpPr>
            <a:spLocks noGrp="1"/>
          </p:cNvSpPr>
          <p:nvPr>
            <p:ph type="chart" sz="quarter" idx="11"/>
          </p:nvPr>
        </p:nvSpPr>
        <p:spPr>
          <a:xfrm>
            <a:off x="496888" y="1631950"/>
            <a:ext cx="9815512" cy="490537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327812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CA72E8A-DEDC-67A4-25A8-C00EB4B62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71EE5DD1-3552-6B9E-C174-D26180F6A0BF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9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00018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758116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1D136787-66BA-7373-313E-B1D3FBD878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sp>
        <p:nvSpPr>
          <p:cNvPr id="25" name="Textplatzhalter 23"/>
          <p:cNvSpPr>
            <a:spLocks noGrp="1"/>
          </p:cNvSpPr>
          <p:nvPr>
            <p:ph type="body" sz="quarter" idx="11"/>
          </p:nvPr>
        </p:nvSpPr>
        <p:spPr>
          <a:xfrm>
            <a:off x="731164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5" name="Inhaltsplatzhalter 34"/>
          <p:cNvSpPr>
            <a:spLocks noGrp="1"/>
          </p:cNvSpPr>
          <p:nvPr>
            <p:ph sz="quarter" idx="12" hasCustomPrompt="1"/>
          </p:nvPr>
        </p:nvSpPr>
        <p:spPr>
          <a:xfrm>
            <a:off x="670040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638456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37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5896554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5869602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lang="de-DE" sz="2400" kern="1200" dirty="0" smtClean="0">
                <a:solidFill>
                  <a:schemeClr val="tx1"/>
                </a:solidFill>
                <a:latin typeface="Cabin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/>
              <a:t>Formatvorlagen des Textmasters bearbeiten</a:t>
            </a:r>
          </a:p>
        </p:txBody>
      </p:sp>
      <p:sp>
        <p:nvSpPr>
          <p:cNvPr id="39" name="Inhaltsplatzhalter 34"/>
          <p:cNvSpPr>
            <a:spLocks noGrp="1"/>
          </p:cNvSpPr>
          <p:nvPr>
            <p:ph sz="quarter" idx="14" hasCustomPrompt="1"/>
          </p:nvPr>
        </p:nvSpPr>
        <p:spPr>
          <a:xfrm>
            <a:off x="5808478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</p:spTree>
    <p:extLst>
      <p:ext uri="{BB962C8B-B14F-4D97-AF65-F5344CB8AC3E}">
        <p14:creationId xmlns:p14="http://schemas.microsoft.com/office/powerpoint/2010/main" val="585191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DF6B1045-13AE-7E29-3693-FCF8DD872E0C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9">
            <a:extLst>
              <a:ext uri="{FF2B5EF4-FFF2-40B4-BE49-F238E27FC236}">
                <a16:creationId xmlns:a16="http://schemas.microsoft.com/office/drawing/2014/main" id="{D17F5AF7-8ABB-48AA-B3D2-E610D5392194}"/>
              </a:ext>
            </a:extLst>
          </p:cNvPr>
          <p:cNvCxnSpPr/>
          <p:nvPr userDrawn="1"/>
        </p:nvCxnSpPr>
        <p:spPr>
          <a:xfrm flipV="1">
            <a:off x="620750" y="438542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C5969021-35AE-44EE-BBA3-40578D9AB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0750" y="632571"/>
            <a:ext cx="468000" cy="468000"/>
          </a:xfrm>
          <a:prstGeom prst="rect">
            <a:avLst/>
          </a:prstGeom>
        </p:spPr>
      </p:pic>
      <p:sp>
        <p:nvSpPr>
          <p:cNvPr id="14" name="Bildplatzhalt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419850" y="631825"/>
            <a:ext cx="5441950" cy="5905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0" y="3642470"/>
            <a:ext cx="5892800" cy="742950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 dirty="0">
                <a:latin typeface="Cabin" pitchFamily="2" charset="77"/>
                <a:cs typeface="Calibri Light"/>
              </a:rPr>
              <a:t>This is an image &amp; text</a:t>
            </a:r>
            <a:endParaRPr lang="de-DE" dirty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527050" y="4385420"/>
            <a:ext cx="5892800" cy="2243061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936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36B677-F759-81B4-895E-BBC9A9A70104}"/>
              </a:ext>
            </a:extLst>
          </p:cNvPr>
          <p:cNvSpPr txBox="1">
            <a:spLocks/>
          </p:cNvSpPr>
          <p:nvPr userDrawn="1"/>
        </p:nvSpPr>
        <p:spPr>
          <a:xfrm>
            <a:off x="6096000" y="3578159"/>
            <a:ext cx="5621518" cy="2790334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latin typeface="Cabin" pitchFamily="2" charset="77"/>
                <a:cs typeface="Calibri Light"/>
              </a:rPr>
              <a:t> </a:t>
            </a:r>
          </a:p>
        </p:txBody>
      </p:sp>
      <p:pic>
        <p:nvPicPr>
          <p:cNvPr id="8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77ADC7E8-157C-A5DD-1780-E66CB2C90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0" y="480171"/>
            <a:ext cx="468001" cy="468001"/>
          </a:xfrm>
          <a:prstGeom prst="rect">
            <a:avLst/>
          </a:prstGeom>
        </p:spPr>
      </p:pic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6976FF4D-6799-634A-AEA7-34D66D758B7F}"/>
              </a:ext>
            </a:extLst>
          </p:cNvPr>
          <p:cNvCxnSpPr/>
          <p:nvPr userDrawn="1"/>
        </p:nvCxnSpPr>
        <p:spPr>
          <a:xfrm flipV="1">
            <a:off x="6331822" y="4298719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6255634" y="4406711"/>
            <a:ext cx="5302250" cy="1740090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255634" y="3744496"/>
            <a:ext cx="5302250" cy="577850"/>
          </a:xfrm>
        </p:spPr>
        <p:txBody>
          <a:bodyPr>
            <a:noAutofit/>
          </a:bodyPr>
          <a:lstStyle>
            <a:lvl1pPr marL="0" indent="0">
              <a:buNone/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3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3000" b="1" dirty="0">
                <a:latin typeface="Cabin" pitchFamily="2" charset="77"/>
                <a:cs typeface="Calibri Light"/>
              </a:rPr>
              <a:t>This is a large image &amp; text</a:t>
            </a:r>
            <a:endParaRPr lang="de-DE" dirty="0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 dirty="0"/>
              <a:t>Your picture here</a:t>
            </a: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5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A4F9B7A1-FF57-DF27-3D36-5F69F50030DA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5">
            <a:extLst>
              <a:ext uri="{FF2B5EF4-FFF2-40B4-BE49-F238E27FC236}">
                <a16:creationId xmlns:a16="http://schemas.microsoft.com/office/drawing/2014/main" id="{1C13B699-0E87-AC78-5474-F216C98833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7569" y="514622"/>
            <a:ext cx="468000" cy="468000"/>
          </a:xfrm>
          <a:prstGeom prst="rect">
            <a:avLst/>
          </a:prstGeom>
        </p:spPr>
      </p:pic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92238"/>
            <a:ext cx="12192000" cy="54657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Your picture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 dirty="0">
              <a:latin typeface="Cabin" pitchFamily="2" charset="77"/>
              <a:cs typeface="Arial"/>
            </a:endParaRP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 dirty="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821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642636"/>
            <a:ext cx="7769662" cy="52373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3" y="474078"/>
            <a:ext cx="10478928" cy="553998"/>
          </a:xfrm>
        </p:spPr>
        <p:txBody>
          <a:bodyPr wrap="square" lIns="0" tIns="0" rIns="0" bIns="0">
            <a:spAutoFit/>
          </a:bodyPr>
          <a:lstStyle/>
          <a:p>
            <a:r>
              <a:rPr lang="en-US" sz="4000" b="1" dirty="0">
                <a:latin typeface="Cabin" pitchFamily="2" charset="77"/>
                <a:cs typeface="Calibri Light"/>
              </a:rPr>
              <a:t>Contact details</a:t>
            </a:r>
            <a:endParaRPr lang="en-US" b="1" dirty="0">
              <a:latin typeface="Cabin" pitchFamily="2" charset="77"/>
            </a:endParaRPr>
          </a:p>
        </p:txBody>
      </p: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98B46884-3B16-D119-B76D-7DEF06E11B33}"/>
              </a:ext>
            </a:extLst>
          </p:cNvPr>
          <p:cNvCxnSpPr/>
          <p:nvPr userDrawn="1"/>
        </p:nvCxnSpPr>
        <p:spPr>
          <a:xfrm flipV="1">
            <a:off x="475313" y="1148852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4">
            <a:extLst>
              <a:ext uri="{FF2B5EF4-FFF2-40B4-BE49-F238E27FC236}">
                <a16:creationId xmlns:a16="http://schemas.microsoft.com/office/drawing/2014/main" id="{692D688A-4E89-62AF-26EC-7C7FEF46C1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548" y="491308"/>
            <a:ext cx="468000" cy="468000"/>
          </a:xfrm>
          <a:prstGeom prst="rect">
            <a:avLst/>
          </a:prstGeom>
        </p:spPr>
      </p:pic>
      <p:sp>
        <p:nvSpPr>
          <p:cNvPr id="16" name="Inhaltsplatzhalter 15"/>
          <p:cNvSpPr>
            <a:spLocks noGrp="1"/>
          </p:cNvSpPr>
          <p:nvPr>
            <p:ph sz="quarter" idx="11" hasCustomPrompt="1"/>
          </p:nvPr>
        </p:nvSpPr>
        <p:spPr>
          <a:xfrm>
            <a:off x="8169275" y="1942403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 dirty="0"/>
              <a:t>Name</a:t>
            </a:r>
          </a:p>
        </p:txBody>
      </p:sp>
      <p:sp>
        <p:nvSpPr>
          <p:cNvPr id="17" name="Inhaltsplatzhalter 15"/>
          <p:cNvSpPr>
            <a:spLocks noGrp="1"/>
          </p:cNvSpPr>
          <p:nvPr>
            <p:ph sz="quarter" idx="12" hasCustomPrompt="1"/>
          </p:nvPr>
        </p:nvSpPr>
        <p:spPr>
          <a:xfrm>
            <a:off x="8169275" y="246562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 dirty="0"/>
              <a:t>Position</a:t>
            </a:r>
          </a:p>
        </p:txBody>
      </p:sp>
      <p:sp>
        <p:nvSpPr>
          <p:cNvPr id="18" name="Inhaltsplatzhalter 15"/>
          <p:cNvSpPr>
            <a:spLocks noGrp="1"/>
          </p:cNvSpPr>
          <p:nvPr>
            <p:ph sz="quarter" idx="13" hasCustomPrompt="1"/>
          </p:nvPr>
        </p:nvSpPr>
        <p:spPr>
          <a:xfrm>
            <a:off x="8169275" y="29888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 dirty="0"/>
              <a:t>Organisation</a:t>
            </a:r>
          </a:p>
        </p:txBody>
      </p:sp>
      <p:sp>
        <p:nvSpPr>
          <p:cNvPr id="19" name="Inhaltsplatzhalter 15"/>
          <p:cNvSpPr>
            <a:spLocks noGrp="1"/>
          </p:cNvSpPr>
          <p:nvPr>
            <p:ph sz="quarter" idx="14" hasCustomPrompt="1"/>
          </p:nvPr>
        </p:nvSpPr>
        <p:spPr>
          <a:xfrm>
            <a:off x="8169275" y="35059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 dirty="0"/>
              <a:t>City, Country</a:t>
            </a:r>
          </a:p>
        </p:txBody>
      </p:sp>
      <p:sp>
        <p:nvSpPr>
          <p:cNvPr id="20" name="Inhaltsplatzhalter 15"/>
          <p:cNvSpPr>
            <a:spLocks noGrp="1"/>
          </p:cNvSpPr>
          <p:nvPr>
            <p:ph sz="quarter" idx="15" hasCustomPrompt="1"/>
          </p:nvPr>
        </p:nvSpPr>
        <p:spPr>
          <a:xfrm>
            <a:off x="8169275" y="402467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 dirty="0"/>
              <a:t>email</a:t>
            </a:r>
          </a:p>
        </p:txBody>
      </p:sp>
      <p:sp>
        <p:nvSpPr>
          <p:cNvPr id="21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8169275" y="4543403"/>
            <a:ext cx="2967038" cy="3175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000" b="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latin typeface="Cabin" pitchFamily="2" charset="77"/>
                <a:cs typeface="Calibri" panose="020F0502020204030204"/>
              </a:rPr>
              <a:t>Other contact details if required</a:t>
            </a:r>
          </a:p>
          <a:p>
            <a:pPr lvl="0"/>
            <a:endParaRPr lang="de-CH" dirty="0"/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235950" y="5410200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dirty="0" err="1"/>
              <a:t>Your</a:t>
            </a:r>
            <a:r>
              <a:rPr lang="de-CH" dirty="0"/>
              <a:t> Logo </a:t>
            </a:r>
            <a:r>
              <a:rPr lang="de-CH" dirty="0" err="1"/>
              <a:t>Here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90748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3738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6CF4237-6386-BFE9-C27A-77666FC7CE47}"/>
              </a:ext>
            </a:extLst>
          </p:cNvPr>
          <p:cNvSpPr txBox="1"/>
          <p:nvPr userDrawn="1"/>
        </p:nvSpPr>
        <p:spPr>
          <a:xfrm>
            <a:off x="5641242" y="3088795"/>
            <a:ext cx="17079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bin" pitchFamily="2" charset="77"/>
                <a:cs typeface="Calibri"/>
              </a:rPr>
              <a:t>FutuRaM.eu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DF8E1-27B5-829D-B4DA-477FDE7316F9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641242" y="2189683"/>
            <a:ext cx="5652192" cy="803893"/>
          </a:xfrm>
        </p:spPr>
        <p:txBody>
          <a:bodyPr lIns="0" tIns="0" rIns="0" bIns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000" b="1" dirty="0">
                <a:solidFill>
                  <a:schemeClr val="bg1"/>
                </a:solidFill>
                <a:latin typeface="Cabin SemiBold" pitchFamily="2" charset="77"/>
                <a:cs typeface="Calibri Light"/>
              </a:rPr>
              <a:t>Thank you !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dirty="0" err="1"/>
              <a:t>Your</a:t>
            </a:r>
            <a:r>
              <a:rPr lang="de-CH" dirty="0"/>
              <a:t> Logo </a:t>
            </a:r>
            <a:r>
              <a:rPr lang="de-CH" dirty="0" err="1"/>
              <a:t>Here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351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0800" y="-57150"/>
            <a:ext cx="12287250" cy="529453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quarter" idx="20" hasCustomPrompt="1"/>
          </p:nvPr>
        </p:nvSpPr>
        <p:spPr>
          <a:xfrm>
            <a:off x="5657849" y="3827466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Date 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5657849" y="4293599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Name (s)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sz="quarter" idx="22" hasCustomPrompt="1"/>
          </p:nvPr>
        </p:nvSpPr>
        <p:spPr>
          <a:xfrm>
            <a:off x="5657849" y="4759731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Organisation (s)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 hasCustomPrompt="1"/>
          </p:nvPr>
        </p:nvSpPr>
        <p:spPr>
          <a:xfrm>
            <a:off x="5657848" y="880378"/>
            <a:ext cx="5984021" cy="2947088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5000" b="1" kern="1200" baseline="0" noProof="0" dirty="0" smtClean="0">
                <a:solidFill>
                  <a:schemeClr val="bg1"/>
                </a:solidFill>
                <a:latin typeface="Cabin SemiBold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Title of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212032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44450"/>
            <a:ext cx="5611737" cy="69595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C689A170-4EC5-98B5-9FAB-05981D63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95698"/>
            <a:ext cx="5440322" cy="460376"/>
          </a:xfrm>
        </p:spPr>
        <p:txBody>
          <a:bodyPr lIns="0" tIns="0" rIns="0" bIns="0">
            <a:no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Contents</a:t>
            </a:r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3584343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02.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6927159-CDE9-DDE9-4515-3768F9F4C187}"/>
              </a:ext>
            </a:extLst>
          </p:cNvPr>
          <p:cNvSpPr txBox="1">
            <a:spLocks/>
          </p:cNvSpPr>
          <p:nvPr userDrawn="1"/>
        </p:nvSpPr>
        <p:spPr>
          <a:xfrm>
            <a:off x="4483099" y="4610700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 spc="-150">
                <a:solidFill>
                  <a:srgbClr val="FFFFFF"/>
                </a:solidFill>
                <a:latin typeface="Cabin" pitchFamily="2" charset="77"/>
                <a:cs typeface="Calibri"/>
              </a:rPr>
              <a:t>03.</a:t>
            </a:r>
            <a:endParaRPr lang="en-US" sz="3000" b="1" spc="-150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604ED2-48F5-7827-8931-A18B6EB5BB00}"/>
              </a:ext>
            </a:extLst>
          </p:cNvPr>
          <p:cNvSpPr txBox="1">
            <a:spLocks/>
          </p:cNvSpPr>
          <p:nvPr userDrawn="1"/>
        </p:nvSpPr>
        <p:spPr>
          <a:xfrm>
            <a:off x="4445286" y="5665679"/>
            <a:ext cx="72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04.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9969" y="2143047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2543675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01.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39" name="Textplatzhalter 38"/>
          <p:cNvSpPr>
            <a:spLocks noGrp="1"/>
          </p:cNvSpPr>
          <p:nvPr>
            <p:ph type="body" sz="quarter" idx="10"/>
          </p:nvPr>
        </p:nvSpPr>
        <p:spPr>
          <a:xfrm>
            <a:off x="6096000" y="29710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57" name="Textplatzhalt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5446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1" name="Textplatzhalter 38"/>
          <p:cNvSpPr>
            <a:spLocks noGrp="1"/>
          </p:cNvSpPr>
          <p:nvPr>
            <p:ph type="body" sz="quarter" idx="18"/>
          </p:nvPr>
        </p:nvSpPr>
        <p:spPr>
          <a:xfrm>
            <a:off x="6096000" y="40108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2" name="Textplatzhalt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5843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3" name="Textplatzhalter 38"/>
          <p:cNvSpPr>
            <a:spLocks noGrp="1"/>
          </p:cNvSpPr>
          <p:nvPr>
            <p:ph type="body" sz="quarter" idx="20"/>
          </p:nvPr>
        </p:nvSpPr>
        <p:spPr>
          <a:xfrm>
            <a:off x="6096000" y="50371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4" name="Textplatzhalt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6107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5" name="Textplatzhalter 38"/>
          <p:cNvSpPr>
            <a:spLocks noGrp="1"/>
          </p:cNvSpPr>
          <p:nvPr>
            <p:ph type="body" sz="quarter" idx="22"/>
          </p:nvPr>
        </p:nvSpPr>
        <p:spPr>
          <a:xfrm>
            <a:off x="6096000" y="60769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6" name="Textplatzhalt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56504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</p:spTree>
    <p:extLst>
      <p:ext uri="{BB962C8B-B14F-4D97-AF65-F5344CB8AC3E}">
        <p14:creationId xmlns:p14="http://schemas.microsoft.com/office/powerpoint/2010/main" val="18522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63503" y="-63500"/>
            <a:ext cx="5657065" cy="6972299"/>
          </a:xfrm>
          <a:prstGeom prst="rect">
            <a:avLst/>
          </a:prstGeom>
        </p:spPr>
      </p:pic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6000" y="4255338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/>
          <p:nvPr userDrawn="1"/>
        </p:nvSpPr>
        <p:spPr>
          <a:xfrm>
            <a:off x="504611" y="496217"/>
            <a:ext cx="962713" cy="9627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latin typeface="Cabin" pitchFamily="2" charset="77"/>
                <a:cs typeface="Calibri"/>
              </a:rPr>
              <a:t>01.</a:t>
            </a:r>
            <a:endParaRPr lang="en-US" sz="4000" b="1">
              <a:latin typeface="Cabin" pitchFamily="2" charset="77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19800" y="3524250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chapter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6019800" y="4526708"/>
            <a:ext cx="5759450" cy="1943942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315923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12700" y="-4"/>
            <a:ext cx="4048018" cy="6858003"/>
          </a:xfrm>
          <a:prstGeom prst="rect">
            <a:avLst/>
          </a:prstGeom>
        </p:spPr>
      </p:pic>
      <p:sp>
        <p:nvSpPr>
          <p:cNvPr id="5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>
            <a:spLocks noChangeAspect="1"/>
          </p:cNvSpPr>
          <p:nvPr userDrawn="1"/>
        </p:nvSpPr>
        <p:spPr>
          <a:xfrm>
            <a:off x="4556821" y="2957004"/>
            <a:ext cx="612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Cabin" pitchFamily="2" charset="77"/>
                <a:cs typeface="Calibri"/>
              </a:rPr>
              <a:t>01.</a:t>
            </a:r>
            <a:endParaRPr lang="en-US" sz="2000" b="1">
              <a:solidFill>
                <a:schemeClr val="tx1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4541642" y="4587446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432300" y="3863499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sub chapter</a:t>
            </a:r>
            <a:endParaRPr lang="de-DE"/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432300" y="4941870"/>
            <a:ext cx="7010400" cy="1490680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622215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20000"/>
              </a:lnSpc>
              <a:spcAft>
                <a:spcPts val="400"/>
              </a:spcAft>
              <a:defRPr sz="2400"/>
            </a:lvl1pPr>
            <a:lvl2pPr>
              <a:defRPr sz="2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67800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82381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20000"/>
              </a:lnSpc>
              <a:buFont typeface="+mj-lt"/>
              <a:buNone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94148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5" name="Tabellenplatzhalter 14"/>
          <p:cNvSpPr>
            <a:spLocks noGrp="1"/>
          </p:cNvSpPr>
          <p:nvPr>
            <p:ph type="tbl" sz="quarter" idx="10"/>
          </p:nvPr>
        </p:nvSpPr>
        <p:spPr>
          <a:xfrm>
            <a:off x="497164" y="1625497"/>
            <a:ext cx="9809162" cy="491172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374944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3" name="Diagrammplatzhalter 2"/>
          <p:cNvSpPr>
            <a:spLocks noGrp="1"/>
          </p:cNvSpPr>
          <p:nvPr>
            <p:ph type="chart" sz="quarter" idx="11"/>
          </p:nvPr>
        </p:nvSpPr>
        <p:spPr>
          <a:xfrm>
            <a:off x="496888" y="1631950"/>
            <a:ext cx="9815512" cy="490537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8980034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CA72E8A-DEDC-67A4-25A8-C00EB4B62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71EE5DD1-3552-6B9E-C174-D26180F6A0BF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9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00018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758116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1D136787-66BA-7373-313E-B1D3FBD878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sp>
        <p:nvSpPr>
          <p:cNvPr id="25" name="Textplatzhalter 23"/>
          <p:cNvSpPr>
            <a:spLocks noGrp="1"/>
          </p:cNvSpPr>
          <p:nvPr>
            <p:ph type="body" sz="quarter" idx="11"/>
          </p:nvPr>
        </p:nvSpPr>
        <p:spPr>
          <a:xfrm>
            <a:off x="731164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5" name="Inhaltsplatzhalter 34"/>
          <p:cNvSpPr>
            <a:spLocks noGrp="1"/>
          </p:cNvSpPr>
          <p:nvPr>
            <p:ph sz="quarter" idx="12" hasCustomPrompt="1"/>
          </p:nvPr>
        </p:nvSpPr>
        <p:spPr>
          <a:xfrm>
            <a:off x="670040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638456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37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5896554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5869602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lang="de-DE" sz="2400" kern="1200" dirty="0" smtClean="0">
                <a:solidFill>
                  <a:schemeClr val="tx1"/>
                </a:solidFill>
                <a:latin typeface="Cabin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/>
              <a:t>Formatvorlagen des Textmasters bearbeiten</a:t>
            </a:r>
          </a:p>
        </p:txBody>
      </p:sp>
      <p:sp>
        <p:nvSpPr>
          <p:cNvPr id="39" name="Inhaltsplatzhalter 34"/>
          <p:cNvSpPr>
            <a:spLocks noGrp="1"/>
          </p:cNvSpPr>
          <p:nvPr>
            <p:ph sz="quarter" idx="14" hasCustomPrompt="1"/>
          </p:nvPr>
        </p:nvSpPr>
        <p:spPr>
          <a:xfrm>
            <a:off x="5808478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</p:spTree>
    <p:extLst>
      <p:ext uri="{BB962C8B-B14F-4D97-AF65-F5344CB8AC3E}">
        <p14:creationId xmlns:p14="http://schemas.microsoft.com/office/powerpoint/2010/main" val="16001029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DF6B1045-13AE-7E29-3693-FCF8DD872E0C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9">
            <a:extLst>
              <a:ext uri="{FF2B5EF4-FFF2-40B4-BE49-F238E27FC236}">
                <a16:creationId xmlns:a16="http://schemas.microsoft.com/office/drawing/2014/main" id="{D17F5AF7-8ABB-48AA-B3D2-E610D5392194}"/>
              </a:ext>
            </a:extLst>
          </p:cNvPr>
          <p:cNvCxnSpPr/>
          <p:nvPr userDrawn="1"/>
        </p:nvCxnSpPr>
        <p:spPr>
          <a:xfrm flipV="1">
            <a:off x="620750" y="438542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C5969021-35AE-44EE-BBA3-40578D9AB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0750" y="632571"/>
            <a:ext cx="468000" cy="468000"/>
          </a:xfrm>
          <a:prstGeom prst="rect">
            <a:avLst/>
          </a:prstGeom>
        </p:spPr>
      </p:pic>
      <p:sp>
        <p:nvSpPr>
          <p:cNvPr id="14" name="Bildplatzhalt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419850" y="631825"/>
            <a:ext cx="5441950" cy="5905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0" y="3642470"/>
            <a:ext cx="5892800" cy="742950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an image &amp; text</a:t>
            </a:r>
            <a:endParaRPr lang="de-DE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527050" y="4385420"/>
            <a:ext cx="5892800" cy="2243061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06932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36B677-F759-81B4-895E-BBC9A9A70104}"/>
              </a:ext>
            </a:extLst>
          </p:cNvPr>
          <p:cNvSpPr txBox="1">
            <a:spLocks/>
          </p:cNvSpPr>
          <p:nvPr userDrawn="1"/>
        </p:nvSpPr>
        <p:spPr>
          <a:xfrm>
            <a:off x="6096000" y="3578159"/>
            <a:ext cx="5621518" cy="2790334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>
                <a:latin typeface="Cabin" pitchFamily="2" charset="77"/>
                <a:cs typeface="Calibri Light"/>
              </a:rPr>
              <a:t> </a:t>
            </a:r>
          </a:p>
        </p:txBody>
      </p:sp>
      <p:pic>
        <p:nvPicPr>
          <p:cNvPr id="8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77ADC7E8-157C-A5DD-1780-E66CB2C90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0" y="480171"/>
            <a:ext cx="468001" cy="468001"/>
          </a:xfrm>
          <a:prstGeom prst="rect">
            <a:avLst/>
          </a:prstGeom>
        </p:spPr>
      </p:pic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6976FF4D-6799-634A-AEA7-34D66D758B7F}"/>
              </a:ext>
            </a:extLst>
          </p:cNvPr>
          <p:cNvCxnSpPr/>
          <p:nvPr userDrawn="1"/>
        </p:nvCxnSpPr>
        <p:spPr>
          <a:xfrm flipV="1">
            <a:off x="6331822" y="4298719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6255634" y="4406711"/>
            <a:ext cx="5302250" cy="1740090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255634" y="3744496"/>
            <a:ext cx="5302250" cy="577850"/>
          </a:xfrm>
        </p:spPr>
        <p:txBody>
          <a:bodyPr>
            <a:noAutofit/>
          </a:bodyPr>
          <a:lstStyle>
            <a:lvl1pPr marL="0" indent="0">
              <a:buNone/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3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3000" b="1">
                <a:latin typeface="Cabin" pitchFamily="2" charset="77"/>
                <a:cs typeface="Calibri Light"/>
              </a:rPr>
              <a:t>This is a large image &amp; text</a:t>
            </a:r>
            <a:endParaRPr lang="de-DE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A4F9B7A1-FF57-DF27-3D36-5F69F50030DA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5">
            <a:extLst>
              <a:ext uri="{FF2B5EF4-FFF2-40B4-BE49-F238E27FC236}">
                <a16:creationId xmlns:a16="http://schemas.microsoft.com/office/drawing/2014/main" id="{1C13B699-0E87-AC78-5474-F216C98833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7569" y="514622"/>
            <a:ext cx="468000" cy="468000"/>
          </a:xfrm>
          <a:prstGeom prst="rect">
            <a:avLst/>
          </a:prstGeom>
        </p:spPr>
      </p:pic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92238"/>
            <a:ext cx="12192000" cy="54657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16013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642636"/>
            <a:ext cx="7769662" cy="52373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3" y="474078"/>
            <a:ext cx="10478928" cy="553998"/>
          </a:xfrm>
        </p:spPr>
        <p:txBody>
          <a:bodyPr wrap="square" lIns="0" tIns="0" rIns="0" bIns="0">
            <a:sp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Contact details</a:t>
            </a:r>
            <a:endParaRPr lang="en-US" b="1">
              <a:latin typeface="Cabin" pitchFamily="2" charset="77"/>
            </a:endParaRPr>
          </a:p>
        </p:txBody>
      </p: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98B46884-3B16-D119-B76D-7DEF06E11B33}"/>
              </a:ext>
            </a:extLst>
          </p:cNvPr>
          <p:cNvCxnSpPr/>
          <p:nvPr userDrawn="1"/>
        </p:nvCxnSpPr>
        <p:spPr>
          <a:xfrm flipV="1">
            <a:off x="475313" y="1148852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4">
            <a:extLst>
              <a:ext uri="{FF2B5EF4-FFF2-40B4-BE49-F238E27FC236}">
                <a16:creationId xmlns:a16="http://schemas.microsoft.com/office/drawing/2014/main" id="{692D688A-4E89-62AF-26EC-7C7FEF46C1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548" y="491308"/>
            <a:ext cx="468000" cy="468000"/>
          </a:xfrm>
          <a:prstGeom prst="rect">
            <a:avLst/>
          </a:prstGeom>
        </p:spPr>
      </p:pic>
      <p:sp>
        <p:nvSpPr>
          <p:cNvPr id="16" name="Inhaltsplatzhalter 15"/>
          <p:cNvSpPr>
            <a:spLocks noGrp="1"/>
          </p:cNvSpPr>
          <p:nvPr>
            <p:ph sz="quarter" idx="11" hasCustomPrompt="1"/>
          </p:nvPr>
        </p:nvSpPr>
        <p:spPr>
          <a:xfrm>
            <a:off x="8169275" y="1942403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Name</a:t>
            </a:r>
          </a:p>
        </p:txBody>
      </p:sp>
      <p:sp>
        <p:nvSpPr>
          <p:cNvPr id="17" name="Inhaltsplatzhalter 15"/>
          <p:cNvSpPr>
            <a:spLocks noGrp="1"/>
          </p:cNvSpPr>
          <p:nvPr>
            <p:ph sz="quarter" idx="12" hasCustomPrompt="1"/>
          </p:nvPr>
        </p:nvSpPr>
        <p:spPr>
          <a:xfrm>
            <a:off x="8169275" y="246562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Position</a:t>
            </a:r>
          </a:p>
        </p:txBody>
      </p:sp>
      <p:sp>
        <p:nvSpPr>
          <p:cNvPr id="18" name="Inhaltsplatzhalter 15"/>
          <p:cNvSpPr>
            <a:spLocks noGrp="1"/>
          </p:cNvSpPr>
          <p:nvPr>
            <p:ph sz="quarter" idx="13" hasCustomPrompt="1"/>
          </p:nvPr>
        </p:nvSpPr>
        <p:spPr>
          <a:xfrm>
            <a:off x="8169275" y="29888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Organisation</a:t>
            </a:r>
          </a:p>
        </p:txBody>
      </p:sp>
      <p:sp>
        <p:nvSpPr>
          <p:cNvPr id="19" name="Inhaltsplatzhalter 15"/>
          <p:cNvSpPr>
            <a:spLocks noGrp="1"/>
          </p:cNvSpPr>
          <p:nvPr>
            <p:ph sz="quarter" idx="14" hasCustomPrompt="1"/>
          </p:nvPr>
        </p:nvSpPr>
        <p:spPr>
          <a:xfrm>
            <a:off x="8169275" y="35059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City, Country</a:t>
            </a:r>
          </a:p>
        </p:txBody>
      </p:sp>
      <p:sp>
        <p:nvSpPr>
          <p:cNvPr id="20" name="Inhaltsplatzhalter 15"/>
          <p:cNvSpPr>
            <a:spLocks noGrp="1"/>
          </p:cNvSpPr>
          <p:nvPr>
            <p:ph sz="quarter" idx="15" hasCustomPrompt="1"/>
          </p:nvPr>
        </p:nvSpPr>
        <p:spPr>
          <a:xfrm>
            <a:off x="8169275" y="402467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email</a:t>
            </a:r>
          </a:p>
        </p:txBody>
      </p:sp>
      <p:sp>
        <p:nvSpPr>
          <p:cNvPr id="21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8169275" y="4543403"/>
            <a:ext cx="2967038" cy="3175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000" b="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>
                <a:latin typeface="Cabin" pitchFamily="2" charset="77"/>
                <a:cs typeface="Calibri" panose="020F0502020204030204"/>
              </a:rPr>
              <a:t>Other contact details if required</a:t>
            </a:r>
          </a:p>
          <a:p>
            <a:pPr lvl="0"/>
            <a:endParaRPr lang="de-CH"/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235950" y="5410200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769442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3738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6CF4237-6386-BFE9-C27A-77666FC7CE47}"/>
              </a:ext>
            </a:extLst>
          </p:cNvPr>
          <p:cNvSpPr txBox="1"/>
          <p:nvPr userDrawn="1"/>
        </p:nvSpPr>
        <p:spPr>
          <a:xfrm>
            <a:off x="5641242" y="3088795"/>
            <a:ext cx="17079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abin" pitchFamily="2" charset="77"/>
                <a:cs typeface="Calibri"/>
              </a:rPr>
              <a:t>FutuRaM.eu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DF8E1-27B5-829D-B4DA-477FDE7316F9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641242" y="2189683"/>
            <a:ext cx="5652192" cy="803893"/>
          </a:xfrm>
        </p:spPr>
        <p:txBody>
          <a:bodyPr lIns="0" tIns="0" rIns="0" bIns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000" b="1">
                <a:solidFill>
                  <a:schemeClr val="bg1"/>
                </a:solidFill>
                <a:latin typeface="Cabin SemiBold" pitchFamily="2" charset="77"/>
                <a:cs typeface="Calibri Light"/>
              </a:rPr>
              <a:t>Thank you !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602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279F5-825E-64BF-609E-C64F426A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D168-5A85-9DD0-6263-C39049F50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111A8-FADA-1EDF-581E-157933B9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93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20" r:id="rId5"/>
    <p:sldLayoutId id="2147483845" r:id="rId6"/>
    <p:sldLayoutId id="2147483831" r:id="rId7"/>
    <p:sldLayoutId id="2147483833" r:id="rId8"/>
    <p:sldLayoutId id="2147483834" r:id="rId9"/>
    <p:sldLayoutId id="2147483835" r:id="rId10"/>
    <p:sldLayoutId id="2147483832" r:id="rId11"/>
    <p:sldLayoutId id="2147483842" r:id="rId12"/>
    <p:sldLayoutId id="2147483843" r:id="rId13"/>
    <p:sldLayoutId id="2147483844" r:id="rId14"/>
    <p:sldLayoutId id="2147483836" r:id="rId15"/>
    <p:sldLayoutId id="2147483837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abin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bin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bin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279F5-825E-64BF-609E-C64F426A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D168-5A85-9DD0-6263-C39049F50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111A8-FADA-1EDF-581E-157933B9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60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abin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bin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bin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" name="Inhaltsplatzhalter 2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de-CH" dirty="0"/>
              <a:t>2023-07-25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Inhaltsplatzhalter 4"/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r>
              <a:rPr lang="de-CH" dirty="0"/>
              <a:t>TCs Task </a:t>
            </a:r>
            <a:r>
              <a:rPr lang="de-CH" dirty="0" err="1"/>
              <a:t>force</a:t>
            </a:r>
            <a:r>
              <a:rPr lang="de-CH" dirty="0"/>
              <a:t>:</a:t>
            </a:r>
          </a:p>
          <a:p>
            <a:r>
              <a:rPr lang="de-CH" dirty="0" err="1"/>
              <a:t>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52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Task force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>
          <a:xfrm>
            <a:off x="497165" y="1613654"/>
            <a:ext cx="7151590" cy="4772922"/>
          </a:xfrm>
        </p:spPr>
        <p:txBody>
          <a:bodyPr/>
          <a:lstStyle/>
          <a:p>
            <a:r>
              <a:rPr lang="de-CH" sz="2000"/>
              <a:t>Main </a:t>
            </a:r>
            <a:r>
              <a:rPr lang="de-CH" sz="2000" err="1"/>
              <a:t>objective</a:t>
            </a:r>
            <a:r>
              <a:rPr lang="de-CH" sz="2000"/>
              <a:t> </a:t>
            </a:r>
            <a:r>
              <a:rPr lang="de-CH" sz="2000" err="1"/>
              <a:t>of</a:t>
            </a:r>
            <a:r>
              <a:rPr lang="de-CH" sz="2000"/>
              <a:t> </a:t>
            </a:r>
            <a:r>
              <a:rPr lang="de-CH" sz="2000" err="1"/>
              <a:t>this</a:t>
            </a:r>
            <a:r>
              <a:rPr lang="de-CH" sz="2000"/>
              <a:t> </a:t>
            </a:r>
            <a:r>
              <a:rPr lang="de-CH" sz="2000" err="1"/>
              <a:t>task</a:t>
            </a:r>
            <a:r>
              <a:rPr lang="de-CH" sz="2000"/>
              <a:t> </a:t>
            </a:r>
            <a:r>
              <a:rPr lang="de-CH" sz="2000" err="1"/>
              <a:t>force</a:t>
            </a:r>
            <a:r>
              <a:rPr lang="de-CH" sz="2000"/>
              <a:t> </a:t>
            </a:r>
            <a:r>
              <a:rPr lang="de-CH" sz="2000" err="1"/>
              <a:t>is</a:t>
            </a:r>
            <a:r>
              <a:rPr lang="de-CH" sz="2000"/>
              <a:t> </a:t>
            </a:r>
            <a:r>
              <a:rPr lang="de-CH" sz="2000" err="1"/>
              <a:t>to</a:t>
            </a:r>
            <a:r>
              <a:rPr lang="de-CH" sz="2000"/>
              <a:t> </a:t>
            </a:r>
            <a:r>
              <a:rPr lang="de-CH" sz="2000" err="1"/>
              <a:t>prepare</a:t>
            </a:r>
            <a:r>
              <a:rPr lang="de-CH" sz="2000"/>
              <a:t> and </a:t>
            </a:r>
            <a:r>
              <a:rPr lang="de-CH" sz="2000" err="1"/>
              <a:t>organize</a:t>
            </a:r>
            <a:r>
              <a:rPr lang="de-CH" sz="2000"/>
              <a:t> </a:t>
            </a:r>
            <a:r>
              <a:rPr lang="de-CH" sz="2000" err="1"/>
              <a:t>the</a:t>
            </a:r>
            <a:r>
              <a:rPr lang="de-CH" sz="2000"/>
              <a:t> </a:t>
            </a:r>
            <a:r>
              <a:rPr lang="de-CH" sz="2000" err="1"/>
              <a:t>collection</a:t>
            </a:r>
            <a:r>
              <a:rPr lang="de-CH" sz="2000"/>
              <a:t> </a:t>
            </a:r>
            <a:r>
              <a:rPr lang="de-CH" sz="2000" err="1"/>
              <a:t>of</a:t>
            </a:r>
            <a:r>
              <a:rPr lang="de-CH" sz="2000"/>
              <a:t> </a:t>
            </a:r>
            <a:r>
              <a:rPr lang="de-CH" sz="2000" b="1" err="1"/>
              <a:t>transfer</a:t>
            </a:r>
            <a:r>
              <a:rPr lang="de-CH" sz="2000" b="1"/>
              <a:t> </a:t>
            </a:r>
            <a:r>
              <a:rPr lang="de-CH" sz="2000" b="1" err="1"/>
              <a:t>coefficients</a:t>
            </a:r>
            <a:r>
              <a:rPr lang="de-CH" sz="2000" b="1"/>
              <a:t> (TCs)</a:t>
            </a:r>
          </a:p>
          <a:p>
            <a:r>
              <a:rPr lang="en-US" sz="2000"/>
              <a:t>Create a </a:t>
            </a:r>
            <a:r>
              <a:rPr lang="en-US" sz="2000" b="1"/>
              <a:t>systematic approach</a:t>
            </a:r>
            <a:r>
              <a:rPr lang="en-US" sz="2000"/>
              <a:t> to collect information on the relevant processes in the </a:t>
            </a:r>
            <a:r>
              <a:rPr lang="en-US" sz="2000" b="1" err="1"/>
              <a:t>FutuRaM</a:t>
            </a:r>
            <a:r>
              <a:rPr lang="en-US" sz="2000" b="1"/>
              <a:t> model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51" y="1450676"/>
            <a:ext cx="2162354" cy="216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3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Timeline –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817899"/>
          </a:xfrm>
        </p:spPr>
        <p:txBody>
          <a:bodyPr/>
          <a:lstStyle/>
          <a:p>
            <a:r>
              <a:rPr lang="de-CH" dirty="0"/>
              <a:t>1st </a:t>
            </a:r>
            <a:r>
              <a:rPr lang="de-CH" dirty="0" err="1"/>
              <a:t>data</a:t>
            </a:r>
            <a:r>
              <a:rPr lang="de-CH" dirty="0"/>
              <a:t> </a:t>
            </a:r>
            <a:r>
              <a:rPr lang="de-CH" dirty="0" err="1"/>
              <a:t>collection</a:t>
            </a:r>
            <a:r>
              <a:rPr lang="de-CH" dirty="0"/>
              <a:t> </a:t>
            </a:r>
            <a:r>
              <a:rPr lang="de-CH" dirty="0" err="1"/>
              <a:t>template</a:t>
            </a:r>
            <a:r>
              <a:rPr lang="de-CH" dirty="0"/>
              <a:t>: </a:t>
            </a:r>
            <a:r>
              <a:rPr lang="de-CH" u="sng" dirty="0"/>
              <a:t>end </a:t>
            </a:r>
            <a:r>
              <a:rPr lang="de-CH" u="sng" dirty="0" err="1"/>
              <a:t>of</a:t>
            </a:r>
            <a:r>
              <a:rPr lang="de-CH" u="sng" dirty="0"/>
              <a:t> </a:t>
            </a:r>
            <a:r>
              <a:rPr lang="de-CH" u="sng" dirty="0" err="1"/>
              <a:t>July</a:t>
            </a:r>
            <a:endParaRPr lang="en-US" u="sng" dirty="0"/>
          </a:p>
        </p:txBody>
      </p:sp>
      <p:pic>
        <p:nvPicPr>
          <p:cNvPr id="3082" name="Picture 10" descr="Fast Delivery Icon With Timer Fast Stopwatch Line Icon Fast Delivery  Shipping Service Sign Speed Clock Symbol Urgency Deadline Time Management  Competition Sign Stock Vector Stock Illustration - Download Image Now -  iStock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1" t="12973" r="23320" b="14380"/>
          <a:stretch/>
        </p:blipFill>
        <p:spPr bwMode="auto">
          <a:xfrm>
            <a:off x="8827195" y="1109182"/>
            <a:ext cx="1594777" cy="143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A8DC6C-2B31-561F-7B6D-C12B5E5A4B0E}"/>
              </a:ext>
            </a:extLst>
          </p:cNvPr>
          <p:cNvSpPr/>
          <p:nvPr/>
        </p:nvSpPr>
        <p:spPr>
          <a:xfrm>
            <a:off x="608172" y="3250520"/>
            <a:ext cx="1691970" cy="364016"/>
          </a:xfrm>
          <a:prstGeom prst="rect">
            <a:avLst/>
          </a:prstGeom>
          <a:solidFill>
            <a:srgbClr val="000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938C1-3394-A0C6-D103-8B0730B21985}"/>
              </a:ext>
            </a:extLst>
          </p:cNvPr>
          <p:cNvSpPr/>
          <p:nvPr/>
        </p:nvSpPr>
        <p:spPr>
          <a:xfrm>
            <a:off x="2290872" y="3250520"/>
            <a:ext cx="1691970" cy="364016"/>
          </a:xfrm>
          <a:prstGeom prst="rect">
            <a:avLst/>
          </a:prstGeom>
          <a:solidFill>
            <a:srgbClr val="125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D51C1E-EC76-814C-15A3-6875CEBE539E}"/>
              </a:ext>
            </a:extLst>
          </p:cNvPr>
          <p:cNvSpPr/>
          <p:nvPr/>
        </p:nvSpPr>
        <p:spPr>
          <a:xfrm>
            <a:off x="3982842" y="3250520"/>
            <a:ext cx="1691970" cy="364016"/>
          </a:xfrm>
          <a:prstGeom prst="rect">
            <a:avLst/>
          </a:prstGeom>
          <a:solidFill>
            <a:srgbClr val="1C91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B2B988-4B59-B160-38D9-A09D32E4E158}"/>
              </a:ext>
            </a:extLst>
          </p:cNvPr>
          <p:cNvSpPr/>
          <p:nvPr/>
        </p:nvSpPr>
        <p:spPr>
          <a:xfrm>
            <a:off x="5665542" y="3250520"/>
            <a:ext cx="1691970" cy="364016"/>
          </a:xfrm>
          <a:prstGeom prst="rect">
            <a:avLst/>
          </a:prstGeom>
          <a:solidFill>
            <a:srgbClr val="1F9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C0FD05-B6AF-0D56-B910-C05AFEE69D5E}"/>
              </a:ext>
            </a:extLst>
          </p:cNvPr>
          <p:cNvSpPr/>
          <p:nvPr/>
        </p:nvSpPr>
        <p:spPr>
          <a:xfrm>
            <a:off x="7357512" y="3250520"/>
            <a:ext cx="1691970" cy="364016"/>
          </a:xfrm>
          <a:prstGeom prst="rect">
            <a:avLst/>
          </a:prstGeom>
          <a:solidFill>
            <a:srgbClr val="2CE1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217ACC-80E3-E2EB-7D46-EC429F767601}"/>
              </a:ext>
            </a:extLst>
          </p:cNvPr>
          <p:cNvGrpSpPr/>
          <p:nvPr/>
        </p:nvGrpSpPr>
        <p:grpSpPr>
          <a:xfrm>
            <a:off x="4321098" y="3614536"/>
            <a:ext cx="311285" cy="1116372"/>
            <a:chOff x="7946924" y="5935449"/>
            <a:chExt cx="311285" cy="1116372"/>
          </a:xfrm>
          <a:solidFill>
            <a:srgbClr val="1C91B9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1E96B8C-282D-2A82-C12F-80BF19F63B5C}"/>
                </a:ext>
              </a:extLst>
            </p:cNvPr>
            <p:cNvSpPr/>
            <p:nvPr/>
          </p:nvSpPr>
          <p:spPr>
            <a:xfrm>
              <a:off x="7946924" y="6740536"/>
              <a:ext cx="311285" cy="3112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9FC2723-C530-BC19-68C5-4A4C2E2238FF}"/>
                </a:ext>
              </a:extLst>
            </p:cNvPr>
            <p:cNvSpPr/>
            <p:nvPr/>
          </p:nvSpPr>
          <p:spPr>
            <a:xfrm>
              <a:off x="8073384" y="5935449"/>
              <a:ext cx="58366" cy="8229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EDDDB00-05B9-28B0-F763-DF04E5184B43}"/>
              </a:ext>
            </a:extLst>
          </p:cNvPr>
          <p:cNvSpPr txBox="1"/>
          <p:nvPr/>
        </p:nvSpPr>
        <p:spPr>
          <a:xfrm>
            <a:off x="3144252" y="4814133"/>
            <a:ext cx="4102301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Flow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chart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update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harmonized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</a:t>
            </a:r>
            <a:endParaRPr kumimoji="0" lang="de-CH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List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of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flows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with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specifications</a:t>
            </a:r>
            <a:endParaRPr kumimoji="0" lang="de-CH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Pre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-draft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version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of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 TC 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data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collection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template</a:t>
            </a:r>
            <a:endParaRPr kumimoji="0" lang="de-CH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CBC4CC-23DE-90D4-FE53-083870D3BE88}"/>
              </a:ext>
            </a:extLst>
          </p:cNvPr>
          <p:cNvGrpSpPr/>
          <p:nvPr/>
        </p:nvGrpSpPr>
        <p:grpSpPr>
          <a:xfrm rot="10800000" flipV="1">
            <a:off x="8868439" y="3548423"/>
            <a:ext cx="311285" cy="1403652"/>
            <a:chOff x="7946571" y="5908253"/>
            <a:chExt cx="311285" cy="1403652"/>
          </a:xfrm>
          <a:solidFill>
            <a:srgbClr val="2CE185"/>
          </a:solidFill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17D1D72-FA5E-54BB-29A9-284B64F9843C}"/>
                </a:ext>
              </a:extLst>
            </p:cNvPr>
            <p:cNvSpPr/>
            <p:nvPr/>
          </p:nvSpPr>
          <p:spPr>
            <a:xfrm>
              <a:off x="7946571" y="7000620"/>
              <a:ext cx="311285" cy="3112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F9228C9-E998-B8E1-27C8-BE23E73AA181}"/>
                </a:ext>
              </a:extLst>
            </p:cNvPr>
            <p:cNvSpPr/>
            <p:nvPr/>
          </p:nvSpPr>
          <p:spPr>
            <a:xfrm>
              <a:off x="8076814" y="5908253"/>
              <a:ext cx="58366" cy="118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3B38382-30E1-5FD8-DB30-D4DACE3777A8}"/>
              </a:ext>
            </a:extLst>
          </p:cNvPr>
          <p:cNvSpPr txBox="1"/>
          <p:nvPr/>
        </p:nvSpPr>
        <p:spPr>
          <a:xfrm>
            <a:off x="7703917" y="5124086"/>
            <a:ext cx="2784573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de-CH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</a:t>
            </a:r>
            <a:r>
              <a:rPr kumimoji="0" lang="de-CH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r>
              <a:rPr kumimoji="0" lang="de-CH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version</a:t>
            </a:r>
            <a:r>
              <a:rPr kumimoji="0" lang="de-CH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draft </a:t>
            </a:r>
            <a:r>
              <a:rPr kumimoji="0" lang="de-CH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</a:t>
            </a:r>
            <a:r>
              <a:rPr kumimoji="0" lang="de-CH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TC Data </a:t>
            </a:r>
            <a:r>
              <a:rPr kumimoji="0" lang="de-CH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collection</a:t>
            </a:r>
            <a:r>
              <a:rPr kumimoji="0" lang="de-CH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template</a:t>
            </a:r>
            <a:r>
              <a:rPr kumimoji="0" lang="de-CH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12C917-9C4E-759C-445A-BEF1E36CF06A}"/>
              </a:ext>
            </a:extLst>
          </p:cNvPr>
          <p:cNvSpPr txBox="1"/>
          <p:nvPr/>
        </p:nvSpPr>
        <p:spPr>
          <a:xfrm>
            <a:off x="1067600" y="2716787"/>
            <a:ext cx="99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bin" pitchFamily="2" charset="77"/>
                <a:ea typeface="+mn-ea"/>
                <a:cs typeface="Calibri Light"/>
              </a:rPr>
              <a:t>June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0C9831-FCD9-6C3D-7C81-F2C5D379CAE9}"/>
              </a:ext>
            </a:extLst>
          </p:cNvPr>
          <p:cNvSpPr txBox="1"/>
          <p:nvPr/>
        </p:nvSpPr>
        <p:spPr>
          <a:xfrm>
            <a:off x="5320387" y="2756615"/>
            <a:ext cx="773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bin" pitchFamily="2" charset="77"/>
                <a:ea typeface="+mn-ea"/>
                <a:cs typeface="Calibri Light"/>
              </a:rPr>
              <a:t>July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115C36-95A2-09B5-84E2-93E2CD40321D}"/>
              </a:ext>
            </a:extLst>
          </p:cNvPr>
          <p:cNvCxnSpPr/>
          <p:nvPr/>
        </p:nvCxnSpPr>
        <p:spPr>
          <a:xfrm>
            <a:off x="2300142" y="3049444"/>
            <a:ext cx="0" cy="7661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8A3EA9-1086-B79E-5EA1-E3B50860D2C2}"/>
              </a:ext>
            </a:extLst>
          </p:cNvPr>
          <p:cNvCxnSpPr/>
          <p:nvPr/>
        </p:nvCxnSpPr>
        <p:spPr>
          <a:xfrm>
            <a:off x="9049481" y="3028328"/>
            <a:ext cx="0" cy="7661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" name="Right Brace 41">
            <a:extLst>
              <a:ext uri="{FF2B5EF4-FFF2-40B4-BE49-F238E27FC236}">
                <a16:creationId xmlns:a16="http://schemas.microsoft.com/office/drawing/2014/main" id="{E213C1DA-CB0B-71D0-4C24-CDA51E3A600C}"/>
              </a:ext>
            </a:extLst>
          </p:cNvPr>
          <p:cNvSpPr/>
          <p:nvPr/>
        </p:nvSpPr>
        <p:spPr>
          <a:xfrm rot="5400000">
            <a:off x="6415044" y="1770148"/>
            <a:ext cx="685846" cy="4387354"/>
          </a:xfrm>
          <a:prstGeom prst="rightBrace">
            <a:avLst>
              <a:gd name="adj1" fmla="val 8333"/>
              <a:gd name="adj2" fmla="val 48475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1FECC6-8DC9-C9A5-D0EE-AC0702E5A535}"/>
              </a:ext>
            </a:extLst>
          </p:cNvPr>
          <p:cNvSpPr/>
          <p:nvPr/>
        </p:nvSpPr>
        <p:spPr>
          <a:xfrm>
            <a:off x="6071050" y="4303485"/>
            <a:ext cx="1758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Collect feedback from WS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BEBC4B-9F01-1BA6-9E16-59BF6D7CEF5B}"/>
              </a:ext>
            </a:extLst>
          </p:cNvPr>
          <p:cNvGrpSpPr/>
          <p:nvPr/>
        </p:nvGrpSpPr>
        <p:grpSpPr>
          <a:xfrm>
            <a:off x="1684990" y="3624833"/>
            <a:ext cx="311285" cy="1116372"/>
            <a:chOff x="7946924" y="5935449"/>
            <a:chExt cx="311285" cy="1116372"/>
          </a:xfrm>
          <a:solidFill>
            <a:srgbClr val="1C91B9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D0B37B4-46A0-9AD7-603D-91244789BF04}"/>
                </a:ext>
              </a:extLst>
            </p:cNvPr>
            <p:cNvSpPr/>
            <p:nvPr/>
          </p:nvSpPr>
          <p:spPr>
            <a:xfrm>
              <a:off x="7946924" y="6740536"/>
              <a:ext cx="311285" cy="3112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31C3D6F-A76A-93D4-0BB9-D2F662CF09AF}"/>
                </a:ext>
              </a:extLst>
            </p:cNvPr>
            <p:cNvSpPr/>
            <p:nvPr/>
          </p:nvSpPr>
          <p:spPr>
            <a:xfrm>
              <a:off x="8073384" y="5935449"/>
              <a:ext cx="58366" cy="8229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9E6D58B-1D92-9FAA-3E4E-A249C4B2C04F}"/>
              </a:ext>
            </a:extLst>
          </p:cNvPr>
          <p:cNvSpPr txBox="1"/>
          <p:nvPr/>
        </p:nvSpPr>
        <p:spPr>
          <a:xfrm>
            <a:off x="748748" y="4742051"/>
            <a:ext cx="2344477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Harmonized</a:t>
            </a:r>
            <a:r>
              <a:rPr kumimoji="0" lang="de-CH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 </a:t>
            </a:r>
            <a:r>
              <a:rPr kumimoji="0" lang="de-CH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codelist</a:t>
            </a:r>
            <a:r>
              <a:rPr kumimoji="0" lang="de-CH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of</a:t>
            </a:r>
            <a:r>
              <a:rPr kumimoji="0" lang="de-CH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 "matter" (PCME) &amp; </a:t>
            </a:r>
            <a:r>
              <a:rPr kumimoji="0" lang="de-CH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processes</a:t>
            </a: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25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Timeline – </a:t>
            </a:r>
            <a:r>
              <a:rPr lang="de-CH" dirty="0" err="1"/>
              <a:t>reality</a:t>
            </a:r>
            <a:r>
              <a:rPr lang="de-CH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817899"/>
          </a:xfrm>
        </p:spPr>
        <p:txBody>
          <a:bodyPr/>
          <a:lstStyle/>
          <a:p>
            <a:r>
              <a:rPr lang="de-CH" dirty="0"/>
              <a:t>1st </a:t>
            </a:r>
            <a:r>
              <a:rPr lang="de-CH" dirty="0" err="1">
                <a:solidFill>
                  <a:srgbClr val="0000FF"/>
                </a:solidFill>
              </a:rPr>
              <a:t>pre</a:t>
            </a:r>
            <a:r>
              <a:rPr lang="de-CH" dirty="0">
                <a:solidFill>
                  <a:srgbClr val="0000FF"/>
                </a:solidFill>
              </a:rPr>
              <a:t>-draft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TC </a:t>
            </a:r>
            <a:r>
              <a:rPr lang="de-CH" dirty="0" err="1"/>
              <a:t>data</a:t>
            </a:r>
            <a:r>
              <a:rPr lang="de-CH" dirty="0"/>
              <a:t> </a:t>
            </a:r>
            <a:r>
              <a:rPr lang="de-CH" dirty="0" err="1"/>
              <a:t>collection</a:t>
            </a:r>
            <a:r>
              <a:rPr lang="de-CH" dirty="0"/>
              <a:t> </a:t>
            </a:r>
            <a:r>
              <a:rPr lang="de-CH" dirty="0" err="1"/>
              <a:t>template</a:t>
            </a:r>
            <a:r>
              <a:rPr lang="de-CH" dirty="0"/>
              <a:t>: </a:t>
            </a:r>
            <a:r>
              <a:rPr lang="de-CH" u="sng" dirty="0"/>
              <a:t>end </a:t>
            </a:r>
            <a:r>
              <a:rPr lang="de-CH" u="sng" dirty="0" err="1"/>
              <a:t>of</a:t>
            </a:r>
            <a:r>
              <a:rPr lang="de-CH" u="sng" dirty="0"/>
              <a:t> </a:t>
            </a:r>
            <a:r>
              <a:rPr lang="de-CH" u="sng" dirty="0" err="1"/>
              <a:t>July</a:t>
            </a:r>
            <a:endParaRPr lang="en-US" u="sng" dirty="0"/>
          </a:p>
        </p:txBody>
      </p:sp>
      <p:pic>
        <p:nvPicPr>
          <p:cNvPr id="3082" name="Picture 10" descr="Fast Delivery Icon With Timer Fast Stopwatch Line Icon Fast Delivery  Shipping Service Sign Speed Clock Symbol Urgency Deadline Time Management  Competition Sign Stock Vector Stock Illustration - Download Image Now -  iStock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1" t="12973" r="23320" b="14380"/>
          <a:stretch/>
        </p:blipFill>
        <p:spPr bwMode="auto">
          <a:xfrm>
            <a:off x="8827195" y="1109182"/>
            <a:ext cx="1594777" cy="143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A8DC6C-2B31-561F-7B6D-C12B5E5A4B0E}"/>
              </a:ext>
            </a:extLst>
          </p:cNvPr>
          <p:cNvSpPr/>
          <p:nvPr/>
        </p:nvSpPr>
        <p:spPr>
          <a:xfrm>
            <a:off x="608172" y="3250520"/>
            <a:ext cx="1691970" cy="364016"/>
          </a:xfrm>
          <a:prstGeom prst="rect">
            <a:avLst/>
          </a:prstGeom>
          <a:solidFill>
            <a:srgbClr val="000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938C1-3394-A0C6-D103-8B0730B21985}"/>
              </a:ext>
            </a:extLst>
          </p:cNvPr>
          <p:cNvSpPr/>
          <p:nvPr/>
        </p:nvSpPr>
        <p:spPr>
          <a:xfrm>
            <a:off x="2290872" y="3250520"/>
            <a:ext cx="1691970" cy="364016"/>
          </a:xfrm>
          <a:prstGeom prst="rect">
            <a:avLst/>
          </a:prstGeom>
          <a:solidFill>
            <a:srgbClr val="125F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D51C1E-EC76-814C-15A3-6875CEBE539E}"/>
              </a:ext>
            </a:extLst>
          </p:cNvPr>
          <p:cNvSpPr/>
          <p:nvPr/>
        </p:nvSpPr>
        <p:spPr>
          <a:xfrm>
            <a:off x="3982842" y="3250520"/>
            <a:ext cx="1691970" cy="364016"/>
          </a:xfrm>
          <a:prstGeom prst="rect">
            <a:avLst/>
          </a:prstGeom>
          <a:solidFill>
            <a:srgbClr val="1C91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B2B988-4B59-B160-38D9-A09D32E4E158}"/>
              </a:ext>
            </a:extLst>
          </p:cNvPr>
          <p:cNvSpPr/>
          <p:nvPr/>
        </p:nvSpPr>
        <p:spPr>
          <a:xfrm>
            <a:off x="5665542" y="3250520"/>
            <a:ext cx="1691970" cy="364016"/>
          </a:xfrm>
          <a:prstGeom prst="rect">
            <a:avLst/>
          </a:prstGeom>
          <a:solidFill>
            <a:srgbClr val="1F9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C0FD05-B6AF-0D56-B910-C05AFEE69D5E}"/>
              </a:ext>
            </a:extLst>
          </p:cNvPr>
          <p:cNvSpPr/>
          <p:nvPr/>
        </p:nvSpPr>
        <p:spPr>
          <a:xfrm>
            <a:off x="7357512" y="3250520"/>
            <a:ext cx="1691970" cy="364016"/>
          </a:xfrm>
          <a:prstGeom prst="rect">
            <a:avLst/>
          </a:prstGeom>
          <a:solidFill>
            <a:srgbClr val="2CE1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DDDB00-05B9-28B0-F763-DF04E5184B43}"/>
              </a:ext>
            </a:extLst>
          </p:cNvPr>
          <p:cNvSpPr txBox="1"/>
          <p:nvPr/>
        </p:nvSpPr>
        <p:spPr>
          <a:xfrm>
            <a:off x="6855959" y="4982762"/>
            <a:ext cx="4102301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Flow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chart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update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harmonized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</a:t>
            </a:r>
            <a:endParaRPr kumimoji="0" lang="de-CH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List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of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flows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with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specifications</a:t>
            </a:r>
            <a:endParaRPr kumimoji="0" lang="de-CH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Pre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-draft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version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of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 TC 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data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collection</a:t>
            </a:r>
            <a:r>
              <a:rPr kumimoji="0" lang="de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Calibri"/>
                <a:cs typeface="Calibri"/>
              </a:rPr>
              <a:t>template</a:t>
            </a:r>
            <a:endParaRPr kumimoji="0" lang="de-CH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CBC4CC-23DE-90D4-FE53-083870D3BE88}"/>
              </a:ext>
            </a:extLst>
          </p:cNvPr>
          <p:cNvGrpSpPr/>
          <p:nvPr/>
        </p:nvGrpSpPr>
        <p:grpSpPr>
          <a:xfrm rot="10800000" flipV="1">
            <a:off x="8868439" y="3548423"/>
            <a:ext cx="311285" cy="1403652"/>
            <a:chOff x="7946571" y="5908253"/>
            <a:chExt cx="311285" cy="1403652"/>
          </a:xfrm>
          <a:solidFill>
            <a:srgbClr val="2CE185"/>
          </a:solidFill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17D1D72-FA5E-54BB-29A9-284B64F9843C}"/>
                </a:ext>
              </a:extLst>
            </p:cNvPr>
            <p:cNvSpPr/>
            <p:nvPr/>
          </p:nvSpPr>
          <p:spPr>
            <a:xfrm>
              <a:off x="7946571" y="7000620"/>
              <a:ext cx="311285" cy="3112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F9228C9-E998-B8E1-27C8-BE23E73AA181}"/>
                </a:ext>
              </a:extLst>
            </p:cNvPr>
            <p:cNvSpPr/>
            <p:nvPr/>
          </p:nvSpPr>
          <p:spPr>
            <a:xfrm>
              <a:off x="8076814" y="5908253"/>
              <a:ext cx="58366" cy="11887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912C917-9C4E-759C-445A-BEF1E36CF06A}"/>
              </a:ext>
            </a:extLst>
          </p:cNvPr>
          <p:cNvSpPr txBox="1"/>
          <p:nvPr/>
        </p:nvSpPr>
        <p:spPr>
          <a:xfrm>
            <a:off x="1067600" y="2716787"/>
            <a:ext cx="99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bin" pitchFamily="2" charset="77"/>
                <a:ea typeface="+mn-ea"/>
                <a:cs typeface="Calibri Light"/>
              </a:rPr>
              <a:t>June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0C9831-FCD9-6C3D-7C81-F2C5D379CAE9}"/>
              </a:ext>
            </a:extLst>
          </p:cNvPr>
          <p:cNvSpPr txBox="1"/>
          <p:nvPr/>
        </p:nvSpPr>
        <p:spPr>
          <a:xfrm>
            <a:off x="5320387" y="2756615"/>
            <a:ext cx="773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bin" pitchFamily="2" charset="77"/>
                <a:ea typeface="+mn-ea"/>
                <a:cs typeface="Calibri Light"/>
              </a:rPr>
              <a:t>July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115C36-95A2-09B5-84E2-93E2CD40321D}"/>
              </a:ext>
            </a:extLst>
          </p:cNvPr>
          <p:cNvCxnSpPr/>
          <p:nvPr/>
        </p:nvCxnSpPr>
        <p:spPr>
          <a:xfrm>
            <a:off x="2300142" y="3049444"/>
            <a:ext cx="0" cy="7661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8A3EA9-1086-B79E-5EA1-E3B50860D2C2}"/>
              </a:ext>
            </a:extLst>
          </p:cNvPr>
          <p:cNvCxnSpPr/>
          <p:nvPr/>
        </p:nvCxnSpPr>
        <p:spPr>
          <a:xfrm>
            <a:off x="9049481" y="3028328"/>
            <a:ext cx="0" cy="7661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17BEBC4B-9F01-1BA6-9E16-59BF6D7CEF5B}"/>
              </a:ext>
            </a:extLst>
          </p:cNvPr>
          <p:cNvGrpSpPr/>
          <p:nvPr/>
        </p:nvGrpSpPr>
        <p:grpSpPr>
          <a:xfrm>
            <a:off x="1684990" y="3624833"/>
            <a:ext cx="311285" cy="1116372"/>
            <a:chOff x="7946924" y="5935449"/>
            <a:chExt cx="311285" cy="1116372"/>
          </a:xfrm>
          <a:solidFill>
            <a:srgbClr val="1C91B9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D0B37B4-46A0-9AD7-603D-91244789BF04}"/>
                </a:ext>
              </a:extLst>
            </p:cNvPr>
            <p:cNvSpPr/>
            <p:nvPr/>
          </p:nvSpPr>
          <p:spPr>
            <a:xfrm>
              <a:off x="7946924" y="6740536"/>
              <a:ext cx="311285" cy="3112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31C3D6F-A76A-93D4-0BB9-D2F662CF09AF}"/>
                </a:ext>
              </a:extLst>
            </p:cNvPr>
            <p:cNvSpPr/>
            <p:nvPr/>
          </p:nvSpPr>
          <p:spPr>
            <a:xfrm>
              <a:off x="8073384" y="5935449"/>
              <a:ext cx="58366" cy="8229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9E6D58B-1D92-9FAA-3E4E-A249C4B2C04F}"/>
              </a:ext>
            </a:extLst>
          </p:cNvPr>
          <p:cNvSpPr txBox="1"/>
          <p:nvPr/>
        </p:nvSpPr>
        <p:spPr>
          <a:xfrm>
            <a:off x="748748" y="4742051"/>
            <a:ext cx="2344477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Harmonized</a:t>
            </a:r>
            <a:r>
              <a:rPr kumimoji="0" lang="de-CH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 </a:t>
            </a:r>
            <a:r>
              <a:rPr kumimoji="0" lang="de-CH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codelist</a:t>
            </a:r>
            <a:r>
              <a:rPr kumimoji="0" lang="de-CH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de-CH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of</a:t>
            </a:r>
            <a:r>
              <a:rPr kumimoji="0" lang="de-CH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 "matter" (PCME) &amp; </a:t>
            </a:r>
            <a:r>
              <a:rPr kumimoji="0" lang="de-CH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processes</a:t>
            </a: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66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899E5-A67C-8865-4853-1E97708F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1060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580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FutuRaM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2CE084"/>
      </a:accent1>
      <a:accent2>
        <a:srgbClr val="000066"/>
      </a:accent2>
      <a:accent3>
        <a:srgbClr val="A5A5A5"/>
      </a:accent3>
      <a:accent4>
        <a:srgbClr val="CECECE"/>
      </a:accent4>
      <a:accent5>
        <a:srgbClr val="FFFFFF"/>
      </a:accent5>
      <a:accent6>
        <a:srgbClr val="000000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</a:spPr>
      <a:bodyPr rtlCol="0" anchor="ctr"/>
      <a:lstStyle>
        <a:defPPr algn="ctr">
          <a:defRPr dirty="0" err="1" smtClean="0">
            <a:solidFill>
              <a:schemeClr val="bg1"/>
            </a:solidFill>
            <a:latin typeface="Cabin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 anchor="ctr">
        <a:noAutofit/>
      </a:bodyPr>
      <a:lstStyle>
        <a:defPPr>
          <a:defRPr sz="2000" dirty="0" smtClean="0">
            <a:latin typeface="Cabin" pitchFamily="2" charset="77"/>
            <a:cs typeface="Calibri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FutuRaM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2CE084"/>
      </a:accent1>
      <a:accent2>
        <a:srgbClr val="000066"/>
      </a:accent2>
      <a:accent3>
        <a:srgbClr val="A5A5A5"/>
      </a:accent3>
      <a:accent4>
        <a:srgbClr val="CECECE"/>
      </a:accent4>
      <a:accent5>
        <a:srgbClr val="FFFFFF"/>
      </a:accent5>
      <a:accent6>
        <a:srgbClr val="000000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>
        <a:noAutofit/>
      </a:bodyPr>
      <a:lstStyle>
        <a:defPPr>
          <a:defRPr sz="3200" b="1" dirty="0">
            <a:latin typeface="Cabin" pitchFamily="2" charset="77"/>
            <a:cs typeface="Calibri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4358C7B99E24DB5B0DBF2D0977AEF" ma:contentTypeVersion="16" ma:contentTypeDescription="Create a new document." ma:contentTypeScope="" ma:versionID="6a450d60da89a436f6d604454ed931ed">
  <xsd:schema xmlns:xsd="http://www.w3.org/2001/XMLSchema" xmlns:xs="http://www.w3.org/2001/XMLSchema" xmlns:p="http://schemas.microsoft.com/office/2006/metadata/properties" xmlns:ns2="285f0efd-af34-4a8f-9bb5-f528a47a14ae" xmlns:ns3="07487076-d980-4c16-b3a0-35f4936cd682" targetNamespace="http://schemas.microsoft.com/office/2006/metadata/properties" ma:root="true" ma:fieldsID="37e356da6f81ae97db17ed4b89037d23" ns2:_="" ns3:_="">
    <xsd:import namespace="285f0efd-af34-4a8f-9bb5-f528a47a14ae"/>
    <xsd:import namespace="07487076-d980-4c16-b3a0-35f4936cd6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5f0efd-af34-4a8f-9bb5-f528a47a14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38802dd-c190-468b-a241-0a2f21652004}" ma:internalName="TaxCatchAll" ma:showField="CatchAllData" ma:web="285f0efd-af34-4a8f-9bb5-f528a47a14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7076-d980-4c16-b3a0-35f4936cd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bbb71e-5fe6-4563-8435-a771e3fe8d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487076-d980-4c16-b3a0-35f4936cd682">
      <Terms xmlns="http://schemas.microsoft.com/office/infopath/2007/PartnerControls"/>
    </lcf76f155ced4ddcb4097134ff3c332f>
    <TaxCatchAll xmlns="285f0efd-af34-4a8f-9bb5-f528a47a14ae" xsi:nil="true"/>
  </documentManagement>
</p:properties>
</file>

<file path=customXml/itemProps1.xml><?xml version="1.0" encoding="utf-8"?>
<ds:datastoreItem xmlns:ds="http://schemas.openxmlformats.org/officeDocument/2006/customXml" ds:itemID="{32B2AD7C-9A92-40E3-A375-8E135384FBF0}"/>
</file>

<file path=customXml/itemProps2.xml><?xml version="1.0" encoding="utf-8"?>
<ds:datastoreItem xmlns:ds="http://schemas.openxmlformats.org/officeDocument/2006/customXml" ds:itemID="{1C9F48C7-5B2E-48BF-A9FB-C362A15EAE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67FA64-50D2-431D-B805-CE0796AEF392}">
  <ds:schemaRefs>
    <ds:schemaRef ds:uri="http://purl.org/dc/terms/"/>
    <ds:schemaRef ds:uri="07487076-d980-4c16-b3a0-35f4936cd682"/>
    <ds:schemaRef ds:uri="285f0efd-af34-4a8f-9bb5-f528a47a14a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166</Words>
  <Application>Microsoft Office PowerPoint</Application>
  <PresentationFormat>Widescreen</PresentationFormat>
  <Paragraphs>26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Thème Office</vt:lpstr>
      <vt:lpstr>1_Thème Office</vt:lpstr>
      <vt:lpstr>PowerPoint Presentation</vt:lpstr>
      <vt:lpstr>Task force</vt:lpstr>
      <vt:lpstr>Timeline – plan</vt:lpstr>
      <vt:lpstr>Timeline – reality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Lorem ipsum dor si met</dc:title>
  <dc:creator>Team Spade</dc:creator>
  <cp:lastModifiedBy>Francisco Morgado, Joana</cp:lastModifiedBy>
  <cp:revision>106</cp:revision>
  <dcterms:created xsi:type="dcterms:W3CDTF">2022-10-19T14:46:37Z</dcterms:created>
  <dcterms:modified xsi:type="dcterms:W3CDTF">2023-07-25T06:48:42Z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0x010100FF34358C7B99E24DB5B0DBF2D0977AEF</vt:lpwstr>
  </property>
  <property fmtid="{D5CDD505-2E9C-101B-9397-08002B2CF9AE}" pid="3" name="MediaServiceImageTags">
    <vt:lpwstr/>
  </property>
</Properties>
</file>