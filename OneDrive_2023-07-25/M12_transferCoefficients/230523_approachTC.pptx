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3641FC-6220-A171-97E6-4A227068D946}" v="278" dt="2023-05-23T07:48:14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mmen, Kirsten" userId="S::kirsten.remmen_empa.ch#ext#@weeeforum.onmicrosoft.com::de09bfb8-f79a-40cb-b764-4abdb246c7e1" providerId="AD" clId="Web-{733641FC-6220-A171-97E6-4A227068D946}"/>
    <pc:docChg chg="addSld modSld">
      <pc:chgData name="Remmen, Kirsten" userId="S::kirsten.remmen_empa.ch#ext#@weeeforum.onmicrosoft.com::de09bfb8-f79a-40cb-b764-4abdb246c7e1" providerId="AD" clId="Web-{733641FC-6220-A171-97E6-4A227068D946}" dt="2023-05-23T07:48:14.182" v="276" actId="20577"/>
      <pc:docMkLst>
        <pc:docMk/>
      </pc:docMkLst>
      <pc:sldChg chg="modSp new">
        <pc:chgData name="Remmen, Kirsten" userId="S::kirsten.remmen_empa.ch#ext#@weeeforum.onmicrosoft.com::de09bfb8-f79a-40cb-b764-4abdb246c7e1" providerId="AD" clId="Web-{733641FC-6220-A171-97E6-4A227068D946}" dt="2023-05-23T07:48:14.182" v="276" actId="20577"/>
        <pc:sldMkLst>
          <pc:docMk/>
          <pc:sldMk cId="4097981519" sldId="257"/>
        </pc:sldMkLst>
        <pc:spChg chg="mod">
          <ac:chgData name="Remmen, Kirsten" userId="S::kirsten.remmen_empa.ch#ext#@weeeforum.onmicrosoft.com::de09bfb8-f79a-40cb-b764-4abdb246c7e1" providerId="AD" clId="Web-{733641FC-6220-A171-97E6-4A227068D946}" dt="2023-05-23T07:03:57.552" v="75" actId="20577"/>
          <ac:spMkLst>
            <pc:docMk/>
            <pc:sldMk cId="4097981519" sldId="257"/>
            <ac:spMk id="2" creationId="{69C83CE7-7AC5-0514-FA91-D298EF5FCE49}"/>
          </ac:spMkLst>
        </pc:spChg>
        <pc:spChg chg="mod">
          <ac:chgData name="Remmen, Kirsten" userId="S::kirsten.remmen_empa.ch#ext#@weeeforum.onmicrosoft.com::de09bfb8-f79a-40cb-b764-4abdb246c7e1" providerId="AD" clId="Web-{733641FC-6220-A171-97E6-4A227068D946}" dt="2023-05-23T07:48:14.182" v="276" actId="20577"/>
          <ac:spMkLst>
            <pc:docMk/>
            <pc:sldMk cId="4097981519" sldId="257"/>
            <ac:spMk id="3" creationId="{D2A18243-C78D-44E9-4147-C715B14A484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0385A7-9873-7274-3E98-04B12010A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A158E9C-2DD8-21BE-EB8F-215CE1D0C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BAB327-572E-59B2-08BC-57407BF64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BD93-4067-40F0-9372-FEEDA68B0D1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D9AE1E-9396-6AC7-80BE-2DEE02A3F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3A3B28-2490-13CC-EDD7-BFBAF583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229E-AC21-4BD7-B65C-21C19B008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8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10778C-8E8D-F57E-ADB3-678D6A4D7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629295-5571-5DF1-E166-BE61798DC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50AAC6-EA5D-5224-3037-04FA25756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BD93-4067-40F0-9372-FEEDA68B0D1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63ACC5-76B5-52BC-8241-0B17D6D8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33A736-A57A-5BF1-0B6F-93BC085C5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229E-AC21-4BD7-B65C-21C19B008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46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6BE0F0-AE40-40D0-3DF3-370EA55A7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D79746-2B9A-605E-F88C-82F89FCBD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2FAA12-5F23-A780-F9BA-BEA2559F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BD93-4067-40F0-9372-FEEDA68B0D1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5895C8-5E4D-A12D-8EFE-9F3303661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16ED3A-D10D-695A-287C-7000C5EC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229E-AC21-4BD7-B65C-21C19B008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38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483BC-BDBE-2D5D-DB3C-E04796B59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823606-ABA8-1AB9-E137-DFC0FACF6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C67ACE-4E63-261C-3777-6ED98FF1B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96441A-A007-5C7A-6A17-4CFA58B1E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BD93-4067-40F0-9372-FEEDA68B0D1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798B39-CF13-8DF2-A287-60F011DC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B02124-15EF-F78D-1435-1EB85585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229E-AC21-4BD7-B65C-21C19B008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42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C07E85-C23E-7A49-E5DB-EBB893017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C905BA-B490-3CD8-2257-4CD2AD61E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F883D9-F9CD-F079-E369-56BECAC23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A7D50AC-1B02-618B-149B-30ED6C567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A07B61-DEC1-0519-1E2C-2520320E9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E73AA0E-DD9E-696D-4F7B-3BDACFAA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BD93-4067-40F0-9372-FEEDA68B0D1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33CA428-726D-0384-602E-A9902E87C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91B0CDF-0C53-55D1-C2FB-F9F488686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229E-AC21-4BD7-B65C-21C19B008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0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5009E-0389-E5BF-26DE-7A15E4DC4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8EF0C93-682C-D0D3-1CA1-056E42FBA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BD93-4067-40F0-9372-FEEDA68B0D1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2FC753-F8B3-D802-F995-B598C352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18E45B-10B7-2109-27B5-720FD45F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229E-AC21-4BD7-B65C-21C19B008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5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0CA0F25-1C58-7DCA-2D2F-71F7CF78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BD93-4067-40F0-9372-FEEDA68B0D1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484BD8-A445-BA6D-B0C9-4C95B891A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3E1491-2AEC-3F18-5BB8-EAF0CBE1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229E-AC21-4BD7-B65C-21C19B008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50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EE685E-FC37-88EE-1B22-B185AD26C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0326C2-ED15-605B-49A1-FC01B7AFC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0D59AC-5D4E-1588-2B55-BC9467ED8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2E5534A-B01A-E919-E957-A136F26B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BD93-4067-40F0-9372-FEEDA68B0D1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FEC839-0E4F-8EB3-0AA8-D839191D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C75C54-1221-A42D-2CC1-07D5BC5E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229E-AC21-4BD7-B65C-21C19B008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0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0B4151-D1B4-F247-20B4-B86FCE932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A23F93C-5982-282F-71C4-2985CC09E3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1D98D3-71B7-5078-91D6-CABBE0436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CC5200-A9A7-24E9-DDDC-285187C7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BD93-4067-40F0-9372-FEEDA68B0D1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4EAE19-F89C-70BD-1D71-C493315A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A367C4-0E19-0ABD-6E45-A0B6F262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229E-AC21-4BD7-B65C-21C19B008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877B-6F5F-E303-7560-1163A67C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69D3A78-B249-37C7-6613-8560E0970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3F3BD5-79A8-D909-E8CE-8DF84E15B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BD93-4067-40F0-9372-FEEDA68B0D1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7EFFD7-F297-2884-4F23-74CECC1E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1BA42A-2531-D7F5-0D1B-300197AA0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229E-AC21-4BD7-B65C-21C19B008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99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CB37AE5-43B2-2CE6-7261-2E5ED4A8F7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ADF60B6-4F0A-7044-FC8B-F8F022CAB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E4CC0D-7690-EBFE-B49D-C54E3DC4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BD93-4067-40F0-9372-FEEDA68B0D1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305967-7DA3-A894-5A9E-3108C0AC5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F4A3A1-A25D-7796-F1FC-D92BCCD84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229E-AC21-4BD7-B65C-21C19B008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11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F733563-CB2D-874C-85C8-5597F9F03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57A080-8ED5-3EF8-559F-BCA47D74B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E3C97E-806B-3D9C-1ED8-255FC69EEC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DBD93-4067-40F0-9372-FEEDA68B0D1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9E7119-84B1-A5B5-7EA1-3BAA4FDC8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977F34-5C1B-7F43-EDD3-745C5202D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8229E-AC21-4BD7-B65C-21C19B008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0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0C4A8ED-8E53-3C34-F8E6-81A81D75E501}"/>
              </a:ext>
            </a:extLst>
          </p:cNvPr>
          <p:cNvSpPr/>
          <p:nvPr/>
        </p:nvSpPr>
        <p:spPr>
          <a:xfrm>
            <a:off x="2229394" y="801190"/>
            <a:ext cx="1976846" cy="1140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720B591-5E25-B45D-64D1-4C15F095B237}"/>
              </a:ext>
            </a:extLst>
          </p:cNvPr>
          <p:cNvSpPr/>
          <p:nvPr/>
        </p:nvSpPr>
        <p:spPr>
          <a:xfrm>
            <a:off x="5752019" y="801190"/>
            <a:ext cx="1976846" cy="1140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D80F642-1891-7C46-1F15-12764F000223}"/>
              </a:ext>
            </a:extLst>
          </p:cNvPr>
          <p:cNvSpPr/>
          <p:nvPr/>
        </p:nvSpPr>
        <p:spPr>
          <a:xfrm>
            <a:off x="2229394" y="3087190"/>
            <a:ext cx="1976846" cy="1140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741DC25F-E780-313C-725E-C1EFAB5DBC0B}"/>
              </a:ext>
            </a:extLst>
          </p:cNvPr>
          <p:cNvSpPr/>
          <p:nvPr/>
        </p:nvSpPr>
        <p:spPr>
          <a:xfrm>
            <a:off x="661851" y="718458"/>
            <a:ext cx="1567543" cy="1306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f0</a:t>
            </a:r>
            <a:endParaRPr lang="en-US"/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CBD6F6A2-8D4B-155C-CC38-EBCE2CE0836E}"/>
              </a:ext>
            </a:extLst>
          </p:cNvPr>
          <p:cNvSpPr/>
          <p:nvPr/>
        </p:nvSpPr>
        <p:spPr>
          <a:xfrm>
            <a:off x="4184476" y="917666"/>
            <a:ext cx="1567543" cy="9078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f1</a:t>
            </a:r>
            <a:endParaRPr lang="en-US"/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76F3A02B-D9DA-24A3-0DFF-7AA14A2CAB8C}"/>
              </a:ext>
            </a:extLst>
          </p:cNvPr>
          <p:cNvSpPr/>
          <p:nvPr/>
        </p:nvSpPr>
        <p:spPr>
          <a:xfrm rot="5400000">
            <a:off x="2634340" y="2407924"/>
            <a:ext cx="1140825" cy="209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f2</a:t>
            </a:r>
            <a:endParaRPr lang="en-US" sz="1100"/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66068045-B785-03AC-4AC9-72F2AF79373F}"/>
              </a:ext>
            </a:extLst>
          </p:cNvPr>
          <p:cNvSpPr/>
          <p:nvPr/>
        </p:nvSpPr>
        <p:spPr>
          <a:xfrm>
            <a:off x="7728865" y="1245600"/>
            <a:ext cx="1567543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f3</a:t>
            </a:r>
            <a:endParaRPr lang="en-US" sz="1400"/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45719581-440F-5BC8-E174-2DA39AD38569}"/>
              </a:ext>
            </a:extLst>
          </p:cNvPr>
          <p:cNvSpPr/>
          <p:nvPr/>
        </p:nvSpPr>
        <p:spPr>
          <a:xfrm rot="5400000">
            <a:off x="5956670" y="2689785"/>
            <a:ext cx="1567543" cy="7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C11DAEB-A4AB-9673-4053-FCCD3375B538}"/>
              </a:ext>
            </a:extLst>
          </p:cNvPr>
          <p:cNvSpPr txBox="1"/>
          <p:nvPr/>
        </p:nvSpPr>
        <p:spPr>
          <a:xfrm>
            <a:off x="2281642" y="1010195"/>
            <a:ext cx="1776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TC </a:t>
            </a:r>
            <a:r>
              <a:rPr lang="de-DE" err="1">
                <a:solidFill>
                  <a:schemeClr val="bg1"/>
                </a:solidFill>
              </a:rPr>
              <a:t>for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flow</a:t>
            </a:r>
            <a:r>
              <a:rPr lang="de-DE">
                <a:solidFill>
                  <a:schemeClr val="bg1"/>
                </a:solidFill>
              </a:rPr>
              <a:t> 1</a:t>
            </a:r>
          </a:p>
          <a:p>
            <a:r>
              <a:rPr lang="de-DE">
                <a:solidFill>
                  <a:schemeClr val="bg1"/>
                </a:solidFill>
              </a:rPr>
              <a:t>TC </a:t>
            </a:r>
            <a:r>
              <a:rPr lang="de-DE" err="1">
                <a:solidFill>
                  <a:schemeClr val="bg1"/>
                </a:solidFill>
              </a:rPr>
              <a:t>for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flow</a:t>
            </a:r>
            <a:r>
              <a:rPr lang="de-DE">
                <a:solidFill>
                  <a:schemeClr val="bg1"/>
                </a:solidFill>
              </a:rPr>
              <a:t> 2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F891E11C-FB24-2033-9FAB-2B9B3FF26230}"/>
              </a:ext>
            </a:extLst>
          </p:cNvPr>
          <p:cNvCxnSpPr/>
          <p:nvPr/>
        </p:nvCxnSpPr>
        <p:spPr>
          <a:xfrm>
            <a:off x="3648892" y="1245600"/>
            <a:ext cx="801188" cy="13906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AD6C8744-9428-0550-3DFD-40FB9B973A5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169916" y="1656526"/>
            <a:ext cx="34836" cy="49449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BBC65BBD-3E29-58F2-5B72-1A7621D8FA14}"/>
              </a:ext>
            </a:extLst>
          </p:cNvPr>
          <p:cNvSpPr txBox="1"/>
          <p:nvPr/>
        </p:nvSpPr>
        <p:spPr>
          <a:xfrm>
            <a:off x="6013272" y="1048436"/>
            <a:ext cx="1776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TC </a:t>
            </a:r>
            <a:r>
              <a:rPr lang="de-DE" err="1">
                <a:solidFill>
                  <a:schemeClr val="bg1"/>
                </a:solidFill>
              </a:rPr>
              <a:t>for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flow</a:t>
            </a:r>
            <a:r>
              <a:rPr lang="de-DE">
                <a:solidFill>
                  <a:schemeClr val="bg1"/>
                </a:solidFill>
              </a:rPr>
              <a:t> 3</a:t>
            </a:r>
          </a:p>
          <a:p>
            <a:r>
              <a:rPr lang="de-DE">
                <a:solidFill>
                  <a:schemeClr val="bg1"/>
                </a:solidFill>
              </a:rPr>
              <a:t>TC </a:t>
            </a:r>
            <a:r>
              <a:rPr lang="de-DE" err="1">
                <a:solidFill>
                  <a:schemeClr val="bg1"/>
                </a:solidFill>
              </a:rPr>
              <a:t>for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flow</a:t>
            </a:r>
            <a:r>
              <a:rPr lang="de-DE">
                <a:solidFill>
                  <a:schemeClr val="bg1"/>
                </a:solidFill>
              </a:rPr>
              <a:t> 4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0ED7FCDF-D872-49EE-6C47-AFE03D7D42E8}"/>
              </a:ext>
            </a:extLst>
          </p:cNvPr>
          <p:cNvCxnSpPr/>
          <p:nvPr/>
        </p:nvCxnSpPr>
        <p:spPr>
          <a:xfrm>
            <a:off x="7305335" y="1245600"/>
            <a:ext cx="801188" cy="13906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62A3A4D-84F8-7AFA-7FB0-031FD02F712F}"/>
              </a:ext>
            </a:extLst>
          </p:cNvPr>
          <p:cNvCxnSpPr>
            <a:cxnSpLocks/>
            <a:endCxn id="5" idx="2"/>
          </p:cNvCxnSpPr>
          <p:nvPr/>
        </p:nvCxnSpPr>
        <p:spPr>
          <a:xfrm flipH="1">
            <a:off x="6740442" y="1694767"/>
            <a:ext cx="7905" cy="24724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57CBFE9B-4640-724E-3BAB-B320231034AB}"/>
              </a:ext>
            </a:extLst>
          </p:cNvPr>
          <p:cNvSpPr txBox="1"/>
          <p:nvPr/>
        </p:nvSpPr>
        <p:spPr>
          <a:xfrm>
            <a:off x="2159728" y="730432"/>
            <a:ext cx="548640" cy="37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/>
              <a:t>P1</a:t>
            </a:r>
            <a:endParaRPr lang="en-US" b="1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E8233A2-DC05-DB8F-D2DC-1D9ED46980D3}"/>
              </a:ext>
            </a:extLst>
          </p:cNvPr>
          <p:cNvSpPr txBox="1"/>
          <p:nvPr/>
        </p:nvSpPr>
        <p:spPr>
          <a:xfrm>
            <a:off x="5697593" y="744724"/>
            <a:ext cx="548640" cy="37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/>
              <a:t>P2</a:t>
            </a:r>
            <a:endParaRPr lang="en-US" b="1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A749E98-A4E6-8E29-FC30-E830128CEA80}"/>
              </a:ext>
            </a:extLst>
          </p:cNvPr>
          <p:cNvSpPr txBox="1"/>
          <p:nvPr/>
        </p:nvSpPr>
        <p:spPr>
          <a:xfrm>
            <a:off x="2192376" y="3004459"/>
            <a:ext cx="548640" cy="37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/>
              <a:t>P3</a:t>
            </a:r>
            <a:endParaRPr lang="en-US" b="1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6340DBDA-9DDA-0A7E-C73D-5CD77280464D}"/>
              </a:ext>
            </a:extLst>
          </p:cNvPr>
          <p:cNvSpPr txBox="1"/>
          <p:nvPr/>
        </p:nvSpPr>
        <p:spPr>
          <a:xfrm>
            <a:off x="766355" y="4915988"/>
            <a:ext cx="45371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TC </a:t>
            </a:r>
            <a:r>
              <a:rPr lang="de-DE" err="1"/>
              <a:t>for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Total </a:t>
            </a:r>
            <a:r>
              <a:rPr lang="de-DE" err="1"/>
              <a:t>flow</a:t>
            </a:r>
            <a:r>
              <a:rPr lang="de-DE"/>
              <a:t> </a:t>
            </a:r>
            <a:r>
              <a:rPr lang="de-DE" err="1"/>
              <a:t>amounts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Materials (</a:t>
            </a:r>
            <a:r>
              <a:rPr lang="de-DE" err="1"/>
              <a:t>mass</a:t>
            </a:r>
            <a:r>
              <a:rPr lang="de-DE"/>
              <a:t> </a:t>
            </a:r>
            <a:r>
              <a:rPr lang="de-DE" err="1"/>
              <a:t>fractions</a:t>
            </a:r>
            <a:r>
              <a:rPr lang="de-DE"/>
              <a:t>) in </a:t>
            </a:r>
            <a:r>
              <a:rPr lang="de-DE" err="1"/>
              <a:t>flows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CRM (</a:t>
            </a:r>
            <a:r>
              <a:rPr lang="de-DE" err="1"/>
              <a:t>mass</a:t>
            </a:r>
            <a:r>
              <a:rPr lang="de-DE"/>
              <a:t> </a:t>
            </a:r>
            <a:r>
              <a:rPr lang="de-DE" err="1"/>
              <a:t>fractions</a:t>
            </a:r>
            <a:r>
              <a:rPr lang="de-DE"/>
              <a:t>) in </a:t>
            </a:r>
            <a:r>
              <a:rPr lang="de-DE" err="1"/>
              <a:t>flows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Elements (</a:t>
            </a:r>
            <a:r>
              <a:rPr lang="de-DE" err="1"/>
              <a:t>mass</a:t>
            </a:r>
            <a:r>
              <a:rPr lang="de-DE"/>
              <a:t> </a:t>
            </a:r>
            <a:r>
              <a:rPr lang="de-DE" err="1"/>
              <a:t>fractions</a:t>
            </a:r>
            <a:r>
              <a:rPr lang="de-DE"/>
              <a:t>) in </a:t>
            </a:r>
            <a:r>
              <a:rPr lang="de-DE" err="1"/>
              <a:t>flows</a:t>
            </a:r>
            <a:endParaRPr lang="en-US"/>
          </a:p>
        </p:txBody>
      </p:sp>
      <p:pic>
        <p:nvPicPr>
          <p:cNvPr id="28" name="Grafik 27" descr="Fragezeichen mit einfarbiger Füllung">
            <a:extLst>
              <a:ext uri="{FF2B5EF4-FFF2-40B4-BE49-F238E27FC236}">
                <a16:creationId xmlns:a16="http://schemas.microsoft.com/office/drawing/2014/main" id="{EADA3A1B-B924-D540-0A3C-E71110046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5062" y="5349853"/>
            <a:ext cx="914400" cy="914400"/>
          </a:xfrm>
          <a:prstGeom prst="rect">
            <a:avLst/>
          </a:prstGeom>
        </p:spPr>
      </p:pic>
      <p:sp>
        <p:nvSpPr>
          <p:cNvPr id="29" name="Pfeil: nach rechts 28">
            <a:extLst>
              <a:ext uri="{FF2B5EF4-FFF2-40B4-BE49-F238E27FC236}">
                <a16:creationId xmlns:a16="http://schemas.microsoft.com/office/drawing/2014/main" id="{2B259FDF-7493-19CC-2AFF-67A21D06BA32}"/>
              </a:ext>
            </a:extLst>
          </p:cNvPr>
          <p:cNvSpPr/>
          <p:nvPr/>
        </p:nvSpPr>
        <p:spPr>
          <a:xfrm>
            <a:off x="5736707" y="4915988"/>
            <a:ext cx="1567543" cy="1306286"/>
          </a:xfrm>
          <a:prstGeom prst="rightArrow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FF9B4C1-A99A-0C29-6B4A-916B6E85FC6A}"/>
              </a:ext>
            </a:extLst>
          </p:cNvPr>
          <p:cNvSpPr txBox="1"/>
          <p:nvPr/>
        </p:nvSpPr>
        <p:spPr>
          <a:xfrm>
            <a:off x="7694025" y="4898570"/>
            <a:ext cx="45371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As simple </a:t>
            </a:r>
            <a:r>
              <a:rPr lang="de-DE" err="1"/>
              <a:t>as</a:t>
            </a:r>
            <a:r>
              <a:rPr lang="de-DE"/>
              <a:t>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err="1"/>
              <a:t>Based</a:t>
            </a:r>
            <a:r>
              <a:rPr lang="de-DE"/>
              <a:t> on </a:t>
            </a:r>
            <a:r>
              <a:rPr lang="de-DE" err="1"/>
              <a:t>existing</a:t>
            </a:r>
            <a:r>
              <a:rPr lang="de-DE"/>
              <a:t> </a:t>
            </a:r>
            <a:r>
              <a:rPr lang="de-DE" err="1"/>
              <a:t>literature</a:t>
            </a:r>
            <a:r>
              <a:rPr lang="de-DE"/>
              <a:t> and </a:t>
            </a:r>
            <a:r>
              <a:rPr lang="de-DE" err="1"/>
              <a:t>information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err="1"/>
              <a:t>Must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(</a:t>
            </a:r>
            <a:r>
              <a:rPr lang="de-DE" err="1"/>
              <a:t>focus</a:t>
            </a:r>
            <a:r>
              <a:rPr lang="de-DE"/>
              <a:t> </a:t>
            </a:r>
            <a:r>
              <a:rPr lang="de-DE" err="1"/>
              <a:t>list</a:t>
            </a:r>
            <a:r>
              <a:rPr lang="de-DE"/>
              <a:t>) and nice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have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approach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? Who </a:t>
            </a:r>
            <a:r>
              <a:rPr lang="de-DE" err="1"/>
              <a:t>leads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7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 animBg="1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C83CE7-7AC5-0514-FA91-D298EF5FC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cs typeface="Calibri Light"/>
              </a:rPr>
              <a:t>Aim</a:t>
            </a:r>
            <a:r>
              <a:rPr lang="de-DE">
                <a:cs typeface="Calibri Light"/>
              </a:rPr>
              <a:t> </a:t>
            </a:r>
            <a:r>
              <a:rPr lang="de-DE" err="1">
                <a:cs typeface="Calibri Light"/>
              </a:rPr>
              <a:t>of</a:t>
            </a:r>
            <a:r>
              <a:rPr lang="de-DE">
                <a:cs typeface="Calibri Light"/>
              </a:rPr>
              <a:t> </a:t>
            </a:r>
            <a:r>
              <a:rPr lang="de-DE" err="1">
                <a:cs typeface="Calibri Light"/>
              </a:rPr>
              <a:t>the</a:t>
            </a:r>
            <a:r>
              <a:rPr lang="de-DE">
                <a:cs typeface="Calibri Light"/>
              </a:rPr>
              <a:t> TC --&gt; analyse the </a:t>
            </a:r>
            <a:r>
              <a:rPr lang="de-DE" err="1">
                <a:cs typeface="Calibri Light"/>
              </a:rPr>
              <a:t>recoverability</a:t>
            </a:r>
            <a:r>
              <a:rPr lang="de-DE">
                <a:cs typeface="Calibri Light"/>
              </a:rPr>
              <a:t> 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A18243-C78D-44E9-4147-C715B14A4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de-DE">
                <a:cs typeface="Calibri"/>
              </a:rPr>
              <a:t>Further </a:t>
            </a:r>
            <a:r>
              <a:rPr lang="de-DE" err="1">
                <a:cs typeface="Calibri"/>
              </a:rPr>
              <a:t>devlope</a:t>
            </a:r>
            <a:r>
              <a:rPr lang="de-DE">
                <a:cs typeface="Calibri"/>
              </a:rPr>
              <a:t> </a:t>
            </a:r>
            <a:r>
              <a:rPr lang="de-DE" err="1">
                <a:cs typeface="Calibri"/>
              </a:rPr>
              <a:t>concept</a:t>
            </a:r>
            <a:r>
              <a:rPr lang="de-DE">
                <a:cs typeface="Calibri"/>
              </a:rPr>
              <a:t> </a:t>
            </a:r>
            <a:r>
              <a:rPr lang="de-DE" err="1">
                <a:cs typeface="Calibri"/>
              </a:rPr>
              <a:t>of</a:t>
            </a:r>
            <a:r>
              <a:rPr lang="de-DE">
                <a:cs typeface="Calibri"/>
              </a:rPr>
              <a:t> </a:t>
            </a:r>
            <a:r>
              <a:rPr lang="de-DE" err="1">
                <a:cs typeface="Calibri"/>
              </a:rPr>
              <a:t>the</a:t>
            </a:r>
            <a:r>
              <a:rPr lang="de-DE">
                <a:cs typeface="Calibri"/>
              </a:rPr>
              <a:t> TC --&gt; </a:t>
            </a:r>
            <a:r>
              <a:rPr lang="de-DE" err="1">
                <a:cs typeface="Calibri"/>
              </a:rPr>
              <a:t>Understand</a:t>
            </a:r>
            <a:r>
              <a:rPr lang="de-DE">
                <a:cs typeface="Calibri"/>
              </a:rPr>
              <a:t> </a:t>
            </a:r>
            <a:r>
              <a:rPr lang="de-DE" err="1">
                <a:cs typeface="Calibri"/>
              </a:rPr>
              <a:t>what</a:t>
            </a:r>
            <a:r>
              <a:rPr lang="de-DE">
                <a:cs typeface="Calibri"/>
              </a:rPr>
              <a:t> </a:t>
            </a:r>
            <a:r>
              <a:rPr lang="de-DE" err="1">
                <a:cs typeface="Calibri"/>
              </a:rPr>
              <a:t>data</a:t>
            </a:r>
            <a:r>
              <a:rPr lang="de-DE">
                <a:cs typeface="Calibri"/>
              </a:rPr>
              <a:t> </a:t>
            </a:r>
            <a:r>
              <a:rPr lang="de-DE" err="1">
                <a:cs typeface="Calibri"/>
              </a:rPr>
              <a:t>needs</a:t>
            </a:r>
            <a:r>
              <a:rPr lang="de-DE">
                <a:cs typeface="Calibri"/>
              </a:rPr>
              <a:t> </a:t>
            </a:r>
            <a:r>
              <a:rPr lang="de-DE" err="1">
                <a:cs typeface="Calibri"/>
              </a:rPr>
              <a:t>to</a:t>
            </a:r>
            <a:r>
              <a:rPr lang="de-DE">
                <a:cs typeface="Calibri"/>
              </a:rPr>
              <a:t> collect </a:t>
            </a:r>
          </a:p>
          <a:p>
            <a:pPr marL="0" indent="0">
              <a:buNone/>
            </a:pPr>
            <a:r>
              <a:rPr lang="de-DE">
                <a:cs typeface="Calibri"/>
              </a:rPr>
              <a:t>Team: Joana, Tales, Stewart</a:t>
            </a:r>
          </a:p>
          <a:p>
            <a:pPr marL="0" indent="0">
              <a:buNone/>
            </a:pPr>
            <a:r>
              <a:rPr lang="de-DE">
                <a:cs typeface="Calibri"/>
              </a:rPr>
              <a:t>Meeting </a:t>
            </a:r>
            <a:r>
              <a:rPr lang="de-DE" err="1">
                <a:cs typeface="Calibri"/>
              </a:rPr>
              <a:t>once</a:t>
            </a:r>
            <a:r>
              <a:rPr lang="de-DE">
                <a:cs typeface="Calibri"/>
              </a:rPr>
              <a:t> per week </a:t>
            </a:r>
          </a:p>
          <a:p>
            <a:pPr marL="0" indent="0">
              <a:buNone/>
            </a:pPr>
            <a:r>
              <a:rPr lang="de-DE" err="1">
                <a:cs typeface="Calibri"/>
              </a:rPr>
              <a:t>Present</a:t>
            </a:r>
            <a:r>
              <a:rPr lang="de-DE">
                <a:cs typeface="Calibri"/>
              </a:rPr>
              <a:t> </a:t>
            </a:r>
            <a:r>
              <a:rPr lang="de-DE" err="1">
                <a:cs typeface="Calibri"/>
              </a:rPr>
              <a:t>first</a:t>
            </a:r>
            <a:r>
              <a:rPr lang="de-DE">
                <a:cs typeface="Calibri"/>
              </a:rPr>
              <a:t> </a:t>
            </a:r>
            <a:r>
              <a:rPr lang="de-DE" err="1">
                <a:cs typeface="Calibri"/>
              </a:rPr>
              <a:t>result</a:t>
            </a:r>
            <a:r>
              <a:rPr lang="de-DE">
                <a:cs typeface="Calibri"/>
              </a:rPr>
              <a:t> at </a:t>
            </a:r>
            <a:r>
              <a:rPr lang="de-DE" err="1">
                <a:cs typeface="Calibri"/>
              </a:rPr>
              <a:t>Consortium</a:t>
            </a:r>
            <a:r>
              <a:rPr lang="de-DE">
                <a:cs typeface="Calibri"/>
              </a:rPr>
              <a:t> Meeting </a:t>
            </a:r>
          </a:p>
          <a:p>
            <a:pPr marL="0" indent="0">
              <a:buNone/>
            </a:pPr>
            <a:r>
              <a:rPr lang="de-DE">
                <a:cs typeface="Calibri"/>
              </a:rPr>
              <a:t>Short Update at WP1 </a:t>
            </a:r>
            <a:r>
              <a:rPr lang="de-DE" err="1">
                <a:cs typeface="Calibri"/>
              </a:rPr>
              <a:t>meeting</a:t>
            </a:r>
            <a:r>
              <a:rPr lang="de-DE">
                <a:cs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97981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487076-d980-4c16-b3a0-35f4936cd682">
      <Terms xmlns="http://schemas.microsoft.com/office/infopath/2007/PartnerControls"/>
    </lcf76f155ced4ddcb4097134ff3c332f>
    <TaxCatchAll xmlns="285f0efd-af34-4a8f-9bb5-f528a47a14a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4358C7B99E24DB5B0DBF2D0977AEF" ma:contentTypeVersion="15" ma:contentTypeDescription="Create a new document." ma:contentTypeScope="" ma:versionID="63e3e105f097ba71a3c4f6c337b12b25">
  <xsd:schema xmlns:xsd="http://www.w3.org/2001/XMLSchema" xmlns:xs="http://www.w3.org/2001/XMLSchema" xmlns:p="http://schemas.microsoft.com/office/2006/metadata/properties" xmlns:ns2="285f0efd-af34-4a8f-9bb5-f528a47a14ae" xmlns:ns3="07487076-d980-4c16-b3a0-35f4936cd682" targetNamespace="http://schemas.microsoft.com/office/2006/metadata/properties" ma:root="true" ma:fieldsID="ec60781e32ab42b72337ac975eabfcd7" ns2:_="" ns3:_="">
    <xsd:import namespace="285f0efd-af34-4a8f-9bb5-f528a47a14ae"/>
    <xsd:import namespace="07487076-d980-4c16-b3a0-35f4936cd6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5f0efd-af34-4a8f-9bb5-f528a47a14a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38802dd-c190-468b-a241-0a2f21652004}" ma:internalName="TaxCatchAll" ma:showField="CatchAllData" ma:web="285f0efd-af34-4a8f-9bb5-f528a47a14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87076-d980-4c16-b3a0-35f4936cd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8bbb71e-5fe6-4563-8435-a771e3fe8d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58AD89-4B35-426C-9DBB-6CC06E3EA77E}">
  <ds:schemaRefs>
    <ds:schemaRef ds:uri="07487076-d980-4c16-b3a0-35f4936cd682"/>
    <ds:schemaRef ds:uri="285f0efd-af34-4a8f-9bb5-f528a47a14ae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9A78364-998E-471D-955B-7DDCC912F9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2C8A87-977D-42F2-9719-4A61DDBFB742}">
  <ds:schemaRefs>
    <ds:schemaRef ds:uri="07487076-d980-4c16-b3a0-35f4936cd682"/>
    <ds:schemaRef ds:uri="285f0efd-af34-4a8f-9bb5-f528a47a14a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</vt:lpstr>
      <vt:lpstr>PowerPoint Presentation</vt:lpstr>
      <vt:lpstr>Aim of the TC --&gt; analyse the recoverability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TU-Pseudonym 0581185395371153</dc:creator>
  <cp:revision>1</cp:revision>
  <dcterms:created xsi:type="dcterms:W3CDTF">2023-05-23T06:33:27Z</dcterms:created>
  <dcterms:modified xsi:type="dcterms:W3CDTF">2023-05-23T07:48:49Z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0x010100FF34358C7B99E24DB5B0DBF2D0977AEF</vt:lpwstr>
  </property>
  <property fmtid="{D5CDD505-2E9C-101B-9397-08002B2CF9AE}" pid="3" name="MediaServiceImageTags">
    <vt:lpwstr/>
  </property>
</Properties>
</file>