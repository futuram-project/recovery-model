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4"/>
  </p:sldMasterIdLst>
  <p:notesMasterIdLst>
    <p:notesMasterId r:id="rId11"/>
  </p:notesMasterIdLst>
  <p:sldIdLst>
    <p:sldId id="256" r:id="rId5"/>
    <p:sldId id="323" r:id="rId6"/>
    <p:sldId id="328" r:id="rId7"/>
    <p:sldId id="325" r:id="rId8"/>
    <p:sldId id="327" r:id="rId9"/>
    <p:sldId id="321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0DABA7-89F4-7040-E993-7FBD146A5BD9}" name="James Horne" initials="JH" userId="S::JHE@weee-forum.org::636ecc24-fc90-4002-b281-4925fb0be686" providerId="AD"/>
  <p188:author id="{591F05D5-2560-323B-82C4-387E47EAC24F}" name="Team Spade" initials="TS" userId="S::team@spadescrl.onmicrosoft.com::9b32b1d7-b8f3-4ccc-8a27-3dc5061d62a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isco Morgado, Joana" initials="mojo" lastIdx="1" clrIdx="0">
    <p:extLst>
      <p:ext uri="{19B8F6BF-5375-455C-9EA6-DF929625EA0E}">
        <p15:presenceInfo xmlns:p15="http://schemas.microsoft.com/office/powerpoint/2012/main" userId="Francisco Morgado, Joana" providerId="None"/>
      </p:ext>
    </p:extLst>
  </p:cmAuthor>
  <p:cmAuthor id="2" name="k.kippert@tu-berlin.de" initials="k." lastIdx="2" clrIdx="1">
    <p:extLst>
      <p:ext uri="{19B8F6BF-5375-455C-9EA6-DF929625EA0E}">
        <p15:presenceInfo xmlns:p15="http://schemas.microsoft.com/office/powerpoint/2012/main" userId="S::k.kippert_tu-berlin.de#ext#@weeeforum.onmicrosoft.com::759034aa-8974-4771-83e0-1f9d8c003ef9" providerId="AD"/>
      </p:ext>
    </p:extLst>
  </p:cmAuthor>
  <p:cmAuthor id="3" name="Francisco Morgado, Joana" initials="FJ" lastIdx="3" clrIdx="2">
    <p:extLst>
      <p:ext uri="{19B8F6BF-5375-455C-9EA6-DF929625EA0E}">
        <p15:presenceInfo xmlns:p15="http://schemas.microsoft.com/office/powerpoint/2012/main" userId="S::joana.fmorgado_empa.ch#ext#@weeeforum.onmicrosoft.com::1d292196-5173-47ca-a533-1d49d2ba5c52" providerId="AD"/>
      </p:ext>
    </p:extLst>
  </p:cmAuthor>
  <p:cmAuthor id="4" name="Tales YAMAMOTO" initials="TY" lastIdx="4" clrIdx="3">
    <p:extLst>
      <p:ext uri="{19B8F6BF-5375-455C-9EA6-DF929625EA0E}">
        <p15:presenceInfo xmlns:p15="http://schemas.microsoft.com/office/powerpoint/2012/main" userId="S::tales.yamamoto_unitar.org#ext#@weeeforum.onmicrosoft.com::668b3048-47c4-4f17-a302-fcbc7680dd0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E185"/>
    <a:srgbClr val="1C91B9"/>
    <a:srgbClr val="1F9EB2"/>
    <a:srgbClr val="156AD1"/>
    <a:srgbClr val="125FD7"/>
    <a:srgbClr val="0001E0"/>
    <a:srgbClr val="000056"/>
    <a:srgbClr val="0000FF"/>
    <a:srgbClr val="000000"/>
    <a:srgbClr val="000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88AA6-0017-9270-EF94-48C36565D4BC}" v="2" dt="2023-06-22T07:07:37.031"/>
    <p1510:client id="{1ECC0996-A631-81B0-8BC6-0433632D981A}" v="8" dt="2023-06-22T13:59:01.957"/>
    <p1510:client id="{2370F699-8512-9C6C-BD9E-B52A8363B62D}" v="6" dt="2023-06-22T13:50:37.997"/>
    <p1510:client id="{28EAFEFC-38E1-46E8-A8E5-8E1E73A202B9}" v="655" dt="2023-06-21T12:47:12.709"/>
    <p1510:client id="{3E8ECEBE-1842-DE30-E75F-C319A08BC888}" v="9" dt="2023-06-26T06:40:07.737"/>
    <p1510:client id="{46D76A68-2303-6C22-9F39-4402DFAE89F6}" v="57" dt="2023-06-27T07:25:03.247"/>
    <p1510:client id="{51E45FF0-48FB-F1A3-9700-995C536B91D0}" v="28" dt="2023-06-21T13:21:00.542"/>
    <p1510:client id="{576DE032-D257-4B0A-5024-3EF2913D7055}" v="36" dt="2023-06-22T13:49:23.430"/>
    <p1510:client id="{5F356CFF-DC72-C28A-3E5D-367D217C4FA8}" v="2" dt="2023-06-20T14:10:10.954"/>
    <p1510:client id="{647453CB-EEE8-FA91-0ED1-CBE0BED5BD3D}" v="510" dt="2023-06-22T13:46:39.042"/>
    <p1510:client id="{6EA6BBBF-ECC1-BEE4-2103-821E54057E7E}" v="1" dt="2023-06-22T07:29:30.895"/>
    <p1510:client id="{6EB98EF5-A155-1581-4332-43B9A19489EC}" v="11" dt="2023-06-22T06:52:31.248"/>
    <p1510:client id="{7E207821-2246-08F9-9097-0A514F3E1A88}" v="16" dt="2023-06-28T08:50:31.204"/>
    <p1510:client id="{80EB3EBA-6B60-7AC9-83B8-38D3CB540921}" v="31" dt="2023-06-22T13:48:18.985"/>
    <p1510:client id="{8D6772D7-9D51-31F5-9754-55D875A1F8CA}" v="1" dt="2023-06-21T09:11:06.955"/>
    <p1510:client id="{95EF6F94-4573-9D99-3C97-B7BDCA5AE518}" v="2" dt="2023-06-21T12:59:07.620"/>
    <p1510:client id="{9F9FB99C-1BA2-580E-CB2C-C1FDA9B94258}" v="4" dt="2023-06-22T13:59:31.788"/>
    <p1510:client id="{A01748AF-787B-BBC6-C06F-42E4A76A99BA}" v="6" dt="2023-06-20T14:00:50.775"/>
    <p1510:client id="{BD264684-3FDC-A779-D888-2FEDD29AC538}" v="2" dt="2023-06-22T13:49:43.688"/>
    <p1510:client id="{BE34B71A-13A3-BF8E-7FBB-F3E37A5FF780}" v="167" dt="2023-06-22T13:10:18.333"/>
    <p1510:client id="{CC38DE37-37A3-7E5C-2E71-0F517A2B3A8C}" v="61" dt="2023-06-22T09:17:15.036"/>
    <p1510:client id="{D1434B2C-70E6-9B0A-B036-08FFE57DAEC6}" v="6" dt="2023-06-22T07:35:25.740"/>
    <p1510:client id="{DDBC3AC0-79CF-40EB-9503-E23F732AE9D4}" v="36" dt="2023-06-21T09:00:11.837"/>
    <p1510:client id="{F5F5CFFA-DFE8-B7A3-9044-2C61DAD50FA0}" v="5" dt="2023-06-22T13:16:14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Morgado, Joana" userId="S::joana.fmorgado_empa.ch#ext#@weeeforum.onmicrosoft.com::1d292196-5173-47ca-a533-1d49d2ba5c52" providerId="AD" clId="Web-{3E8ECEBE-1842-DE30-E75F-C319A08BC888}"/>
    <pc:docChg chg="modSld">
      <pc:chgData name="Francisco Morgado, Joana" userId="S::joana.fmorgado_empa.ch#ext#@weeeforum.onmicrosoft.com::1d292196-5173-47ca-a533-1d49d2ba5c52" providerId="AD" clId="Web-{3E8ECEBE-1842-DE30-E75F-C319A08BC888}" dt="2023-06-26T06:40:07.737" v="7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3E8ECEBE-1842-DE30-E75F-C319A08BC888}" dt="2023-06-26T06:40:07.737" v="7" actId="20577"/>
        <pc:sldMkLst>
          <pc:docMk/>
          <pc:sldMk cId="2754578911" sldId="328"/>
        </pc:sldMkLst>
        <pc:spChg chg="mod">
          <ac:chgData name="Francisco Morgado, Joana" userId="S::joana.fmorgado_empa.ch#ext#@weeeforum.onmicrosoft.com::1d292196-5173-47ca-a533-1d49d2ba5c52" providerId="AD" clId="Web-{3E8ECEBE-1842-DE30-E75F-C319A08BC888}" dt="2023-06-26T06:40:07.737" v="7" actId="20577"/>
          <ac:spMkLst>
            <pc:docMk/>
            <pc:sldMk cId="2754578911" sldId="328"/>
            <ac:spMk id="3" creationId="{12AA5B27-D661-9E0F-91E7-779282904725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1ECC0996-A631-81B0-8BC6-0433632D981A}"/>
    <pc:docChg chg="modSld">
      <pc:chgData name="Francisco Morgado, Joana" userId="S::joana.fmorgado_empa.ch#ext#@weeeforum.onmicrosoft.com::1d292196-5173-47ca-a533-1d49d2ba5c52" providerId="AD" clId="Web-{1ECC0996-A631-81B0-8BC6-0433632D981A}" dt="2023-06-22T13:58:55.253" v="5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1ECC0996-A631-81B0-8BC6-0433632D981A}" dt="2023-06-22T13:58:55.253" v="5" actId="20577"/>
        <pc:sldMkLst>
          <pc:docMk/>
          <pc:sldMk cId="2754578911" sldId="328"/>
        </pc:sldMkLst>
        <pc:spChg chg="mod">
          <ac:chgData name="Francisco Morgado, Joana" userId="S::joana.fmorgado_empa.ch#ext#@weeeforum.onmicrosoft.com::1d292196-5173-47ca-a533-1d49d2ba5c52" providerId="AD" clId="Web-{1ECC0996-A631-81B0-8BC6-0433632D981A}" dt="2023-06-22T13:58:55.253" v="5" actId="20577"/>
          <ac:spMkLst>
            <pc:docMk/>
            <pc:sldMk cId="2754578911" sldId="328"/>
            <ac:spMk id="3" creationId="{12AA5B27-D661-9E0F-91E7-779282904725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BD264684-3FDC-A779-D888-2FEDD29AC538}"/>
    <pc:docChg chg="sldOrd">
      <pc:chgData name="Francisco Morgado, Joana" userId="S::joana.fmorgado_empa.ch#ext#@weeeforum.onmicrosoft.com::1d292196-5173-47ca-a533-1d49d2ba5c52" providerId="AD" clId="Web-{BD264684-3FDC-A779-D888-2FEDD29AC538}" dt="2023-06-22T13:49:43.688" v="1"/>
      <pc:docMkLst>
        <pc:docMk/>
      </pc:docMkLst>
      <pc:sldChg chg="ord">
        <pc:chgData name="Francisco Morgado, Joana" userId="S::joana.fmorgado_empa.ch#ext#@weeeforum.onmicrosoft.com::1d292196-5173-47ca-a533-1d49d2ba5c52" providerId="AD" clId="Web-{BD264684-3FDC-A779-D888-2FEDD29AC538}" dt="2023-06-22T13:49:37.485" v="0"/>
        <pc:sldMkLst>
          <pc:docMk/>
          <pc:sldMk cId="25626987" sldId="325"/>
        </pc:sldMkLst>
      </pc:sldChg>
      <pc:sldChg chg="ord">
        <pc:chgData name="Francisco Morgado, Joana" userId="S::joana.fmorgado_empa.ch#ext#@weeeforum.onmicrosoft.com::1d292196-5173-47ca-a533-1d49d2ba5c52" providerId="AD" clId="Web-{BD264684-3FDC-A779-D888-2FEDD29AC538}" dt="2023-06-22T13:49:43.688" v="1"/>
        <pc:sldMkLst>
          <pc:docMk/>
          <pc:sldMk cId="2754578911" sldId="328"/>
        </pc:sldMkLst>
      </pc:sldChg>
    </pc:docChg>
  </pc:docChgLst>
  <pc:docChgLst>
    <pc:chgData name="Francisco Morgado, Joana" userId="S::joana.fmorgado_empa.ch#ext#@weeeforum.onmicrosoft.com::1d292196-5173-47ca-a533-1d49d2ba5c52" providerId="AD" clId="Web-{5F356CFF-DC72-C28A-3E5D-367D217C4FA8}"/>
    <pc:docChg chg="modSld">
      <pc:chgData name="Francisco Morgado, Joana" userId="S::joana.fmorgado_empa.ch#ext#@weeeforum.onmicrosoft.com::1d292196-5173-47ca-a533-1d49d2ba5c52" providerId="AD" clId="Web-{5F356CFF-DC72-C28A-3E5D-367D217C4FA8}" dt="2023-06-20T14:10:10.157" v="0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5F356CFF-DC72-C28A-3E5D-367D217C4FA8}" dt="2023-06-20T14:10:10.157" v="0" actId="20577"/>
        <pc:sldMkLst>
          <pc:docMk/>
          <pc:sldMk cId="1866521140" sldId="256"/>
        </pc:sldMkLst>
        <pc:spChg chg="mod">
          <ac:chgData name="Francisco Morgado, Joana" userId="S::joana.fmorgado_empa.ch#ext#@weeeforum.onmicrosoft.com::1d292196-5173-47ca-a533-1d49d2ba5c52" providerId="AD" clId="Web-{5F356CFF-DC72-C28A-3E5D-367D217C4FA8}" dt="2023-06-20T14:10:10.157" v="0" actId="20577"/>
          <ac:spMkLst>
            <pc:docMk/>
            <pc:sldMk cId="1866521140" sldId="256"/>
            <ac:spMk id="3" creationId="{00000000-0000-0000-0000-000000000000}"/>
          </ac:spMkLst>
        </pc:spChg>
      </pc:sldChg>
    </pc:docChg>
  </pc:docChgLst>
  <pc:docChgLst>
    <pc:chgData name="k.kippert@tu-berlin.de" userId="S::k.kippert_tu-berlin.de#ext#@weeeforum.onmicrosoft.com::759034aa-8974-4771-83e0-1f9d8c003ef9" providerId="AD" clId="Web-{99551ED8-7116-4587-92E1-ECBD851CF005}"/>
    <pc:docChg chg="modSld">
      <pc:chgData name="k.kippert@tu-berlin.de" userId="S::k.kippert_tu-berlin.de#ext#@weeeforum.onmicrosoft.com::759034aa-8974-4771-83e0-1f9d8c003ef9" providerId="AD" clId="Web-{99551ED8-7116-4587-92E1-ECBD851CF005}" dt="2023-06-13T08:06:05.142" v="236" actId="1076"/>
      <pc:docMkLst>
        <pc:docMk/>
      </pc:docMkLst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8:06:05.142" v="236" actId="1076"/>
        <pc:sldMkLst>
          <pc:docMk/>
          <pc:sldMk cId="2529174399" sldId="274"/>
        </pc:sldMkLst>
        <pc:spChg chg="add mod">
          <ac:chgData name="k.kippert@tu-berlin.de" userId="S::k.kippert_tu-berlin.de#ext#@weeeforum.onmicrosoft.com::759034aa-8974-4771-83e0-1f9d8c003ef9" providerId="AD" clId="Web-{99551ED8-7116-4587-92E1-ECBD851CF005}" dt="2023-06-13T08:06:05.142" v="236" actId="1076"/>
          <ac:spMkLst>
            <pc:docMk/>
            <pc:sldMk cId="2529174399" sldId="274"/>
            <ac:spMk id="6" creationId="{C0C4237C-6CC9-00C2-29E2-5F3B532EAEA0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31:53.848" v="114" actId="1076"/>
          <ac:spMkLst>
            <pc:docMk/>
            <pc:sldMk cId="2529174399" sldId="274"/>
            <ac:spMk id="7" creationId="{43809488-CD8C-91E4-7762-E5414D211C5E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4:33.826" v="226" actId="1076"/>
          <ac:spMkLst>
            <pc:docMk/>
            <pc:sldMk cId="2529174399" sldId="274"/>
            <ac:spMk id="8" creationId="{E4FADD8C-4343-8576-D4ED-2DE11C4A5609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5:55.673" v="235" actId="1076"/>
          <ac:spMkLst>
            <pc:docMk/>
            <pc:sldMk cId="2529174399" sldId="274"/>
            <ac:spMk id="10" creationId="{B9CC72CB-8124-7104-8391-013E9CE5884F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5:15.281" v="230" actId="1076"/>
          <ac:spMkLst>
            <pc:docMk/>
            <pc:sldMk cId="2529174399" sldId="274"/>
            <ac:spMk id="11" creationId="{63446B53-3D57-B9DD-F20E-4FAC462373B3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3:55.763" v="221" actId="1076"/>
          <ac:spMkLst>
            <pc:docMk/>
            <pc:sldMk cId="2529174399" sldId="274"/>
            <ac:spMk id="43" creationId="{9A6B6FFE-4BFB-8E65-5D85-081BD4271D48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4:07.482" v="222" actId="1076"/>
          <ac:spMkLst>
            <pc:docMk/>
            <pc:sldMk cId="2529174399" sldId="274"/>
            <ac:spMk id="44" creationId="{779F8EC6-C435-B283-F4F1-1DC92818BC9E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20.477" v="138"/>
          <ac:spMkLst>
            <pc:docMk/>
            <pc:sldMk cId="2529174399" sldId="274"/>
            <ac:spMk id="47" creationId="{DE6E59E6-8BE7-392B-44E2-D348623DD7F0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08.711" v="133"/>
          <ac:spMkLst>
            <pc:docMk/>
            <pc:sldMk cId="2529174399" sldId="274"/>
            <ac:spMk id="48" creationId="{90785A12-F74D-0C2F-5389-3B2D117FC024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32.165" v="140"/>
          <ac:spMkLst>
            <pc:docMk/>
            <pc:sldMk cId="2529174399" sldId="274"/>
            <ac:spMk id="49" creationId="{29BA5A1B-65E8-927C-D445-A9CC0E9DE0A2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5:25.422" v="232" actId="20577"/>
          <ac:spMkLst>
            <pc:docMk/>
            <pc:sldMk cId="2529174399" sldId="274"/>
            <ac:spMk id="51" creationId="{C370F3EE-F344-0108-3999-2A0280EA24BD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14.883" v="135"/>
          <ac:spMkLst>
            <pc:docMk/>
            <pc:sldMk cId="2529174399" sldId="274"/>
            <ac:spMk id="54" creationId="{0AF3F92B-334A-1178-C0C2-29B6AED0C600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29.572" v="139"/>
          <ac:spMkLst>
            <pc:docMk/>
            <pc:sldMk cId="2529174399" sldId="274"/>
            <ac:spMk id="55" creationId="{F4AD6236-EBD1-456A-EC44-AF0545D545B5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10.383" v="134"/>
          <ac:spMkLst>
            <pc:docMk/>
            <pc:sldMk cId="2529174399" sldId="274"/>
            <ac:spMk id="56" creationId="{7A16E90C-3A8E-2430-A275-4364935E3C59}"/>
          </ac:spMkLst>
        </pc:spChg>
        <pc:grpChg chg="add del mod">
          <ac:chgData name="k.kippert@tu-berlin.de" userId="S::k.kippert_tu-berlin.de#ext#@weeeforum.onmicrosoft.com::759034aa-8974-4771-83e0-1f9d8c003ef9" providerId="AD" clId="Web-{99551ED8-7116-4587-92E1-ECBD851CF005}" dt="2023-06-13T08:03:43.809" v="220" actId="1076"/>
          <ac:grpSpMkLst>
            <pc:docMk/>
            <pc:sldMk cId="2529174399" sldId="274"/>
            <ac:grpSpMk id="57" creationId="{DF4E9A1A-3A72-C7AD-E37D-A60FEDDA8683}"/>
          </ac:grpSpMkLst>
        </pc:grpChg>
      </pc:sldChg>
      <pc:sldChg chg="modSp">
        <pc:chgData name="k.kippert@tu-berlin.de" userId="S::k.kippert_tu-berlin.de#ext#@weeeforum.onmicrosoft.com::759034aa-8974-4771-83e0-1f9d8c003ef9" providerId="AD" clId="Web-{99551ED8-7116-4587-92E1-ECBD851CF005}" dt="2023-06-13T07:40:14.870" v="148" actId="20577"/>
        <pc:sldMkLst>
          <pc:docMk/>
          <pc:sldMk cId="2849440224" sldId="313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40:14.870" v="148" actId="20577"/>
          <ac:spMkLst>
            <pc:docMk/>
            <pc:sldMk cId="2849440224" sldId="313"/>
            <ac:spMk id="3" creationId="{884B9DFE-92CD-910A-DCFB-52364F65C62D}"/>
          </ac:spMkLst>
        </pc:spChg>
      </pc:sldChg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7:18:08.532" v="25" actId="20577"/>
        <pc:sldMkLst>
          <pc:docMk/>
          <pc:sldMk cId="1595682693" sldId="318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16:41.419" v="4" actId="14100"/>
          <ac:spMkLst>
            <pc:docMk/>
            <pc:sldMk cId="1595682693" sldId="318"/>
            <ac:spMk id="12" creationId="{6BEE0628-9919-FEFD-E0B5-DA72E4E026C6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17:27.984" v="6" actId="1076"/>
          <ac:spMkLst>
            <pc:docMk/>
            <pc:sldMk cId="1595682693" sldId="318"/>
            <ac:spMk id="19" creationId="{6BDB9D06-345D-EB7B-F0F4-AF2A731C7C6A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17:32.828" v="8"/>
          <ac:spMkLst>
            <pc:docMk/>
            <pc:sldMk cId="1595682693" sldId="318"/>
            <ac:spMk id="26" creationId="{ECC1DA42-3FBD-E598-CF4C-CA044E047774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18:08.532" v="25" actId="20577"/>
          <ac:spMkLst>
            <pc:docMk/>
            <pc:sldMk cId="1595682693" sldId="318"/>
            <ac:spMk id="27" creationId="{D757438D-EFA2-A06C-7934-610A6A596B61}"/>
          </ac:spMkLst>
        </pc:spChg>
      </pc:sldChg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7:34:08.792" v="145"/>
        <pc:sldMkLst>
          <pc:docMk/>
          <pc:sldMk cId="2349571362" sldId="320"/>
        </pc:sldMkLst>
        <pc:spChg chg="add del mod">
          <ac:chgData name="k.kippert@tu-berlin.de" userId="S::k.kippert_tu-berlin.de#ext#@weeeforum.onmicrosoft.com::759034aa-8974-4771-83e0-1f9d8c003ef9" providerId="AD" clId="Web-{99551ED8-7116-4587-92E1-ECBD851CF005}" dt="2023-06-13T07:34:08.792" v="145"/>
          <ac:spMkLst>
            <pc:docMk/>
            <pc:sldMk cId="2349571362" sldId="320"/>
            <ac:spMk id="3" creationId="{035D69E5-51A8-5ABD-886A-8A66894D9BDD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1:40.994" v="27" actId="20577"/>
          <ac:spMkLst>
            <pc:docMk/>
            <pc:sldMk cId="2349571362" sldId="320"/>
            <ac:spMk id="4" creationId="{668598DA-9676-9BAF-2836-8DAA12659C7C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25:02.472" v="65"/>
          <ac:spMkLst>
            <pc:docMk/>
            <pc:sldMk cId="2349571362" sldId="320"/>
            <ac:spMk id="14" creationId="{A102644B-A3B6-BA7A-263D-424DF7438E17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1:44.604" v="28" actId="20577"/>
          <ac:spMkLst>
            <pc:docMk/>
            <pc:sldMk cId="2349571362" sldId="320"/>
            <ac:spMk id="16" creationId="{A8F5A6E4-8A94-87D4-29E6-F56AB8F7E888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25:11.581" v="67"/>
          <ac:spMkLst>
            <pc:docMk/>
            <pc:sldMk cId="2349571362" sldId="320"/>
            <ac:spMk id="27" creationId="{F52C6462-D32E-D93E-5D67-993A63A1E8A1}"/>
          </ac:spMkLst>
        </pc:spChg>
        <pc:spChg chg="add del mod">
          <ac:chgData name="k.kippert@tu-berlin.de" userId="S::k.kippert_tu-berlin.de#ext#@weeeforum.onmicrosoft.com::759034aa-8974-4771-83e0-1f9d8c003ef9" providerId="AD" clId="Web-{99551ED8-7116-4587-92E1-ECBD851CF005}" dt="2023-06-13T07:34:04.276" v="143"/>
          <ac:spMkLst>
            <pc:docMk/>
            <pc:sldMk cId="2349571362" sldId="320"/>
            <ac:spMk id="28" creationId="{3E167FA8-FCAF-37AA-1313-07B56EB1BB4B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8:45.247" v="91" actId="1076"/>
          <ac:spMkLst>
            <pc:docMk/>
            <pc:sldMk cId="2349571362" sldId="320"/>
            <ac:spMk id="45" creationId="{381B590C-F0E4-638A-175A-9496D6C0C56A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8:36.403" v="90" actId="20577"/>
          <ac:spMkLst>
            <pc:docMk/>
            <pc:sldMk cId="2349571362" sldId="320"/>
            <ac:spMk id="47" creationId="{A81CA61E-22F2-861D-8DF8-987A982D2D8F}"/>
          </ac:spMkLst>
        </pc:spChg>
        <pc:cxnChg chg="add del mod">
          <ac:chgData name="k.kippert@tu-berlin.de" userId="S::k.kippert_tu-berlin.de#ext#@weeeforum.onmicrosoft.com::759034aa-8974-4771-83e0-1f9d8c003ef9" providerId="AD" clId="Web-{99551ED8-7116-4587-92E1-ECBD851CF005}" dt="2023-06-13T07:34:06.448" v="144"/>
          <ac:cxnSpMkLst>
            <pc:docMk/>
            <pc:sldMk cId="2349571362" sldId="320"/>
            <ac:cxnSpMk id="6" creationId="{E57BC065-3B1E-F210-5802-D17551262B18}"/>
          </ac:cxnSpMkLst>
        </pc:cxnChg>
        <pc:cxnChg chg="add del mod">
          <ac:chgData name="k.kippert@tu-berlin.de" userId="S::k.kippert_tu-berlin.de#ext#@weeeforum.onmicrosoft.com::759034aa-8974-4771-83e0-1f9d8c003ef9" providerId="AD" clId="Web-{99551ED8-7116-4587-92E1-ECBD851CF005}" dt="2023-06-13T07:34:03.088" v="142"/>
          <ac:cxnSpMkLst>
            <pc:docMk/>
            <pc:sldMk cId="2349571362" sldId="320"/>
            <ac:cxnSpMk id="29" creationId="{E8E31686-D728-B7C6-3690-8D893FB39008}"/>
          </ac:cxnSpMkLst>
        </pc:cxnChg>
      </pc:sldChg>
      <pc:sldChg chg="modSp">
        <pc:chgData name="k.kippert@tu-berlin.de" userId="S::k.kippert_tu-berlin.de#ext#@weeeforum.onmicrosoft.com::759034aa-8974-4771-83e0-1f9d8c003ef9" providerId="AD" clId="Web-{99551ED8-7116-4587-92E1-ECBD851CF005}" dt="2023-06-13T07:47:37.420" v="218" actId="20577"/>
        <pc:sldMkLst>
          <pc:docMk/>
          <pc:sldMk cId="2468383147" sldId="321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47:37.420" v="218" actId="20577"/>
          <ac:spMkLst>
            <pc:docMk/>
            <pc:sldMk cId="2468383147" sldId="321"/>
            <ac:spMk id="3" creationId="{884B9DFE-92CD-910A-DCFB-52364F65C62D}"/>
          </ac:spMkLst>
        </pc:spChg>
      </pc:sldChg>
    </pc:docChg>
  </pc:docChgLst>
  <pc:docChgLst>
    <pc:chgData name="McDowall, S.C. (Stewart)" userId="S::s.c.mcdowall_cml.leidenuniv.nl#ext#@weeeforum.onmicrosoft.com::8e52c618-aa7e-4478-bf5e-d8b66f2796b1" providerId="AD" clId="Web-{F434DFD1-AF6B-C4C6-D937-D07596D7709C}"/>
    <pc:docChg chg="modSld">
      <pc:chgData name="McDowall, S.C. (Stewart)" userId="S::s.c.mcdowall_cml.leidenuniv.nl#ext#@weeeforum.onmicrosoft.com::8e52c618-aa7e-4478-bf5e-d8b66f2796b1" providerId="AD" clId="Web-{F434DFD1-AF6B-C4C6-D937-D07596D7709C}" dt="2023-06-13T13:14:58.784" v="16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F434DFD1-AF6B-C4C6-D937-D07596D7709C}" dt="2023-06-13T13:14:58.784" v="16" actId="20577"/>
        <pc:sldMkLst>
          <pc:docMk/>
          <pc:sldMk cId="2468383147" sldId="321"/>
        </pc:sldMkLst>
        <pc:spChg chg="mod">
          <ac:chgData name="McDowall, S.C. (Stewart)" userId="S::s.c.mcdowall_cml.leidenuniv.nl#ext#@weeeforum.onmicrosoft.com::8e52c618-aa7e-4478-bf5e-d8b66f2796b1" providerId="AD" clId="Web-{F434DFD1-AF6B-C4C6-D937-D07596D7709C}" dt="2023-06-13T13:14:58.784" v="16" actId="20577"/>
          <ac:spMkLst>
            <pc:docMk/>
            <pc:sldMk cId="2468383147" sldId="321"/>
            <ac:spMk id="3" creationId="{884B9DFE-92CD-910A-DCFB-52364F65C62D}"/>
          </ac:spMkLst>
        </pc:spChg>
      </pc:sldChg>
    </pc:docChg>
  </pc:docChgLst>
  <pc:docChgLst>
    <pc:chgData name="hu" userId="S::hu_tu-berlin.de#ext#@weeeforum.onmicrosoft.com::0b08f4ee-8745-4679-ba95-6a14c937479b" providerId="AD" clId="Web-{4432E2A7-29B2-F966-C6EF-9DCC349956C7}"/>
    <pc:docChg chg="modSld">
      <pc:chgData name="hu" userId="S::hu_tu-berlin.de#ext#@weeeforum.onmicrosoft.com::0b08f4ee-8745-4679-ba95-6a14c937479b" providerId="AD" clId="Web-{4432E2A7-29B2-F966-C6EF-9DCC349956C7}" dt="2023-06-20T08:07:32.587" v="2" actId="14100"/>
      <pc:docMkLst>
        <pc:docMk/>
      </pc:docMkLst>
      <pc:sldChg chg="modSp">
        <pc:chgData name="hu" userId="S::hu_tu-berlin.de#ext#@weeeforum.onmicrosoft.com::0b08f4ee-8745-4679-ba95-6a14c937479b" providerId="AD" clId="Web-{4432E2A7-29B2-F966-C6EF-9DCC349956C7}" dt="2023-06-20T08:07:32.587" v="2" actId="14100"/>
        <pc:sldMkLst>
          <pc:docMk/>
          <pc:sldMk cId="2529174399" sldId="274"/>
        </pc:sldMkLst>
        <pc:spChg chg="mod">
          <ac:chgData name="hu" userId="S::hu_tu-berlin.de#ext#@weeeforum.onmicrosoft.com::0b08f4ee-8745-4679-ba95-6a14c937479b" providerId="AD" clId="Web-{4432E2A7-29B2-F966-C6EF-9DCC349956C7}" dt="2023-06-20T08:07:32.587" v="2" actId="14100"/>
          <ac:spMkLst>
            <pc:docMk/>
            <pc:sldMk cId="2529174399" sldId="274"/>
            <ac:spMk id="2" creationId="{6FC47AB4-9CC3-C351-81ED-973259EF781C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576DE032-D257-4B0A-5024-3EF2913D7055}"/>
    <pc:docChg chg="modSld">
      <pc:chgData name="Francisco Morgado, Joana" userId="S::joana.fmorgado_empa.ch#ext#@weeeforum.onmicrosoft.com::1d292196-5173-47ca-a533-1d49d2ba5c52" providerId="AD" clId="Web-{576DE032-D257-4B0A-5024-3EF2913D7055}" dt="2023-06-22T13:49:22.008" v="32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576DE032-D257-4B0A-5024-3EF2913D7055}" dt="2023-06-22T13:49:22.008" v="32" actId="20577"/>
        <pc:sldMkLst>
          <pc:docMk/>
          <pc:sldMk cId="2754578911" sldId="328"/>
        </pc:sldMkLst>
        <pc:spChg chg="mod">
          <ac:chgData name="Francisco Morgado, Joana" userId="S::joana.fmorgado_empa.ch#ext#@weeeforum.onmicrosoft.com::1d292196-5173-47ca-a533-1d49d2ba5c52" providerId="AD" clId="Web-{576DE032-D257-4B0A-5024-3EF2913D7055}" dt="2023-06-22T13:49:22.008" v="32" actId="20577"/>
          <ac:spMkLst>
            <pc:docMk/>
            <pc:sldMk cId="2754578911" sldId="328"/>
            <ac:spMk id="3" creationId="{12AA5B27-D661-9E0F-91E7-779282904725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F5F5CFFA-DFE8-B7A3-9044-2C61DAD50FA0}"/>
    <pc:docChg chg="addSld modSld">
      <pc:chgData name="Francisco Morgado, Joana" userId="S::joana.fmorgado_empa.ch#ext#@weeeforum.onmicrosoft.com::1d292196-5173-47ca-a533-1d49d2ba5c52" providerId="AD" clId="Web-{F5F5CFFA-DFE8-B7A3-9044-2C61DAD50FA0}" dt="2023-06-22T13:16:14.341" v="3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F5F5CFFA-DFE8-B7A3-9044-2C61DAD50FA0}" dt="2023-06-22T13:16:14.341" v="3" actId="20577"/>
        <pc:sldMkLst>
          <pc:docMk/>
          <pc:sldMk cId="1483190181" sldId="327"/>
        </pc:sldMkLst>
        <pc:spChg chg="mod">
          <ac:chgData name="Francisco Morgado, Joana" userId="S::joana.fmorgado_empa.ch#ext#@weeeforum.onmicrosoft.com::1d292196-5173-47ca-a533-1d49d2ba5c52" providerId="AD" clId="Web-{F5F5CFFA-DFE8-B7A3-9044-2C61DAD50FA0}" dt="2023-06-22T13:16:14.341" v="3" actId="20577"/>
          <ac:spMkLst>
            <pc:docMk/>
            <pc:sldMk cId="1483190181" sldId="327"/>
            <ac:spMk id="2" creationId="{69DDF57E-83B4-7797-1A57-94F5ACB5B1EB}"/>
          </ac:spMkLst>
        </pc:spChg>
        <pc:spChg chg="mod">
          <ac:chgData name="Francisco Morgado, Joana" userId="S::joana.fmorgado_empa.ch#ext#@weeeforum.onmicrosoft.com::1d292196-5173-47ca-a533-1d49d2ba5c52" providerId="AD" clId="Web-{F5F5CFFA-DFE8-B7A3-9044-2C61DAD50FA0}" dt="2023-06-22T13:16:06.215" v="1" actId="20577"/>
          <ac:spMkLst>
            <pc:docMk/>
            <pc:sldMk cId="1483190181" sldId="327"/>
            <ac:spMk id="3" creationId="{E169B1CA-CD3A-5F0A-06BB-0829B55612D8}"/>
          </ac:spMkLst>
        </pc:spChg>
      </pc:sldChg>
      <pc:sldChg chg="new">
        <pc:chgData name="Francisco Morgado, Joana" userId="S::joana.fmorgado_empa.ch#ext#@weeeforum.onmicrosoft.com::1d292196-5173-47ca-a533-1d49d2ba5c52" providerId="AD" clId="Web-{F5F5CFFA-DFE8-B7A3-9044-2C61DAD50FA0}" dt="2023-06-22T13:16:01.293" v="0"/>
        <pc:sldMkLst>
          <pc:docMk/>
          <pc:sldMk cId="2754578911" sldId="328"/>
        </pc:sldMkLst>
      </pc:sldChg>
    </pc:docChg>
  </pc:docChgLst>
  <pc:docChgLst>
    <pc:chgData name="Tales YAMAMOTO" userId="c1b5a676-d912-4985-aea1-95f4f14d8b72" providerId="ADAL" clId="{12172F89-4AC8-4E68-AB7F-9CADEA08A17C}"/>
    <pc:docChg chg="undo custSel addSld modSld">
      <pc:chgData name="Tales YAMAMOTO" userId="c1b5a676-d912-4985-aea1-95f4f14d8b72" providerId="ADAL" clId="{12172F89-4AC8-4E68-AB7F-9CADEA08A17C}" dt="2023-06-14T06:00:21.453" v="137" actId="14100"/>
      <pc:docMkLst>
        <pc:docMk/>
      </pc:docMkLst>
      <pc:sldChg chg="modSp mod">
        <pc:chgData name="Tales YAMAMOTO" userId="c1b5a676-d912-4985-aea1-95f4f14d8b72" providerId="ADAL" clId="{12172F89-4AC8-4E68-AB7F-9CADEA08A17C}" dt="2023-06-14T06:00:21.453" v="137" actId="14100"/>
        <pc:sldMkLst>
          <pc:docMk/>
          <pc:sldMk cId="2529174399" sldId="274"/>
        </pc:sldMkLst>
        <pc:spChg chg="mod">
          <ac:chgData name="Tales YAMAMOTO" userId="c1b5a676-d912-4985-aea1-95f4f14d8b72" providerId="ADAL" clId="{12172F89-4AC8-4E68-AB7F-9CADEA08A17C}" dt="2023-06-14T06:00:21.453" v="137" actId="14100"/>
          <ac:spMkLst>
            <pc:docMk/>
            <pc:sldMk cId="2529174399" sldId="274"/>
            <ac:spMk id="6" creationId="{C0C4237C-6CC9-00C2-29E2-5F3B532EAEA0}"/>
          </ac:spMkLst>
        </pc:spChg>
      </pc:sldChg>
      <pc:sldChg chg="addSp modSp mod modAnim">
        <pc:chgData name="Tales YAMAMOTO" userId="c1b5a676-d912-4985-aea1-95f4f14d8b72" providerId="ADAL" clId="{12172F89-4AC8-4E68-AB7F-9CADEA08A17C}" dt="2023-06-12T13:32:17.495" v="115"/>
        <pc:sldMkLst>
          <pc:docMk/>
          <pc:sldMk cId="2849440224" sldId="313"/>
        </pc:sldMkLst>
        <pc:spChg chg="mod">
          <ac:chgData name="Tales YAMAMOTO" userId="c1b5a676-d912-4985-aea1-95f4f14d8b72" providerId="ADAL" clId="{12172F89-4AC8-4E68-AB7F-9CADEA08A17C}" dt="2023-06-12T13:19:25.511" v="3" actId="21"/>
          <ac:spMkLst>
            <pc:docMk/>
            <pc:sldMk cId="2849440224" sldId="313"/>
            <ac:spMk id="3" creationId="{884B9DFE-92CD-910A-DCFB-52364F65C62D}"/>
          </ac:spMkLst>
        </pc:spChg>
        <pc:picChg chg="add mod">
          <ac:chgData name="Tales YAMAMOTO" userId="c1b5a676-d912-4985-aea1-95f4f14d8b72" providerId="ADAL" clId="{12172F89-4AC8-4E68-AB7F-9CADEA08A17C}" dt="2023-06-12T13:19:30.437" v="4" actId="1076"/>
          <ac:picMkLst>
            <pc:docMk/>
            <pc:sldMk cId="2849440224" sldId="313"/>
            <ac:picMk id="5" creationId="{899CE332-F188-EDEE-E1A5-E9E20D963497}"/>
          </ac:picMkLst>
        </pc:picChg>
      </pc:sldChg>
      <pc:sldChg chg="modAnim">
        <pc:chgData name="Tales YAMAMOTO" userId="c1b5a676-d912-4985-aea1-95f4f14d8b72" providerId="ADAL" clId="{12172F89-4AC8-4E68-AB7F-9CADEA08A17C}" dt="2023-06-12T13:23:27.695" v="21"/>
        <pc:sldMkLst>
          <pc:docMk/>
          <pc:sldMk cId="3145337736" sldId="316"/>
        </pc:sldMkLst>
      </pc:sldChg>
      <pc:sldChg chg="modAnim">
        <pc:chgData name="Tales YAMAMOTO" userId="c1b5a676-d912-4985-aea1-95f4f14d8b72" providerId="ADAL" clId="{12172F89-4AC8-4E68-AB7F-9CADEA08A17C}" dt="2023-06-12T13:23:55.647" v="23"/>
        <pc:sldMkLst>
          <pc:docMk/>
          <pc:sldMk cId="2874422108" sldId="317"/>
        </pc:sldMkLst>
      </pc:sldChg>
      <pc:sldChg chg="addSp modSp mod modAnim">
        <pc:chgData name="Tales YAMAMOTO" userId="c1b5a676-d912-4985-aea1-95f4f14d8b72" providerId="ADAL" clId="{12172F89-4AC8-4E68-AB7F-9CADEA08A17C}" dt="2023-06-12T13:36:32.990" v="135"/>
        <pc:sldMkLst>
          <pc:docMk/>
          <pc:sldMk cId="1595682693" sldId="318"/>
        </pc:sldMkLst>
        <pc:spChg chg="mod">
          <ac:chgData name="Tales YAMAMOTO" userId="c1b5a676-d912-4985-aea1-95f4f14d8b72" providerId="ADAL" clId="{12172F89-4AC8-4E68-AB7F-9CADEA08A17C}" dt="2023-06-12T13:24:52.108" v="33" actId="1076"/>
          <ac:spMkLst>
            <pc:docMk/>
            <pc:sldMk cId="1595682693" sldId="318"/>
            <ac:spMk id="8" creationId="{5A5E772C-B436-6F63-498B-F4E98B1E3E59}"/>
          </ac:spMkLst>
        </pc:spChg>
        <pc:spChg chg="mod">
          <ac:chgData name="Tales YAMAMOTO" userId="c1b5a676-d912-4985-aea1-95f4f14d8b72" providerId="ADAL" clId="{12172F89-4AC8-4E68-AB7F-9CADEA08A17C}" dt="2023-06-12T13:33:15.379" v="121" actId="1076"/>
          <ac:spMkLst>
            <pc:docMk/>
            <pc:sldMk cId="1595682693" sldId="318"/>
            <ac:spMk id="12" creationId="{6BEE0628-9919-FEFD-E0B5-DA72E4E026C6}"/>
          </ac:spMkLst>
        </pc:spChg>
        <pc:spChg chg="mod">
          <ac:chgData name="Tales YAMAMOTO" userId="c1b5a676-d912-4985-aea1-95f4f14d8b72" providerId="ADAL" clId="{12172F89-4AC8-4E68-AB7F-9CADEA08A17C}" dt="2023-06-12T13:25:50.405" v="40" actId="20577"/>
          <ac:spMkLst>
            <pc:docMk/>
            <pc:sldMk cId="1595682693" sldId="318"/>
            <ac:spMk id="17" creationId="{C453EAD3-66D0-700A-09E6-FD15FB283D37}"/>
          </ac:spMkLst>
        </pc:spChg>
        <pc:spChg chg="mod">
          <ac:chgData name="Tales YAMAMOTO" userId="c1b5a676-d912-4985-aea1-95f4f14d8b72" providerId="ADAL" clId="{12172F89-4AC8-4E68-AB7F-9CADEA08A17C}" dt="2023-06-12T13:25:44.529" v="37"/>
          <ac:spMkLst>
            <pc:docMk/>
            <pc:sldMk cId="1595682693" sldId="318"/>
            <ac:spMk id="18" creationId="{AE81A5EF-BAE2-B0C2-5A01-50C424A5CC26}"/>
          </ac:spMkLst>
        </pc:spChg>
        <pc:spChg chg="add mod">
          <ac:chgData name="Tales YAMAMOTO" userId="c1b5a676-d912-4985-aea1-95f4f14d8b72" providerId="ADAL" clId="{12172F89-4AC8-4E68-AB7F-9CADEA08A17C}" dt="2023-06-12T13:35:34.242" v="132" actId="208"/>
          <ac:spMkLst>
            <pc:docMk/>
            <pc:sldMk cId="1595682693" sldId="318"/>
            <ac:spMk id="30" creationId="{B8F3B86B-BC35-6456-770F-EE949C8D4652}"/>
          </ac:spMkLst>
        </pc:spChg>
        <pc:grpChg chg="mod">
          <ac:chgData name="Tales YAMAMOTO" userId="c1b5a676-d912-4985-aea1-95f4f14d8b72" providerId="ADAL" clId="{12172F89-4AC8-4E68-AB7F-9CADEA08A17C}" dt="2023-06-12T13:24:33.324" v="24" actId="1076"/>
          <ac:grpSpMkLst>
            <pc:docMk/>
            <pc:sldMk cId="1595682693" sldId="318"/>
            <ac:grpSpMk id="11" creationId="{32228F43-FC8C-0969-2F31-A3B8D793878E}"/>
          </ac:grpSpMkLst>
        </pc:grpChg>
        <pc:grpChg chg="add mod">
          <ac:chgData name="Tales YAMAMOTO" userId="c1b5a676-d912-4985-aea1-95f4f14d8b72" providerId="ADAL" clId="{12172F89-4AC8-4E68-AB7F-9CADEA08A17C}" dt="2023-06-12T13:25:54.588" v="41" actId="1076"/>
          <ac:grpSpMkLst>
            <pc:docMk/>
            <pc:sldMk cId="1595682693" sldId="318"/>
            <ac:grpSpMk id="16" creationId="{69502961-01D4-B138-B6EB-140F249D7E35}"/>
          </ac:grpSpMkLst>
        </pc:grpChg>
        <pc:picChg chg="add mod">
          <ac:chgData name="Tales YAMAMOTO" userId="c1b5a676-d912-4985-aea1-95f4f14d8b72" providerId="ADAL" clId="{12172F89-4AC8-4E68-AB7F-9CADEA08A17C}" dt="2023-06-12T13:33:18.963" v="122" actId="1076"/>
          <ac:picMkLst>
            <pc:docMk/>
            <pc:sldMk cId="1595682693" sldId="318"/>
            <ac:picMk id="21" creationId="{A46B628A-C0FE-8A87-4BBC-FEDBCE8D00C6}"/>
          </ac:picMkLst>
        </pc:picChg>
      </pc:sldChg>
      <pc:sldChg chg="addSp modSp mod modAnim">
        <pc:chgData name="Tales YAMAMOTO" userId="c1b5a676-d912-4985-aea1-95f4f14d8b72" providerId="ADAL" clId="{12172F89-4AC8-4E68-AB7F-9CADEA08A17C}" dt="2023-06-12T13:32:07.704" v="114"/>
        <pc:sldMkLst>
          <pc:docMk/>
          <pc:sldMk cId="2349571362" sldId="320"/>
        </pc:sldMkLst>
        <pc:spChg chg="mod">
          <ac:chgData name="Tales YAMAMOTO" userId="c1b5a676-d912-4985-aea1-95f4f14d8b72" providerId="ADAL" clId="{12172F89-4AC8-4E68-AB7F-9CADEA08A17C}" dt="2023-06-12T13:27:47.294" v="47" actId="20577"/>
          <ac:spMkLst>
            <pc:docMk/>
            <pc:sldMk cId="2349571362" sldId="320"/>
            <ac:spMk id="2" creationId="{AF85D9F8-CEF3-A6A1-77AB-5A8F041758C0}"/>
          </ac:spMkLst>
        </pc:spChg>
        <pc:spChg chg="mod">
          <ac:chgData name="Tales YAMAMOTO" userId="c1b5a676-d912-4985-aea1-95f4f14d8b72" providerId="ADAL" clId="{12172F89-4AC8-4E68-AB7F-9CADEA08A17C}" dt="2023-06-12T13:29:20.852" v="78" actId="1076"/>
          <ac:spMkLst>
            <pc:docMk/>
            <pc:sldMk cId="2349571362" sldId="320"/>
            <ac:spMk id="17" creationId="{73A0AEF6-EA88-8AD3-C82F-6435AD79338B}"/>
          </ac:spMkLst>
        </pc:spChg>
        <pc:spChg chg="mod">
          <ac:chgData name="Tales YAMAMOTO" userId="c1b5a676-d912-4985-aea1-95f4f14d8b72" providerId="ADAL" clId="{12172F89-4AC8-4E68-AB7F-9CADEA08A17C}" dt="2023-06-12T13:32:06.332" v="113" actId="1076"/>
          <ac:spMkLst>
            <pc:docMk/>
            <pc:sldMk cId="2349571362" sldId="320"/>
            <ac:spMk id="30" creationId="{6D447EB2-5C1F-BC31-A95E-04A438A33B8C}"/>
          </ac:spMkLst>
        </pc:spChg>
        <pc:spChg chg="mod">
          <ac:chgData name="Tales YAMAMOTO" userId="c1b5a676-d912-4985-aea1-95f4f14d8b72" providerId="ADAL" clId="{12172F89-4AC8-4E68-AB7F-9CADEA08A17C}" dt="2023-06-12T13:27:55.873" v="49" actId="21"/>
          <ac:spMkLst>
            <pc:docMk/>
            <pc:sldMk cId="2349571362" sldId="320"/>
            <ac:spMk id="31" creationId="{05A2D7C7-FC12-6689-F78B-F117D9E3DA67}"/>
          </ac:spMkLst>
        </pc:spChg>
        <pc:spChg chg="mod">
          <ac:chgData name="Tales YAMAMOTO" userId="c1b5a676-d912-4985-aea1-95f4f14d8b72" providerId="ADAL" clId="{12172F89-4AC8-4E68-AB7F-9CADEA08A17C}" dt="2023-06-12T13:30:31.683" v="92" actId="20577"/>
          <ac:spMkLst>
            <pc:docMk/>
            <pc:sldMk cId="2349571362" sldId="320"/>
            <ac:spMk id="34" creationId="{E551FCE0-228E-4157-D141-6C788BC0BCB1}"/>
          </ac:spMkLst>
        </pc:spChg>
        <pc:spChg chg="mod">
          <ac:chgData name="Tales YAMAMOTO" userId="c1b5a676-d912-4985-aea1-95f4f14d8b72" providerId="ADAL" clId="{12172F89-4AC8-4E68-AB7F-9CADEA08A17C}" dt="2023-06-12T13:30:40.728" v="96" actId="6549"/>
          <ac:spMkLst>
            <pc:docMk/>
            <pc:sldMk cId="2349571362" sldId="320"/>
            <ac:spMk id="38" creationId="{E9FF50AF-0BA4-192B-71C0-1AE5D51B8635}"/>
          </ac:spMkLst>
        </pc:spChg>
        <pc:spChg chg="add mod">
          <ac:chgData name="Tales YAMAMOTO" userId="c1b5a676-d912-4985-aea1-95f4f14d8b72" providerId="ADAL" clId="{12172F89-4AC8-4E68-AB7F-9CADEA08A17C}" dt="2023-06-12T13:29:50.850" v="84" actId="20577"/>
          <ac:spMkLst>
            <pc:docMk/>
            <pc:sldMk cId="2349571362" sldId="320"/>
            <ac:spMk id="41" creationId="{1EEDD60E-E804-F87E-CA36-17013073A56D}"/>
          </ac:spMkLst>
        </pc:spChg>
        <pc:spChg chg="add mod">
          <ac:chgData name="Tales YAMAMOTO" userId="c1b5a676-d912-4985-aea1-95f4f14d8b72" providerId="ADAL" clId="{12172F89-4AC8-4E68-AB7F-9CADEA08A17C}" dt="2023-06-12T13:28:54.936" v="69" actId="6549"/>
          <ac:spMkLst>
            <pc:docMk/>
            <pc:sldMk cId="2349571362" sldId="320"/>
            <ac:spMk id="42" creationId="{2B59A7A0-99C7-3897-DA6A-F574E70CDE76}"/>
          </ac:spMkLst>
        </pc:spChg>
        <pc:spChg chg="add mod">
          <ac:chgData name="Tales YAMAMOTO" userId="c1b5a676-d912-4985-aea1-95f4f14d8b72" providerId="ADAL" clId="{12172F89-4AC8-4E68-AB7F-9CADEA08A17C}" dt="2023-06-12T13:29:03.736" v="72" actId="20577"/>
          <ac:spMkLst>
            <pc:docMk/>
            <pc:sldMk cId="2349571362" sldId="320"/>
            <ac:spMk id="43" creationId="{9D7D8F9C-FA0F-09BE-6047-BB230A27C2B6}"/>
          </ac:spMkLst>
        </pc:spChg>
        <pc:spChg chg="add mod">
          <ac:chgData name="Tales YAMAMOTO" userId="c1b5a676-d912-4985-aea1-95f4f14d8b72" providerId="ADAL" clId="{12172F89-4AC8-4E68-AB7F-9CADEA08A17C}" dt="2023-06-12T13:29:30.819" v="80" actId="20577"/>
          <ac:spMkLst>
            <pc:docMk/>
            <pc:sldMk cId="2349571362" sldId="320"/>
            <ac:spMk id="44" creationId="{4A1CFD98-273A-0019-1510-09AE6EF609AF}"/>
          </ac:spMkLst>
        </pc:spChg>
        <pc:spChg chg="add mod">
          <ac:chgData name="Tales YAMAMOTO" userId="c1b5a676-d912-4985-aea1-95f4f14d8b72" providerId="ADAL" clId="{12172F89-4AC8-4E68-AB7F-9CADEA08A17C}" dt="2023-06-12T13:29:46.298" v="83" actId="20577"/>
          <ac:spMkLst>
            <pc:docMk/>
            <pc:sldMk cId="2349571362" sldId="320"/>
            <ac:spMk id="45" creationId="{381B590C-F0E4-638A-175A-9496D6C0C56A}"/>
          </ac:spMkLst>
        </pc:spChg>
        <pc:spChg chg="add mod">
          <ac:chgData name="Tales YAMAMOTO" userId="c1b5a676-d912-4985-aea1-95f4f14d8b72" providerId="ADAL" clId="{12172F89-4AC8-4E68-AB7F-9CADEA08A17C}" dt="2023-06-12T13:30:05.668" v="88" actId="1076"/>
          <ac:spMkLst>
            <pc:docMk/>
            <pc:sldMk cId="2349571362" sldId="320"/>
            <ac:spMk id="46" creationId="{5D3FC0C1-0B2D-0A4F-1DBE-0B7523708BF0}"/>
          </ac:spMkLst>
        </pc:spChg>
        <pc:spChg chg="add mod">
          <ac:chgData name="Tales YAMAMOTO" userId="c1b5a676-d912-4985-aea1-95f4f14d8b72" providerId="ADAL" clId="{12172F89-4AC8-4E68-AB7F-9CADEA08A17C}" dt="2023-06-12T13:30:56.149" v="98" actId="1076"/>
          <ac:spMkLst>
            <pc:docMk/>
            <pc:sldMk cId="2349571362" sldId="320"/>
            <ac:spMk id="47" creationId="{A81CA61E-22F2-861D-8DF8-987A982D2D8F}"/>
          </ac:spMkLst>
        </pc:spChg>
        <pc:spChg chg="add mod">
          <ac:chgData name="Tales YAMAMOTO" userId="c1b5a676-d912-4985-aea1-95f4f14d8b72" providerId="ADAL" clId="{12172F89-4AC8-4E68-AB7F-9CADEA08A17C}" dt="2023-06-12T13:31:08.531" v="101" actId="20577"/>
          <ac:spMkLst>
            <pc:docMk/>
            <pc:sldMk cId="2349571362" sldId="320"/>
            <ac:spMk id="48" creationId="{9A408176-654B-0D93-D816-2EF607DD9089}"/>
          </ac:spMkLst>
        </pc:spChg>
        <pc:spChg chg="add mod">
          <ac:chgData name="Tales YAMAMOTO" userId="c1b5a676-d912-4985-aea1-95f4f14d8b72" providerId="ADAL" clId="{12172F89-4AC8-4E68-AB7F-9CADEA08A17C}" dt="2023-06-12T13:31:16.807" v="106" actId="20577"/>
          <ac:spMkLst>
            <pc:docMk/>
            <pc:sldMk cId="2349571362" sldId="320"/>
            <ac:spMk id="49" creationId="{68859CE6-50E1-FDFC-EFEB-AC074D685C90}"/>
          </ac:spMkLst>
        </pc:spChg>
        <pc:spChg chg="add mod">
          <ac:chgData name="Tales YAMAMOTO" userId="c1b5a676-d912-4985-aea1-95f4f14d8b72" providerId="ADAL" clId="{12172F89-4AC8-4E68-AB7F-9CADEA08A17C}" dt="2023-06-12T13:31:23.192" v="109" actId="20577"/>
          <ac:spMkLst>
            <pc:docMk/>
            <pc:sldMk cId="2349571362" sldId="320"/>
            <ac:spMk id="50" creationId="{EA652EB0-82C7-45E9-5B64-29F271F6F309}"/>
          </ac:spMkLst>
        </pc:spChg>
      </pc:sldChg>
      <pc:sldChg chg="delSp modSp add mod">
        <pc:chgData name="Tales YAMAMOTO" userId="c1b5a676-d912-4985-aea1-95f4f14d8b72" providerId="ADAL" clId="{12172F89-4AC8-4E68-AB7F-9CADEA08A17C}" dt="2023-06-12T13:19:48.742" v="20" actId="20577"/>
        <pc:sldMkLst>
          <pc:docMk/>
          <pc:sldMk cId="2468383147" sldId="321"/>
        </pc:sldMkLst>
        <pc:spChg chg="mod">
          <ac:chgData name="Tales YAMAMOTO" userId="c1b5a676-d912-4985-aea1-95f4f14d8b72" providerId="ADAL" clId="{12172F89-4AC8-4E68-AB7F-9CADEA08A17C}" dt="2023-06-12T13:19:48.742" v="20" actId="20577"/>
          <ac:spMkLst>
            <pc:docMk/>
            <pc:sldMk cId="2468383147" sldId="321"/>
            <ac:spMk id="2" creationId="{23DBA514-8DB0-B3F7-6561-C4D6C8DEDE14}"/>
          </ac:spMkLst>
        </pc:spChg>
        <pc:spChg chg="mod">
          <ac:chgData name="Tales YAMAMOTO" userId="c1b5a676-d912-4985-aea1-95f4f14d8b72" providerId="ADAL" clId="{12172F89-4AC8-4E68-AB7F-9CADEA08A17C}" dt="2023-06-12T13:19:40.359" v="6"/>
          <ac:spMkLst>
            <pc:docMk/>
            <pc:sldMk cId="2468383147" sldId="321"/>
            <ac:spMk id="3" creationId="{884B9DFE-92CD-910A-DCFB-52364F65C62D}"/>
          </ac:spMkLst>
        </pc:spChg>
        <pc:picChg chg="del">
          <ac:chgData name="Tales YAMAMOTO" userId="c1b5a676-d912-4985-aea1-95f4f14d8b72" providerId="ADAL" clId="{12172F89-4AC8-4E68-AB7F-9CADEA08A17C}" dt="2023-06-12T13:19:42.518" v="7" actId="478"/>
          <ac:picMkLst>
            <pc:docMk/>
            <pc:sldMk cId="2468383147" sldId="321"/>
            <ac:picMk id="5" creationId="{899CE332-F188-EDEE-E1A5-E9E20D963497}"/>
          </ac:picMkLst>
        </pc:picChg>
      </pc:sldChg>
    </pc:docChg>
  </pc:docChgLst>
  <pc:docChgLst>
    <pc:chgData name="Francisco Morgado, Joana" userId="S::joana.fmorgado_empa.ch#ext#@weeeforum.onmicrosoft.com::1d292196-5173-47ca-a533-1d49d2ba5c52" providerId="AD" clId="Web-{46D76A68-2303-6C22-9F39-4402DFAE89F6}"/>
    <pc:docChg chg="modSld">
      <pc:chgData name="Francisco Morgado, Joana" userId="S::joana.fmorgado_empa.ch#ext#@weeeforum.onmicrosoft.com::1d292196-5173-47ca-a533-1d49d2ba5c52" providerId="AD" clId="Web-{46D76A68-2303-6C22-9F39-4402DFAE89F6}" dt="2023-06-27T07:25:03.247" v="29" actId="14100"/>
      <pc:docMkLst>
        <pc:docMk/>
      </pc:docMkLst>
      <pc:sldChg chg="modSp">
        <pc:chgData name="Francisco Morgado, Joana" userId="S::joana.fmorgado_empa.ch#ext#@weeeforum.onmicrosoft.com::1d292196-5173-47ca-a533-1d49d2ba5c52" providerId="AD" clId="Web-{46D76A68-2303-6C22-9F39-4402DFAE89F6}" dt="2023-06-27T07:25:03.247" v="29" actId="14100"/>
        <pc:sldMkLst>
          <pc:docMk/>
          <pc:sldMk cId="25626987" sldId="325"/>
        </pc:sldMkLst>
        <pc:spChg chg="mod">
          <ac:chgData name="Francisco Morgado, Joana" userId="S::joana.fmorgado_empa.ch#ext#@weeeforum.onmicrosoft.com::1d292196-5173-47ca-a533-1d49d2ba5c52" providerId="AD" clId="Web-{46D76A68-2303-6C22-9F39-4402DFAE89F6}" dt="2023-06-27T07:24:26.886" v="25" actId="20577"/>
          <ac:spMkLst>
            <pc:docMk/>
            <pc:sldMk cId="25626987" sldId="325"/>
            <ac:spMk id="30" creationId="{3EDDDB00-05B9-28B0-F763-DF04E5184B43}"/>
          </ac:spMkLst>
        </pc:spChg>
        <pc:spChg chg="mod">
          <ac:chgData name="Francisco Morgado, Joana" userId="S::joana.fmorgado_empa.ch#ext#@weeeforum.onmicrosoft.com::1d292196-5173-47ca-a533-1d49d2ba5c52" providerId="AD" clId="Web-{46D76A68-2303-6C22-9F39-4402DFAE89F6}" dt="2023-06-27T07:24:40.918" v="28" actId="1076"/>
          <ac:spMkLst>
            <pc:docMk/>
            <pc:sldMk cId="25626987" sldId="325"/>
            <ac:spMk id="36" creationId="{93B38382-30E1-5FD8-DB30-D4DACE3777A8}"/>
          </ac:spMkLst>
        </pc:spChg>
        <pc:spChg chg="mod">
          <ac:chgData name="Francisco Morgado, Joana" userId="S::joana.fmorgado_empa.ch#ext#@weeeforum.onmicrosoft.com::1d292196-5173-47ca-a533-1d49d2ba5c52" providerId="AD" clId="Web-{46D76A68-2303-6C22-9F39-4402DFAE89F6}" dt="2023-06-27T07:25:03.247" v="29" actId="14100"/>
          <ac:spMkLst>
            <pc:docMk/>
            <pc:sldMk cId="25626987" sldId="325"/>
            <ac:spMk id="42" creationId="{E213C1DA-CB0B-71D0-4C24-CDA51E3A600C}"/>
          </ac:spMkLst>
        </pc:spChg>
      </pc:sldChg>
    </pc:docChg>
  </pc:docChgLst>
  <pc:docChgLst>
    <pc:chgData name="Tales YAMAMOTO" userId="S::tales.yamamoto_unitar.org#ext#@weeeforum.onmicrosoft.com::668b3048-47c4-4f17-a302-fcbc7680dd0f" providerId="AD" clId="Web-{6EA6BBBF-ECC1-BEE4-2103-821E54057E7E}"/>
    <pc:docChg chg="">
      <pc:chgData name="Tales YAMAMOTO" userId="S::tales.yamamoto_unitar.org#ext#@weeeforum.onmicrosoft.com::668b3048-47c4-4f17-a302-fcbc7680dd0f" providerId="AD" clId="Web-{6EA6BBBF-ECC1-BEE4-2103-821E54057E7E}" dt="2023-06-22T07:29:30.895" v="0"/>
      <pc:docMkLst>
        <pc:docMk/>
      </pc:docMkLst>
      <pc:sldChg chg="modCm">
        <pc:chgData name="Tales YAMAMOTO" userId="S::tales.yamamoto_unitar.org#ext#@weeeforum.onmicrosoft.com::668b3048-47c4-4f17-a302-fcbc7680dd0f" providerId="AD" clId="Web-{6EA6BBBF-ECC1-BEE4-2103-821E54057E7E}" dt="2023-06-22T07:29:30.895" v="0"/>
        <pc:sldMkLst>
          <pc:docMk/>
          <pc:sldMk cId="2468383147" sldId="321"/>
        </pc:sldMkLst>
      </pc:sldChg>
    </pc:docChg>
  </pc:docChgLst>
  <pc:docChgLst>
    <pc:chgData name="Tales YAMAMOTO" userId="S::tales.yamamoto_unitar.org#ext#@weeeforum.onmicrosoft.com::668b3048-47c4-4f17-a302-fcbc7680dd0f" providerId="AD" clId="Web-{34C70354-1ED5-9B4A-A1C6-7FCD09E422FA}"/>
    <pc:docChg chg="modSld">
      <pc:chgData name="Tales YAMAMOTO" userId="S::tales.yamamoto_unitar.org#ext#@weeeforum.onmicrosoft.com::668b3048-47c4-4f17-a302-fcbc7680dd0f" providerId="AD" clId="Web-{34C70354-1ED5-9B4A-A1C6-7FCD09E422FA}" dt="2023-06-13T05:45:57.790" v="23"/>
      <pc:docMkLst>
        <pc:docMk/>
      </pc:docMkLst>
      <pc:sldChg chg="delSp modSp">
        <pc:chgData name="Tales YAMAMOTO" userId="S::tales.yamamoto_unitar.org#ext#@weeeforum.onmicrosoft.com::668b3048-47c4-4f17-a302-fcbc7680dd0f" providerId="AD" clId="Web-{34C70354-1ED5-9B4A-A1C6-7FCD09E422FA}" dt="2023-06-13T05:45:57.790" v="23"/>
        <pc:sldMkLst>
          <pc:docMk/>
          <pc:sldMk cId="1866521140" sldId="256"/>
        </pc:sldMkLst>
        <pc:spChg chg="del">
          <ac:chgData name="Tales YAMAMOTO" userId="S::tales.yamamoto_unitar.org#ext#@weeeforum.onmicrosoft.com::668b3048-47c4-4f17-a302-fcbc7680dd0f" providerId="AD" clId="Web-{34C70354-1ED5-9B4A-A1C6-7FCD09E422FA}" dt="2023-06-13T05:45:57.790" v="23"/>
          <ac:spMkLst>
            <pc:docMk/>
            <pc:sldMk cId="1866521140" sldId="256"/>
            <ac:spMk id="2" creationId="{00000000-0000-0000-0000-000000000000}"/>
          </ac:spMkLst>
        </pc:spChg>
        <pc:spChg chg="mod">
          <ac:chgData name="Tales YAMAMOTO" userId="S::tales.yamamoto_unitar.org#ext#@weeeforum.onmicrosoft.com::668b3048-47c4-4f17-a302-fcbc7680dd0f" providerId="AD" clId="Web-{34C70354-1ED5-9B4A-A1C6-7FCD09E422FA}" dt="2023-06-13T05:45:40.118" v="20" actId="20577"/>
          <ac:spMkLst>
            <pc:docMk/>
            <pc:sldMk cId="1866521140" sldId="256"/>
            <ac:spMk id="3" creationId="{00000000-0000-0000-0000-000000000000}"/>
          </ac:spMkLst>
        </pc:spChg>
        <pc:spChg chg="del">
          <ac:chgData name="Tales YAMAMOTO" userId="S::tales.yamamoto_unitar.org#ext#@weeeforum.onmicrosoft.com::668b3048-47c4-4f17-a302-fcbc7680dd0f" providerId="AD" clId="Web-{34C70354-1ED5-9B4A-A1C6-7FCD09E422FA}" dt="2023-06-13T05:45:53.868" v="21"/>
          <ac:spMkLst>
            <pc:docMk/>
            <pc:sldMk cId="1866521140" sldId="256"/>
            <ac:spMk id="4" creationId="{00000000-0000-0000-0000-000000000000}"/>
          </ac:spMkLst>
        </pc:spChg>
        <pc:spChg chg="del">
          <ac:chgData name="Tales YAMAMOTO" userId="S::tales.yamamoto_unitar.org#ext#@weeeforum.onmicrosoft.com::668b3048-47c4-4f17-a302-fcbc7680dd0f" providerId="AD" clId="Web-{34C70354-1ED5-9B4A-A1C6-7FCD09E422FA}" dt="2023-06-13T05:45:55.993" v="22"/>
          <ac:spMkLst>
            <pc:docMk/>
            <pc:sldMk cId="1866521140" sldId="256"/>
            <ac:spMk id="5" creationId="{00000000-0000-0000-0000-000000000000}"/>
          </ac:spMkLst>
        </pc:spChg>
        <pc:spChg chg="mod">
          <ac:chgData name="Tales YAMAMOTO" userId="S::tales.yamamoto_unitar.org#ext#@weeeforum.onmicrosoft.com::668b3048-47c4-4f17-a302-fcbc7680dd0f" providerId="AD" clId="Web-{34C70354-1ED5-9B4A-A1C6-7FCD09E422FA}" dt="2023-06-13T05:44:12.411" v="1" actId="20577"/>
          <ac:spMkLst>
            <pc:docMk/>
            <pc:sldMk cId="1866521140" sldId="256"/>
            <ac:spMk id="6" creationId="{00000000-0000-0000-0000-000000000000}"/>
          </ac:spMkLst>
        </pc:spChg>
      </pc:sldChg>
    </pc:docChg>
  </pc:docChgLst>
  <pc:docChgLst>
    <pc:chgData name="Tales YAMAMOTO" userId="S::tales.yamamoto_unitar.org#ext#@weeeforum.onmicrosoft.com::668b3048-47c4-4f17-a302-fcbc7680dd0f" providerId="AD" clId="Web-{6EB98EF5-A155-1581-4332-43B9A19489EC}"/>
    <pc:docChg chg="addSld modSld">
      <pc:chgData name="Tales YAMAMOTO" userId="S::tales.yamamoto_unitar.org#ext#@weeeforum.onmicrosoft.com::668b3048-47c4-4f17-a302-fcbc7680dd0f" providerId="AD" clId="Web-{6EB98EF5-A155-1581-4332-43B9A19489EC}" dt="2023-06-22T06:52:31.248" v="9"/>
      <pc:docMkLst>
        <pc:docMk/>
      </pc:docMkLst>
      <pc:sldChg chg="addCm">
        <pc:chgData name="Tales YAMAMOTO" userId="S::tales.yamamoto_unitar.org#ext#@weeeforum.onmicrosoft.com::668b3048-47c4-4f17-a302-fcbc7680dd0f" providerId="AD" clId="Web-{6EB98EF5-A155-1581-4332-43B9A19489EC}" dt="2023-06-22T06:52:31.248" v="9"/>
        <pc:sldMkLst>
          <pc:docMk/>
          <pc:sldMk cId="2468383147" sldId="321"/>
        </pc:sldMkLst>
      </pc:sldChg>
      <pc:sldChg chg="addCm modCm">
        <pc:chgData name="Tales YAMAMOTO" userId="S::tales.yamamoto_unitar.org#ext#@weeeforum.onmicrosoft.com::668b3048-47c4-4f17-a302-fcbc7680dd0f" providerId="AD" clId="Web-{6EB98EF5-A155-1581-4332-43B9A19489EC}" dt="2023-06-22T06:44:03.857" v="8"/>
        <pc:sldMkLst>
          <pc:docMk/>
          <pc:sldMk cId="517160134" sldId="322"/>
        </pc:sldMkLst>
      </pc:sldChg>
      <pc:sldChg chg="addSp delSp modSp new">
        <pc:chgData name="Tales YAMAMOTO" userId="S::tales.yamamoto_unitar.org#ext#@weeeforum.onmicrosoft.com::668b3048-47c4-4f17-a302-fcbc7680dd0f" providerId="AD" clId="Web-{6EB98EF5-A155-1581-4332-43B9A19489EC}" dt="2023-06-22T06:38:19.909" v="6" actId="1076"/>
        <pc:sldMkLst>
          <pc:docMk/>
          <pc:sldMk cId="2349233382" sldId="326"/>
        </pc:sldMkLst>
        <pc:spChg chg="del">
          <ac:chgData name="Tales YAMAMOTO" userId="S::tales.yamamoto_unitar.org#ext#@weeeforum.onmicrosoft.com::668b3048-47c4-4f17-a302-fcbc7680dd0f" providerId="AD" clId="Web-{6EB98EF5-A155-1581-4332-43B9A19489EC}" dt="2023-06-22T06:38:09.003" v="1"/>
          <ac:spMkLst>
            <pc:docMk/>
            <pc:sldMk cId="2349233382" sldId="326"/>
            <ac:spMk id="2" creationId="{CB8F75DA-D06B-5E82-3AE2-27F231F60FBC}"/>
          </ac:spMkLst>
        </pc:spChg>
        <pc:spChg chg="del">
          <ac:chgData name="Tales YAMAMOTO" userId="S::tales.yamamoto_unitar.org#ext#@weeeforum.onmicrosoft.com::668b3048-47c4-4f17-a302-fcbc7680dd0f" providerId="AD" clId="Web-{6EB98EF5-A155-1581-4332-43B9A19489EC}" dt="2023-06-22T06:38:11.753" v="2"/>
          <ac:spMkLst>
            <pc:docMk/>
            <pc:sldMk cId="2349233382" sldId="326"/>
            <ac:spMk id="3" creationId="{2B9EDC89-A999-FE41-8FEA-A684A1EE512E}"/>
          </ac:spMkLst>
        </pc:spChg>
        <pc:picChg chg="add mod">
          <ac:chgData name="Tales YAMAMOTO" userId="S::tales.yamamoto_unitar.org#ext#@weeeforum.onmicrosoft.com::668b3048-47c4-4f17-a302-fcbc7680dd0f" providerId="AD" clId="Web-{6EB98EF5-A155-1581-4332-43B9A19489EC}" dt="2023-06-22T06:38:19.909" v="6" actId="1076"/>
          <ac:picMkLst>
            <pc:docMk/>
            <pc:sldMk cId="2349233382" sldId="326"/>
            <ac:picMk id="4" creationId="{5C31EB4E-691E-EE14-E95A-B36293EE1CF2}"/>
          </ac:picMkLst>
        </pc:picChg>
      </pc:sldChg>
    </pc:docChg>
  </pc:docChgLst>
  <pc:docChgLst>
    <pc:chgData name="Francisco Morgado, Joana" userId="S::joana.fmorgado_empa.ch#ext#@weeeforum.onmicrosoft.com::1d292196-5173-47ca-a533-1d49d2ba5c52" providerId="AD" clId="Web-{51E45FF0-48FB-F1A3-9700-995C536B91D0}"/>
    <pc:docChg chg="modSld">
      <pc:chgData name="Francisco Morgado, Joana" userId="S::joana.fmorgado_empa.ch#ext#@weeeforum.onmicrosoft.com::1d292196-5173-47ca-a533-1d49d2ba5c52" providerId="AD" clId="Web-{51E45FF0-48FB-F1A3-9700-995C536B91D0}" dt="2023-06-21T13:21:00.464" v="16" actId="14100"/>
      <pc:docMkLst>
        <pc:docMk/>
      </pc:docMkLst>
      <pc:sldChg chg="modSp">
        <pc:chgData name="Francisco Morgado, Joana" userId="S::joana.fmorgado_empa.ch#ext#@weeeforum.onmicrosoft.com::1d292196-5173-47ca-a533-1d49d2ba5c52" providerId="AD" clId="Web-{51E45FF0-48FB-F1A3-9700-995C536B91D0}" dt="2023-06-21T13:21:00.464" v="16" actId="14100"/>
        <pc:sldMkLst>
          <pc:docMk/>
          <pc:sldMk cId="25626987" sldId="325"/>
        </pc:sldMkLst>
        <pc:spChg chg="mod">
          <ac:chgData name="Francisco Morgado, Joana" userId="S::joana.fmorgado_empa.ch#ext#@weeeforum.onmicrosoft.com::1d292196-5173-47ca-a533-1d49d2ba5c52" providerId="AD" clId="Web-{51E45FF0-48FB-F1A3-9700-995C536B91D0}" dt="2023-06-21T13:20:10.728" v="2" actId="20577"/>
          <ac:spMkLst>
            <pc:docMk/>
            <pc:sldMk cId="25626987" sldId="325"/>
            <ac:spMk id="3" creationId="{00000000-0000-0000-0000-000000000000}"/>
          </ac:spMkLst>
        </pc:spChg>
        <pc:spChg chg="mod">
          <ac:chgData name="Francisco Morgado, Joana" userId="S::joana.fmorgado_empa.ch#ext#@weeeforum.onmicrosoft.com::1d292196-5173-47ca-a533-1d49d2ba5c52" providerId="AD" clId="Web-{51E45FF0-48FB-F1A3-9700-995C536B91D0}" dt="2023-06-21T13:21:00.464" v="16" actId="14100"/>
          <ac:spMkLst>
            <pc:docMk/>
            <pc:sldMk cId="25626987" sldId="325"/>
            <ac:spMk id="36" creationId="{93B38382-30E1-5FD8-DB30-D4DACE3777A8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80EB3EBA-6B60-7AC9-83B8-38D3CB540921}"/>
    <pc:docChg chg="modSld">
      <pc:chgData name="Francisco Morgado, Joana" userId="S::joana.fmorgado_empa.ch#ext#@weeeforum.onmicrosoft.com::1d292196-5173-47ca-a533-1d49d2ba5c52" providerId="AD" clId="Web-{80EB3EBA-6B60-7AC9-83B8-38D3CB540921}" dt="2023-06-22T13:48:18.985" v="29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80EB3EBA-6B60-7AC9-83B8-38D3CB540921}" dt="2023-06-22T13:48:18.985" v="29" actId="20577"/>
        <pc:sldMkLst>
          <pc:docMk/>
          <pc:sldMk cId="2754578911" sldId="328"/>
        </pc:sldMkLst>
        <pc:spChg chg="mod">
          <ac:chgData name="Francisco Morgado, Joana" userId="S::joana.fmorgado_empa.ch#ext#@weeeforum.onmicrosoft.com::1d292196-5173-47ca-a533-1d49d2ba5c52" providerId="AD" clId="Web-{80EB3EBA-6B60-7AC9-83B8-38D3CB540921}" dt="2023-06-22T13:48:18.985" v="29" actId="20577"/>
          <ac:spMkLst>
            <pc:docMk/>
            <pc:sldMk cId="2754578911" sldId="328"/>
            <ac:spMk id="3" creationId="{12AA5B27-D661-9E0F-91E7-779282904725}"/>
          </ac:spMkLst>
        </pc:spChg>
      </pc:sldChg>
    </pc:docChg>
  </pc:docChgLst>
  <pc:docChgLst>
    <pc:chgData name="Tales YAMAMOTO" userId="S::tales.yamamoto_unitar.org#ext#@weeeforum.onmicrosoft.com::668b3048-47c4-4f17-a302-fcbc7680dd0f" providerId="AD" clId="Web-{01F88AA6-0017-9270-EF94-48C36565D4BC}"/>
    <pc:docChg chg="">
      <pc:chgData name="Tales YAMAMOTO" userId="S::tales.yamamoto_unitar.org#ext#@weeeforum.onmicrosoft.com::668b3048-47c4-4f17-a302-fcbc7680dd0f" providerId="AD" clId="Web-{01F88AA6-0017-9270-EF94-48C36565D4BC}" dt="2023-06-22T07:07:37.031" v="1"/>
      <pc:docMkLst>
        <pc:docMk/>
      </pc:docMkLst>
      <pc:sldChg chg="addCm">
        <pc:chgData name="Tales YAMAMOTO" userId="S::tales.yamamoto_unitar.org#ext#@weeeforum.onmicrosoft.com::668b3048-47c4-4f17-a302-fcbc7680dd0f" providerId="AD" clId="Web-{01F88AA6-0017-9270-EF94-48C36565D4BC}" dt="2023-06-22T07:07:37.031" v="1"/>
        <pc:sldMkLst>
          <pc:docMk/>
          <pc:sldMk cId="2468383147" sldId="321"/>
        </pc:sldMkLst>
      </pc:sldChg>
      <pc:sldChg chg="addCm">
        <pc:chgData name="Tales YAMAMOTO" userId="S::tales.yamamoto_unitar.org#ext#@weeeforum.onmicrosoft.com::668b3048-47c4-4f17-a302-fcbc7680dd0f" providerId="AD" clId="Web-{01F88AA6-0017-9270-EF94-48C36565D4BC}" dt="2023-06-22T07:06:59.374" v="0"/>
        <pc:sldMkLst>
          <pc:docMk/>
          <pc:sldMk cId="25626987" sldId="325"/>
        </pc:sldMkLst>
      </pc:sldChg>
    </pc:docChg>
  </pc:docChgLst>
  <pc:docChgLst>
    <pc:chgData name="Francisco Morgado, Joana" userId="S::joana.fmorgado_empa.ch#ext#@weeeforum.onmicrosoft.com::1d292196-5173-47ca-a533-1d49d2ba5c52" providerId="AD" clId="Web-{D1434B2C-70E6-9B0A-B036-08FFE57DAEC6}"/>
    <pc:docChg chg="modSld">
      <pc:chgData name="Francisco Morgado, Joana" userId="S::joana.fmorgado_empa.ch#ext#@weeeforum.onmicrosoft.com::1d292196-5173-47ca-a533-1d49d2ba5c52" providerId="AD" clId="Web-{D1434B2C-70E6-9B0A-B036-08FFE57DAEC6}" dt="2023-06-22T07:35:25.740" v="5"/>
      <pc:docMkLst>
        <pc:docMk/>
      </pc:docMkLst>
      <pc:sldChg chg="delSp modSp delAnim addCm modCm">
        <pc:chgData name="Francisco Morgado, Joana" userId="S::joana.fmorgado_empa.ch#ext#@weeeforum.onmicrosoft.com::1d292196-5173-47ca-a533-1d49d2ba5c52" providerId="AD" clId="Web-{D1434B2C-70E6-9B0A-B036-08FFE57DAEC6}" dt="2023-06-22T07:35:25.740" v="5"/>
        <pc:sldMkLst>
          <pc:docMk/>
          <pc:sldMk cId="517160134" sldId="322"/>
        </pc:sldMkLst>
        <pc:spChg chg="del">
          <ac:chgData name="Francisco Morgado, Joana" userId="S::joana.fmorgado_empa.ch#ext#@weeeforum.onmicrosoft.com::1d292196-5173-47ca-a533-1d49d2ba5c52" providerId="AD" clId="Web-{D1434B2C-70E6-9B0A-B036-08FFE57DAEC6}" dt="2023-06-22T07:15:33.274" v="3"/>
          <ac:spMkLst>
            <pc:docMk/>
            <pc:sldMk cId="517160134" sldId="322"/>
            <ac:spMk id="16" creationId="{00000000-0000-0000-0000-000000000000}"/>
          </ac:spMkLst>
        </pc:spChg>
        <pc:spChg chg="del">
          <ac:chgData name="Francisco Morgado, Joana" userId="S::joana.fmorgado_empa.ch#ext#@weeeforum.onmicrosoft.com::1d292196-5173-47ca-a533-1d49d2ba5c52" providerId="AD" clId="Web-{D1434B2C-70E6-9B0A-B036-08FFE57DAEC6}" dt="2023-06-22T07:14:27.288" v="1"/>
          <ac:spMkLst>
            <pc:docMk/>
            <pc:sldMk cId="517160134" sldId="322"/>
            <ac:spMk id="17" creationId="{00000000-0000-0000-0000-000000000000}"/>
          </ac:spMkLst>
        </pc:spChg>
        <pc:picChg chg="mod modCrop">
          <ac:chgData name="Francisco Morgado, Joana" userId="S::joana.fmorgado_empa.ch#ext#@weeeforum.onmicrosoft.com::1d292196-5173-47ca-a533-1d49d2ba5c52" providerId="AD" clId="Web-{D1434B2C-70E6-9B0A-B036-08FFE57DAEC6}" dt="2023-06-22T07:35:25.740" v="5"/>
          <ac:picMkLst>
            <pc:docMk/>
            <pc:sldMk cId="517160134" sldId="322"/>
            <ac:picMk id="11" creationId="{00000000-0000-0000-0000-000000000000}"/>
          </ac:picMkLst>
        </pc:picChg>
      </pc:sldChg>
    </pc:docChg>
  </pc:docChgLst>
  <pc:docChgLst>
    <pc:chgData name="hu" userId="S::hu_tu-berlin.de#ext#@weeeforum.onmicrosoft.com::0b08f4ee-8745-4679-ba95-6a14c937479b" providerId="AD" clId="Web-{CC38DE37-37A3-7E5C-2E71-0F517A2B3A8C}"/>
    <pc:docChg chg="modSld">
      <pc:chgData name="hu" userId="S::hu_tu-berlin.de#ext#@weeeforum.onmicrosoft.com::0b08f4ee-8745-4679-ba95-6a14c937479b" providerId="AD" clId="Web-{CC38DE37-37A3-7E5C-2E71-0F517A2B3A8C}" dt="2023-06-22T09:17:15.036" v="43" actId="1076"/>
      <pc:docMkLst>
        <pc:docMk/>
      </pc:docMkLst>
      <pc:sldChg chg="addSp modSp">
        <pc:chgData name="hu" userId="S::hu_tu-berlin.de#ext#@weeeforum.onmicrosoft.com::0b08f4ee-8745-4679-ba95-6a14c937479b" providerId="AD" clId="Web-{CC38DE37-37A3-7E5C-2E71-0F517A2B3A8C}" dt="2023-06-22T09:17:15.036" v="43" actId="1076"/>
        <pc:sldMkLst>
          <pc:docMk/>
          <pc:sldMk cId="25626987" sldId="325"/>
        </pc:sldMkLst>
        <pc:spChg chg="mod">
          <ac:chgData name="hu" userId="S::hu_tu-berlin.de#ext#@weeeforum.onmicrosoft.com::0b08f4ee-8745-4679-ba95-6a14c937479b" providerId="AD" clId="Web-{CC38DE37-37A3-7E5C-2E71-0F517A2B3A8C}" dt="2023-06-22T09:15:58.628" v="4" actId="1076"/>
          <ac:spMkLst>
            <pc:docMk/>
            <pc:sldMk cId="25626987" sldId="325"/>
            <ac:spMk id="11" creationId="{A6A8DC6C-2B31-561F-7B6D-C12B5E5A4B0E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644" v="5" actId="1076"/>
          <ac:spMkLst>
            <pc:docMk/>
            <pc:sldMk cId="25626987" sldId="325"/>
            <ac:spMk id="12" creationId="{D95938C1-3394-A0C6-D103-8B0730B21985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675" v="6" actId="1076"/>
          <ac:spMkLst>
            <pc:docMk/>
            <pc:sldMk cId="25626987" sldId="325"/>
            <ac:spMk id="13" creationId="{9CD51C1E-EC76-814C-15A3-6875CEBE539E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690" v="7" actId="1076"/>
          <ac:spMkLst>
            <pc:docMk/>
            <pc:sldMk cId="25626987" sldId="325"/>
            <ac:spMk id="14" creationId="{E4B2B988-4B59-B160-38D9-A09D32E4E158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706" v="8" actId="1076"/>
          <ac:spMkLst>
            <pc:docMk/>
            <pc:sldMk cId="25626987" sldId="325"/>
            <ac:spMk id="15" creationId="{90C0FD05-B6AF-0D56-B910-C05AFEE69D5E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6:36.629" v="34" actId="20577"/>
          <ac:spMkLst>
            <pc:docMk/>
            <pc:sldMk cId="25626987" sldId="325"/>
            <ac:spMk id="30" creationId="{3EDDDB00-05B9-28B0-F763-DF04E5184B43}"/>
          </ac:spMkLst>
        </pc:spChg>
        <pc:spChg chg="add mod">
          <ac:chgData name="hu" userId="S::hu_tu-berlin.de#ext#@weeeforum.onmicrosoft.com::0b08f4ee-8745-4679-ba95-6a14c937479b" providerId="AD" clId="Web-{CC38DE37-37A3-7E5C-2E71-0F517A2B3A8C}" dt="2023-06-22T09:17:15.036" v="43" actId="1076"/>
          <ac:spMkLst>
            <pc:docMk/>
            <pc:sldMk cId="25626987" sldId="325"/>
            <ac:spMk id="35" creationId="{D9E6D58B-1D92-9FAA-3E4E-A249C4B2C04F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800" v="12" actId="1076"/>
          <ac:spMkLst>
            <pc:docMk/>
            <pc:sldMk cId="25626987" sldId="325"/>
            <ac:spMk id="36" creationId="{93B38382-30E1-5FD8-DB30-D4DACE3777A8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815" v="13" actId="1076"/>
          <ac:spMkLst>
            <pc:docMk/>
            <pc:sldMk cId="25626987" sldId="325"/>
            <ac:spMk id="38" creationId="{E912C917-9C4E-759C-445A-BEF1E36CF06A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847" v="14" actId="1076"/>
          <ac:spMkLst>
            <pc:docMk/>
            <pc:sldMk cId="25626987" sldId="325"/>
            <ac:spMk id="39" creationId="{5B0C9831-FCD9-6C3D-7C81-F2C5D379CAE9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894" v="17" actId="1076"/>
          <ac:spMkLst>
            <pc:docMk/>
            <pc:sldMk cId="25626987" sldId="325"/>
            <ac:spMk id="42" creationId="{E213C1DA-CB0B-71D0-4C24-CDA51E3A600C}"/>
          </ac:spMkLst>
        </pc:spChg>
        <pc:spChg chg="mod">
          <ac:chgData name="hu" userId="S::hu_tu-berlin.de#ext#@weeeforum.onmicrosoft.com::0b08f4ee-8745-4679-ba95-6a14c937479b" providerId="AD" clId="Web-{CC38DE37-37A3-7E5C-2E71-0F517A2B3A8C}" dt="2023-06-22T09:15:58.925" v="18" actId="1076"/>
          <ac:spMkLst>
            <pc:docMk/>
            <pc:sldMk cId="25626987" sldId="325"/>
            <ac:spMk id="43" creationId="{5E1FECC6-8DC9-C9A5-D0EE-AC0702E5A535}"/>
          </ac:spMkLst>
        </pc:spChg>
        <pc:grpChg chg="add mod">
          <ac:chgData name="hu" userId="S::hu_tu-berlin.de#ext#@weeeforum.onmicrosoft.com::0b08f4ee-8745-4679-ba95-6a14c937479b" providerId="AD" clId="Web-{CC38DE37-37A3-7E5C-2E71-0F517A2B3A8C}" dt="2023-06-22T09:15:58.940" v="19" actId="1076"/>
          <ac:grpSpMkLst>
            <pc:docMk/>
            <pc:sldMk cId="25626987" sldId="325"/>
            <ac:grpSpMk id="5" creationId="{17BEBC4B-9F01-1BA6-9E16-59BF6D7CEF5B}"/>
          </ac:grpSpMkLst>
        </pc:grpChg>
        <pc:grpChg chg="mod">
          <ac:chgData name="hu" userId="S::hu_tu-berlin.de#ext#@weeeforum.onmicrosoft.com::0b08f4ee-8745-4679-ba95-6a14c937479b" providerId="AD" clId="Web-{CC38DE37-37A3-7E5C-2E71-0F517A2B3A8C}" dt="2023-06-22T09:15:58.737" v="9" actId="1076"/>
          <ac:grpSpMkLst>
            <pc:docMk/>
            <pc:sldMk cId="25626987" sldId="325"/>
            <ac:grpSpMk id="19" creationId="{3F217ACC-80E3-E2EB-7D46-EC429F767601}"/>
          </ac:grpSpMkLst>
        </pc:grpChg>
        <pc:grpChg chg="mod">
          <ac:chgData name="hu" userId="S::hu_tu-berlin.de#ext#@weeeforum.onmicrosoft.com::0b08f4ee-8745-4679-ba95-6a14c937479b" providerId="AD" clId="Web-{CC38DE37-37A3-7E5C-2E71-0F517A2B3A8C}" dt="2023-06-22T09:15:58.784" v="11" actId="1076"/>
          <ac:grpSpMkLst>
            <pc:docMk/>
            <pc:sldMk cId="25626987" sldId="325"/>
            <ac:grpSpMk id="31" creationId="{6CCBC4CC-23DE-90D4-FE53-083870D3BE88}"/>
          </ac:grpSpMkLst>
        </pc:grpChg>
        <pc:picChg chg="mod">
          <ac:chgData name="hu" userId="S::hu_tu-berlin.de#ext#@weeeforum.onmicrosoft.com::0b08f4ee-8745-4679-ba95-6a14c937479b" providerId="AD" clId="Web-{CC38DE37-37A3-7E5C-2E71-0F517A2B3A8C}" dt="2023-06-22T09:15:48.424" v="3" actId="1076"/>
          <ac:picMkLst>
            <pc:docMk/>
            <pc:sldMk cId="25626987" sldId="325"/>
            <ac:picMk id="3082" creationId="{00000000-0000-0000-0000-000000000000}"/>
          </ac:picMkLst>
        </pc:picChg>
        <pc:cxnChg chg="mod">
          <ac:chgData name="hu" userId="S::hu_tu-berlin.de#ext#@weeeforum.onmicrosoft.com::0b08f4ee-8745-4679-ba95-6a14c937479b" providerId="AD" clId="Web-{CC38DE37-37A3-7E5C-2E71-0F517A2B3A8C}" dt="2023-06-22T09:15:58.862" v="15" actId="1076"/>
          <ac:cxnSpMkLst>
            <pc:docMk/>
            <pc:sldMk cId="25626987" sldId="325"/>
            <ac:cxnSpMk id="40" creationId="{B9115C36-95A2-09B5-84E2-93E2CD40321D}"/>
          </ac:cxnSpMkLst>
        </pc:cxnChg>
        <pc:cxnChg chg="mod">
          <ac:chgData name="hu" userId="S::hu_tu-berlin.de#ext#@weeeforum.onmicrosoft.com::0b08f4ee-8745-4679-ba95-6a14c937479b" providerId="AD" clId="Web-{CC38DE37-37A3-7E5C-2E71-0F517A2B3A8C}" dt="2023-06-22T09:15:58.878" v="16" actId="1076"/>
          <ac:cxnSpMkLst>
            <pc:docMk/>
            <pc:sldMk cId="25626987" sldId="325"/>
            <ac:cxnSpMk id="41" creationId="{AB8A3EA9-1086-B79E-5EA1-E3B50860D2C2}"/>
          </ac:cxnSpMkLst>
        </pc:cxnChg>
      </pc:sldChg>
    </pc:docChg>
  </pc:docChgLst>
  <pc:docChgLst>
    <pc:chgData name="Francisco Morgado, Joana" userId="S::joana.fmorgado_empa.ch#ext#@weeeforum.onmicrosoft.com::1d292196-5173-47ca-a533-1d49d2ba5c52" providerId="AD" clId="Web-{2370F699-8512-9C6C-BD9E-B52A8363B62D}"/>
    <pc:docChg chg="modSld">
      <pc:chgData name="Francisco Morgado, Joana" userId="S::joana.fmorgado_empa.ch#ext#@weeeforum.onmicrosoft.com::1d292196-5173-47ca-a533-1d49d2ba5c52" providerId="AD" clId="Web-{2370F699-8512-9C6C-BD9E-B52A8363B62D}" dt="2023-06-22T13:50:36.325" v="4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2370F699-8512-9C6C-BD9E-B52A8363B62D}" dt="2023-06-22T13:50:36.325" v="4" actId="20577"/>
        <pc:sldMkLst>
          <pc:docMk/>
          <pc:sldMk cId="4040267078" sldId="323"/>
        </pc:sldMkLst>
        <pc:spChg chg="mod">
          <ac:chgData name="Francisco Morgado, Joana" userId="S::joana.fmorgado_empa.ch#ext#@weeeforum.onmicrosoft.com::1d292196-5173-47ca-a533-1d49d2ba5c52" providerId="AD" clId="Web-{2370F699-8512-9C6C-BD9E-B52A8363B62D}" dt="2023-06-22T13:50:36.325" v="4" actId="20577"/>
          <ac:spMkLst>
            <pc:docMk/>
            <pc:sldMk cId="4040267078" sldId="323"/>
            <ac:spMk id="13" creationId="{00000000-0000-0000-0000-000000000000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A01748AF-787B-BBC6-C06F-42E4A76A99BA}"/>
    <pc:docChg chg="modSld">
      <pc:chgData name="Francisco Morgado, Joana" userId="S::joana.fmorgado_empa.ch#ext#@weeeforum.onmicrosoft.com::1d292196-5173-47ca-a533-1d49d2ba5c52" providerId="AD" clId="Web-{A01748AF-787B-BBC6-C06F-42E4A76A99BA}" dt="2023-06-20T14:00:50.775" v="4"/>
      <pc:docMkLst>
        <pc:docMk/>
      </pc:docMkLst>
      <pc:sldChg chg="modSp addAnim">
        <pc:chgData name="Francisco Morgado, Joana" userId="S::joana.fmorgado_empa.ch#ext#@weeeforum.onmicrosoft.com::1d292196-5173-47ca-a533-1d49d2ba5c52" providerId="AD" clId="Web-{A01748AF-787B-BBC6-C06F-42E4A76A99BA}" dt="2023-06-20T14:00:50.775" v="4"/>
        <pc:sldMkLst>
          <pc:docMk/>
          <pc:sldMk cId="2620651144" sldId="324"/>
        </pc:sldMkLst>
        <pc:spChg chg="mod">
          <ac:chgData name="Francisco Morgado, Joana" userId="S::joana.fmorgado_empa.ch#ext#@weeeforum.onmicrosoft.com::1d292196-5173-47ca-a533-1d49d2ba5c52" providerId="AD" clId="Web-{A01748AF-787B-BBC6-C06F-42E4A76A99BA}" dt="2023-06-20T14:00:38.259" v="3" actId="20577"/>
          <ac:spMkLst>
            <pc:docMk/>
            <pc:sldMk cId="2620651144" sldId="324"/>
            <ac:spMk id="9" creationId="{00000000-0000-0000-0000-000000000000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9F9FB99C-1BA2-580E-CB2C-C1FDA9B94258}"/>
    <pc:docChg chg="modSld">
      <pc:chgData name="Francisco Morgado, Joana" userId="S::joana.fmorgado_empa.ch#ext#@weeeforum.onmicrosoft.com::1d292196-5173-47ca-a533-1d49d2ba5c52" providerId="AD" clId="Web-{9F9FB99C-1BA2-580E-CB2C-C1FDA9B94258}" dt="2023-06-22T13:59:31.788" v="3"/>
      <pc:docMkLst>
        <pc:docMk/>
      </pc:docMkLst>
      <pc:sldChg chg="addAnim delAnim">
        <pc:chgData name="Francisco Morgado, Joana" userId="S::joana.fmorgado_empa.ch#ext#@weeeforum.onmicrosoft.com::1d292196-5173-47ca-a533-1d49d2ba5c52" providerId="AD" clId="Web-{9F9FB99C-1BA2-580E-CB2C-C1FDA9B94258}" dt="2023-06-22T13:59:31.788" v="3"/>
        <pc:sldMkLst>
          <pc:docMk/>
          <pc:sldMk cId="2754578911" sldId="328"/>
        </pc:sldMkLst>
      </pc:sldChg>
    </pc:docChg>
  </pc:docChgLst>
  <pc:docChgLst>
    <pc:chgData name="hu@tu-berlin.de" userId="0b08f4ee-8745-4679-ba95-6a14c937479b" providerId="ADAL" clId="{DDBC3AC0-79CF-40EB-9503-E23F732AE9D4}"/>
    <pc:docChg chg="undo custSel modSld">
      <pc:chgData name="hu@tu-berlin.de" userId="0b08f4ee-8745-4679-ba95-6a14c937479b" providerId="ADAL" clId="{DDBC3AC0-79CF-40EB-9503-E23F732AE9D4}" dt="2023-06-21T09:00:11.836" v="185" actId="20577"/>
      <pc:docMkLst>
        <pc:docMk/>
      </pc:docMkLst>
      <pc:sldChg chg="addSp modSp mod modAnim">
        <pc:chgData name="hu@tu-berlin.de" userId="0b08f4ee-8745-4679-ba95-6a14c937479b" providerId="ADAL" clId="{DDBC3AC0-79CF-40EB-9503-E23F732AE9D4}" dt="2023-06-21T09:00:11.836" v="185" actId="20577"/>
        <pc:sldMkLst>
          <pc:docMk/>
          <pc:sldMk cId="517160134" sldId="322"/>
        </pc:sldMkLst>
        <pc:spChg chg="add mod">
          <ac:chgData name="hu@tu-berlin.de" userId="0b08f4ee-8745-4679-ba95-6a14c937479b" providerId="ADAL" clId="{DDBC3AC0-79CF-40EB-9503-E23F732AE9D4}" dt="2023-06-21T09:00:11.836" v="185" actId="20577"/>
          <ac:spMkLst>
            <pc:docMk/>
            <pc:sldMk cId="517160134" sldId="322"/>
            <ac:spMk id="3" creationId="{89132DA6-F279-3F2F-483F-33EC0B92E013}"/>
          </ac:spMkLst>
        </pc:spChg>
      </pc:sldChg>
      <pc:sldChg chg="addSp delSp modSp mod">
        <pc:chgData name="hu@tu-berlin.de" userId="0b08f4ee-8745-4679-ba95-6a14c937479b" providerId="ADAL" clId="{DDBC3AC0-79CF-40EB-9503-E23F732AE9D4}" dt="2023-06-21T08:56:03.827" v="168" actId="1037"/>
        <pc:sldMkLst>
          <pc:docMk/>
          <pc:sldMk cId="25626987" sldId="325"/>
        </pc:sldMkLst>
        <pc:spChg chg="mod">
          <ac:chgData name="hu@tu-berlin.de" userId="0b08f4ee-8745-4679-ba95-6a14c937479b" providerId="ADAL" clId="{DDBC3AC0-79CF-40EB-9503-E23F732AE9D4}" dt="2023-06-21T08:44:05.151" v="49" actId="1076"/>
          <ac:spMkLst>
            <pc:docMk/>
            <pc:sldMk cId="25626987" sldId="325"/>
            <ac:spMk id="3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4" creationId="{00000000-0000-0000-0000-000000000000}"/>
          </ac:spMkLst>
        </pc:spChg>
        <pc:spChg chg="add del mod">
          <ac:chgData name="hu@tu-berlin.de" userId="0b08f4ee-8745-4679-ba95-6a14c937479b" providerId="ADAL" clId="{DDBC3AC0-79CF-40EB-9503-E23F732AE9D4}" dt="2023-06-21T08:40:41.905" v="19" actId="478"/>
          <ac:spMkLst>
            <pc:docMk/>
            <pc:sldMk cId="25626987" sldId="325"/>
            <ac:spMk id="6" creationId="{4F0344E6-5756-3190-11C9-8E6D18026531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7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8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9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10" creationId="{00000000-0000-0000-0000-000000000000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11" creationId="{A6A8DC6C-2B31-561F-7B6D-C12B5E5A4B0E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12" creationId="{D95938C1-3394-A0C6-D103-8B0730B21985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13" creationId="{9CD51C1E-EC76-814C-15A3-6875CEBE539E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14" creationId="{E4B2B988-4B59-B160-38D9-A09D32E4E158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15" creationId="{90C0FD05-B6AF-0D56-B910-C05AFEE69D5E}"/>
          </ac:spMkLst>
        </pc:spChg>
        <pc:spChg chg="add mod">
          <ac:chgData name="hu@tu-berlin.de" userId="0b08f4ee-8745-4679-ba95-6a14c937479b" providerId="ADAL" clId="{DDBC3AC0-79CF-40EB-9503-E23F732AE9D4}" dt="2023-06-21T08:55:45.801" v="161" actId="1076"/>
          <ac:spMkLst>
            <pc:docMk/>
            <pc:sldMk cId="25626987" sldId="325"/>
            <ac:spMk id="16" creationId="{91E96B8C-282D-2A82-C12F-80BF19F63B5C}"/>
          </ac:spMkLst>
        </pc:spChg>
        <pc:spChg chg="add mod">
          <ac:chgData name="hu@tu-berlin.de" userId="0b08f4ee-8745-4679-ba95-6a14c937479b" providerId="ADAL" clId="{DDBC3AC0-79CF-40EB-9503-E23F732AE9D4}" dt="2023-06-21T08:55:51.064" v="165" actId="14100"/>
          <ac:spMkLst>
            <pc:docMk/>
            <pc:sldMk cId="25626987" sldId="325"/>
            <ac:spMk id="18" creationId="{59FC2723-C530-BC19-68C5-4A4C2E2238FF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20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21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23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25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26" creationId="{00000000-0000-0000-0000-000000000000}"/>
          </ac:spMkLst>
        </pc:spChg>
        <pc:spChg chg="mod">
          <ac:chgData name="hu@tu-berlin.de" userId="0b08f4ee-8745-4679-ba95-6a14c937479b" providerId="ADAL" clId="{DDBC3AC0-79CF-40EB-9503-E23F732AE9D4}" dt="2023-06-21T08:53:20.185" v="149" actId="1076"/>
          <ac:spMkLst>
            <pc:docMk/>
            <pc:sldMk cId="25626987" sldId="325"/>
            <ac:spMk id="27" creationId="{00000000-0000-0000-0000-000000000000}"/>
          </ac:spMkLst>
        </pc:spChg>
        <pc:spChg chg="add mod">
          <ac:chgData name="hu@tu-berlin.de" userId="0b08f4ee-8745-4679-ba95-6a14c937479b" providerId="ADAL" clId="{DDBC3AC0-79CF-40EB-9503-E23F732AE9D4}" dt="2023-06-21T08:55:57.259" v="166" actId="1076"/>
          <ac:spMkLst>
            <pc:docMk/>
            <pc:sldMk cId="25626987" sldId="325"/>
            <ac:spMk id="30" creationId="{3EDDDB00-05B9-28B0-F763-DF04E5184B43}"/>
          </ac:spMkLst>
        </pc:spChg>
        <pc:spChg chg="mod">
          <ac:chgData name="hu@tu-berlin.de" userId="0b08f4ee-8745-4679-ba95-6a14c937479b" providerId="ADAL" clId="{DDBC3AC0-79CF-40EB-9503-E23F732AE9D4}" dt="2023-06-21T08:51:04.764" v="135" actId="1037"/>
          <ac:spMkLst>
            <pc:docMk/>
            <pc:sldMk cId="25626987" sldId="325"/>
            <ac:spMk id="33" creationId="{E17D1D72-FA5E-54BB-29A9-284B64F9843C}"/>
          </ac:spMkLst>
        </pc:spChg>
        <pc:spChg chg="mod">
          <ac:chgData name="hu@tu-berlin.de" userId="0b08f4ee-8745-4679-ba95-6a14c937479b" providerId="ADAL" clId="{DDBC3AC0-79CF-40EB-9503-E23F732AE9D4}" dt="2023-06-21T08:50:58.858" v="131" actId="1076"/>
          <ac:spMkLst>
            <pc:docMk/>
            <pc:sldMk cId="25626987" sldId="325"/>
            <ac:spMk id="34" creationId="{DF9228C9-E998-B8E1-27C8-BE23E73AA181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36" creationId="{93B38382-30E1-5FD8-DB30-D4DACE3777A8}"/>
          </ac:spMkLst>
        </pc:spChg>
        <pc:spChg chg="add mod">
          <ac:chgData name="hu@tu-berlin.de" userId="0b08f4ee-8745-4679-ba95-6a14c937479b" providerId="ADAL" clId="{DDBC3AC0-79CF-40EB-9503-E23F732AE9D4}" dt="2023-06-21T08:54:59.446" v="157" actId="113"/>
          <ac:spMkLst>
            <pc:docMk/>
            <pc:sldMk cId="25626987" sldId="325"/>
            <ac:spMk id="38" creationId="{E912C917-9C4E-759C-445A-BEF1E36CF06A}"/>
          </ac:spMkLst>
        </pc:spChg>
        <pc:spChg chg="add mod">
          <ac:chgData name="hu@tu-berlin.de" userId="0b08f4ee-8745-4679-ba95-6a14c937479b" providerId="ADAL" clId="{DDBC3AC0-79CF-40EB-9503-E23F732AE9D4}" dt="2023-06-21T08:55:05.370" v="158" actId="1076"/>
          <ac:spMkLst>
            <pc:docMk/>
            <pc:sldMk cId="25626987" sldId="325"/>
            <ac:spMk id="39" creationId="{5B0C9831-FCD9-6C3D-7C81-F2C5D379CAE9}"/>
          </ac:spMkLst>
        </pc:spChg>
        <pc:spChg chg="add mod">
          <ac:chgData name="hu@tu-berlin.de" userId="0b08f4ee-8745-4679-ba95-6a14c937479b" providerId="ADAL" clId="{DDBC3AC0-79CF-40EB-9503-E23F732AE9D4}" dt="2023-06-21T08:55:31.435" v="159" actId="14100"/>
          <ac:spMkLst>
            <pc:docMk/>
            <pc:sldMk cId="25626987" sldId="325"/>
            <ac:spMk id="42" creationId="{E213C1DA-CB0B-71D0-4C24-CDA51E3A600C}"/>
          </ac:spMkLst>
        </pc:spChg>
        <pc:spChg chg="add mod">
          <ac:chgData name="hu@tu-berlin.de" userId="0b08f4ee-8745-4679-ba95-6a14c937479b" providerId="ADAL" clId="{DDBC3AC0-79CF-40EB-9503-E23F732AE9D4}" dt="2023-06-21T08:53:38.136" v="150" actId="1076"/>
          <ac:spMkLst>
            <pc:docMk/>
            <pc:sldMk cId="25626987" sldId="325"/>
            <ac:spMk id="43" creationId="{5E1FECC6-8DC9-C9A5-D0EE-AC0702E5A535}"/>
          </ac:spMkLst>
        </pc:spChg>
        <pc:grpChg chg="add mod">
          <ac:chgData name="hu@tu-berlin.de" userId="0b08f4ee-8745-4679-ba95-6a14c937479b" providerId="ADAL" clId="{DDBC3AC0-79CF-40EB-9503-E23F732AE9D4}" dt="2023-06-21T08:53:38.136" v="150" actId="1076"/>
          <ac:grpSpMkLst>
            <pc:docMk/>
            <pc:sldMk cId="25626987" sldId="325"/>
            <ac:grpSpMk id="19" creationId="{3F217ACC-80E3-E2EB-7D46-EC429F767601}"/>
          </ac:grpSpMkLst>
        </pc:grpChg>
        <pc:grpChg chg="add del mod">
          <ac:chgData name="hu@tu-berlin.de" userId="0b08f4ee-8745-4679-ba95-6a14c937479b" providerId="ADAL" clId="{DDBC3AC0-79CF-40EB-9503-E23F732AE9D4}" dt="2023-06-21T08:53:38.136" v="150" actId="1076"/>
          <ac:grpSpMkLst>
            <pc:docMk/>
            <pc:sldMk cId="25626987" sldId="325"/>
            <ac:grpSpMk id="31" creationId="{6CCBC4CC-23DE-90D4-FE53-083870D3BE88}"/>
          </ac:grpSpMkLst>
        </pc:grpChg>
        <pc:graphicFrameChg chg="add del mod modGraphic">
          <ac:chgData name="hu@tu-berlin.de" userId="0b08f4ee-8745-4679-ba95-6a14c937479b" providerId="ADAL" clId="{DDBC3AC0-79CF-40EB-9503-E23F732AE9D4}" dt="2023-06-21T08:39:16.184" v="4" actId="478"/>
          <ac:graphicFrameMkLst>
            <pc:docMk/>
            <pc:sldMk cId="25626987" sldId="325"/>
            <ac:graphicFrameMk id="5" creationId="{4A1E35B7-3132-6E9A-2CE0-AFE9305E0F46}"/>
          </ac:graphicFrameMkLst>
        </pc:graphicFrameChg>
        <pc:picChg chg="mod">
          <ac:chgData name="hu@tu-berlin.de" userId="0b08f4ee-8745-4679-ba95-6a14c937479b" providerId="ADAL" clId="{DDBC3AC0-79CF-40EB-9503-E23F732AE9D4}" dt="2023-06-21T08:56:03.827" v="168" actId="1037"/>
          <ac:picMkLst>
            <pc:docMk/>
            <pc:sldMk cId="25626987" sldId="325"/>
            <ac:picMk id="3082" creationId="{00000000-0000-0000-0000-000000000000}"/>
          </ac:picMkLst>
        </pc:picChg>
        <pc:cxnChg chg="mod">
          <ac:chgData name="hu@tu-berlin.de" userId="0b08f4ee-8745-4679-ba95-6a14c937479b" providerId="ADAL" clId="{DDBC3AC0-79CF-40EB-9503-E23F732AE9D4}" dt="2023-06-21T08:53:20.185" v="149" actId="1076"/>
          <ac:cxnSpMkLst>
            <pc:docMk/>
            <pc:sldMk cId="25626987" sldId="325"/>
            <ac:cxnSpMk id="17" creationId="{00000000-0000-0000-0000-000000000000}"/>
          </ac:cxnSpMkLst>
        </pc:cxnChg>
        <pc:cxnChg chg="mod">
          <ac:chgData name="hu@tu-berlin.de" userId="0b08f4ee-8745-4679-ba95-6a14c937479b" providerId="ADAL" clId="{DDBC3AC0-79CF-40EB-9503-E23F732AE9D4}" dt="2023-06-21T08:53:20.185" v="149" actId="1076"/>
          <ac:cxnSpMkLst>
            <pc:docMk/>
            <pc:sldMk cId="25626987" sldId="325"/>
            <ac:cxnSpMk id="22" creationId="{00000000-0000-0000-0000-000000000000}"/>
          </ac:cxnSpMkLst>
        </pc:cxnChg>
        <pc:cxnChg chg="mod">
          <ac:chgData name="hu@tu-berlin.de" userId="0b08f4ee-8745-4679-ba95-6a14c937479b" providerId="ADAL" clId="{DDBC3AC0-79CF-40EB-9503-E23F732AE9D4}" dt="2023-06-21T08:53:20.185" v="149" actId="1076"/>
          <ac:cxnSpMkLst>
            <pc:docMk/>
            <pc:sldMk cId="25626987" sldId="325"/>
            <ac:cxnSpMk id="24" creationId="{00000000-0000-0000-0000-000000000000}"/>
          </ac:cxnSpMkLst>
        </pc:cxnChg>
        <pc:cxnChg chg="mod">
          <ac:chgData name="hu@tu-berlin.de" userId="0b08f4ee-8745-4679-ba95-6a14c937479b" providerId="ADAL" clId="{DDBC3AC0-79CF-40EB-9503-E23F732AE9D4}" dt="2023-06-21T08:53:20.185" v="149" actId="1076"/>
          <ac:cxnSpMkLst>
            <pc:docMk/>
            <pc:sldMk cId="25626987" sldId="325"/>
            <ac:cxnSpMk id="29" creationId="{00000000-0000-0000-0000-000000000000}"/>
          </ac:cxnSpMkLst>
        </pc:cxnChg>
        <pc:cxnChg chg="mod">
          <ac:chgData name="hu@tu-berlin.de" userId="0b08f4ee-8745-4679-ba95-6a14c937479b" providerId="ADAL" clId="{DDBC3AC0-79CF-40EB-9503-E23F732AE9D4}" dt="2023-06-21T08:53:20.185" v="149" actId="1076"/>
          <ac:cxnSpMkLst>
            <pc:docMk/>
            <pc:sldMk cId="25626987" sldId="325"/>
            <ac:cxnSpMk id="32" creationId="{00000000-0000-0000-0000-000000000000}"/>
          </ac:cxnSpMkLst>
        </pc:cxnChg>
        <pc:cxnChg chg="add mod">
          <ac:chgData name="hu@tu-berlin.de" userId="0b08f4ee-8745-4679-ba95-6a14c937479b" providerId="ADAL" clId="{DDBC3AC0-79CF-40EB-9503-E23F732AE9D4}" dt="2023-06-21T08:53:38.136" v="150" actId="1076"/>
          <ac:cxnSpMkLst>
            <pc:docMk/>
            <pc:sldMk cId="25626987" sldId="325"/>
            <ac:cxnSpMk id="40" creationId="{B9115C36-95A2-09B5-84E2-93E2CD40321D}"/>
          </ac:cxnSpMkLst>
        </pc:cxnChg>
        <pc:cxnChg chg="add mod">
          <ac:chgData name="hu@tu-berlin.de" userId="0b08f4ee-8745-4679-ba95-6a14c937479b" providerId="ADAL" clId="{DDBC3AC0-79CF-40EB-9503-E23F732AE9D4}" dt="2023-06-21T08:53:38.136" v="150" actId="1076"/>
          <ac:cxnSpMkLst>
            <pc:docMk/>
            <pc:sldMk cId="25626987" sldId="325"/>
            <ac:cxnSpMk id="41" creationId="{AB8A3EA9-1086-B79E-5EA1-E3B50860D2C2}"/>
          </ac:cxnSpMkLst>
        </pc:cxnChg>
      </pc:sldChg>
    </pc:docChg>
  </pc:docChgLst>
  <pc:docChgLst>
    <pc:chgData name="McDowall, S.C. (Stewart)" userId="S::s.c.mcdowall_cml.leidenuniv.nl#ext#@weeeforum.onmicrosoft.com::8e52c618-aa7e-4478-bf5e-d8b66f2796b1" providerId="AD" clId="Web-{67862914-F73F-0C0E-5B72-FADEE1108BA7}"/>
    <pc:docChg chg="addSld modSld sldOrd">
      <pc:chgData name="McDowall, S.C. (Stewart)" userId="S::s.c.mcdowall_cml.leidenuniv.nl#ext#@weeeforum.onmicrosoft.com::8e52c618-aa7e-4478-bf5e-d8b66f2796b1" providerId="AD" clId="Web-{67862914-F73F-0C0E-5B72-FADEE1108BA7}" dt="2023-06-14T06:47:14.609" v="449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67862914-F73F-0C0E-5B72-FADEE1108BA7}" dt="2023-06-14T06:42:58.789" v="411" actId="20577"/>
        <pc:sldMkLst>
          <pc:docMk/>
          <pc:sldMk cId="2468383147" sldId="321"/>
        </pc:sldMkLst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42:58.789" v="411" actId="20577"/>
          <ac:spMkLst>
            <pc:docMk/>
            <pc:sldMk cId="2468383147" sldId="321"/>
            <ac:spMk id="3" creationId="{884B9DFE-92CD-910A-DCFB-52364F65C62D}"/>
          </ac:spMkLst>
        </pc:spChg>
      </pc:sldChg>
      <pc:sldChg chg="modSp new ord">
        <pc:chgData name="McDowall, S.C. (Stewart)" userId="S::s.c.mcdowall_cml.leidenuniv.nl#ext#@weeeforum.onmicrosoft.com::8e52c618-aa7e-4478-bf5e-d8b66f2796b1" providerId="AD" clId="Web-{67862914-F73F-0C0E-5B72-FADEE1108BA7}" dt="2023-06-14T06:47:14.609" v="449" actId="20577"/>
        <pc:sldMkLst>
          <pc:docMk/>
          <pc:sldMk cId="517160134" sldId="322"/>
        </pc:sldMkLst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28:34.230" v="17" actId="20577"/>
          <ac:spMkLst>
            <pc:docMk/>
            <pc:sldMk cId="517160134" sldId="322"/>
            <ac:spMk id="2" creationId="{029CB262-B6DE-7C23-BA6E-A0FC118110AF}"/>
          </ac:spMkLst>
        </pc:spChg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47:14.609" v="449" actId="20577"/>
          <ac:spMkLst>
            <pc:docMk/>
            <pc:sldMk cId="517160134" sldId="322"/>
            <ac:spMk id="3" creationId="{925DA78F-2378-2206-50DC-AA70EFD0EECD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BE34B71A-13A3-BF8E-7FBB-F3E37A5FF780}"/>
    <pc:docChg chg="addSld delSld modSld sldOrd">
      <pc:chgData name="Francisco Morgado, Joana" userId="S::joana.fmorgado_empa.ch#ext#@weeeforum.onmicrosoft.com::1d292196-5173-47ca-a533-1d49d2ba5c52" providerId="AD" clId="Web-{BE34B71A-13A3-BF8E-7FBB-F3E37A5FF780}" dt="2023-06-22T13:10:18.333" v="164"/>
      <pc:docMkLst>
        <pc:docMk/>
      </pc:docMkLst>
      <pc:sldChg chg="ord delCm">
        <pc:chgData name="Francisco Morgado, Joana" userId="S::joana.fmorgado_empa.ch#ext#@weeeforum.onmicrosoft.com::1d292196-5173-47ca-a533-1d49d2ba5c52" providerId="AD" clId="Web-{BE34B71A-13A3-BF8E-7FBB-F3E37A5FF780}" dt="2023-06-22T13:10:18.333" v="164"/>
        <pc:sldMkLst>
          <pc:docMk/>
          <pc:sldMk cId="2468383147" sldId="321"/>
        </pc:sldMkLst>
      </pc:sldChg>
      <pc:sldChg chg="del">
        <pc:chgData name="Francisco Morgado, Joana" userId="S::joana.fmorgado_empa.ch#ext#@weeeforum.onmicrosoft.com::1d292196-5173-47ca-a533-1d49d2ba5c52" providerId="AD" clId="Web-{BE34B71A-13A3-BF8E-7FBB-F3E37A5FF780}" dt="2023-06-22T13:08:05.123" v="159"/>
        <pc:sldMkLst>
          <pc:docMk/>
          <pc:sldMk cId="517160134" sldId="322"/>
        </pc:sldMkLst>
      </pc:sldChg>
      <pc:sldChg chg="del mod ord modShow">
        <pc:chgData name="Francisco Morgado, Joana" userId="S::joana.fmorgado_empa.ch#ext#@weeeforum.onmicrosoft.com::1d292196-5173-47ca-a533-1d49d2ba5c52" providerId="AD" clId="Web-{BE34B71A-13A3-BF8E-7FBB-F3E37A5FF780}" dt="2023-06-22T13:08:46.156" v="162"/>
        <pc:sldMkLst>
          <pc:docMk/>
          <pc:sldMk cId="2620651144" sldId="324"/>
        </pc:sldMkLst>
      </pc:sldChg>
      <pc:sldChg chg="ord delCm">
        <pc:chgData name="Francisco Morgado, Joana" userId="S::joana.fmorgado_empa.ch#ext#@weeeforum.onmicrosoft.com::1d292196-5173-47ca-a533-1d49d2ba5c52" providerId="AD" clId="Web-{BE34B71A-13A3-BF8E-7FBB-F3E37A5FF780}" dt="2023-06-22T13:08:55.782" v="163"/>
        <pc:sldMkLst>
          <pc:docMk/>
          <pc:sldMk cId="25626987" sldId="325"/>
        </pc:sldMkLst>
      </pc:sldChg>
      <pc:sldChg chg="del">
        <pc:chgData name="Francisco Morgado, Joana" userId="S::joana.fmorgado_empa.ch#ext#@weeeforum.onmicrosoft.com::1d292196-5173-47ca-a533-1d49d2ba5c52" providerId="AD" clId="Web-{BE34B71A-13A3-BF8E-7FBB-F3E37A5FF780}" dt="2023-06-22T13:08:05.842" v="160"/>
        <pc:sldMkLst>
          <pc:docMk/>
          <pc:sldMk cId="2349233382" sldId="326"/>
        </pc:sldMkLst>
      </pc:sldChg>
      <pc:sldChg chg="modSp new">
        <pc:chgData name="Francisco Morgado, Joana" userId="S::joana.fmorgado_empa.ch#ext#@weeeforum.onmicrosoft.com::1d292196-5173-47ca-a533-1d49d2ba5c52" providerId="AD" clId="Web-{BE34B71A-13A3-BF8E-7FBB-F3E37A5FF780}" dt="2023-06-22T13:08:03.138" v="158" actId="20577"/>
        <pc:sldMkLst>
          <pc:docMk/>
          <pc:sldMk cId="1483190181" sldId="327"/>
        </pc:sldMkLst>
        <pc:spChg chg="mod">
          <ac:chgData name="Francisco Morgado, Joana" userId="S::joana.fmorgado_empa.ch#ext#@weeeforum.onmicrosoft.com::1d292196-5173-47ca-a533-1d49d2ba5c52" providerId="AD" clId="Web-{BE34B71A-13A3-BF8E-7FBB-F3E37A5FF780}" dt="2023-06-22T13:08:03.138" v="158" actId="20577"/>
          <ac:spMkLst>
            <pc:docMk/>
            <pc:sldMk cId="1483190181" sldId="327"/>
            <ac:spMk id="3" creationId="{E169B1CA-CD3A-5F0A-06BB-0829B55612D8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647453CB-EEE8-FA91-0ED1-CBE0BED5BD3D}"/>
    <pc:docChg chg="modSld">
      <pc:chgData name="Francisco Morgado, Joana" userId="S::joana.fmorgado_empa.ch#ext#@weeeforum.onmicrosoft.com::1d292196-5173-47ca-a533-1d49d2ba5c52" providerId="AD" clId="Web-{647453CB-EEE8-FA91-0ED1-CBE0BED5BD3D}" dt="2023-06-22T13:46:36.854" v="494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647453CB-EEE8-FA91-0ED1-CBE0BED5BD3D}" dt="2023-06-22T13:31:05.598" v="89" actId="20577"/>
        <pc:sldMkLst>
          <pc:docMk/>
          <pc:sldMk cId="4040267078" sldId="323"/>
        </pc:sldMkLst>
        <pc:spChg chg="mod">
          <ac:chgData name="Francisco Morgado, Joana" userId="S::joana.fmorgado_empa.ch#ext#@weeeforum.onmicrosoft.com::1d292196-5173-47ca-a533-1d49d2ba5c52" providerId="AD" clId="Web-{647453CB-EEE8-FA91-0ED1-CBE0BED5BD3D}" dt="2023-06-22T13:31:05.598" v="89" actId="20577"/>
          <ac:spMkLst>
            <pc:docMk/>
            <pc:sldMk cId="4040267078" sldId="323"/>
            <ac:spMk id="13" creationId="{00000000-0000-0000-0000-000000000000}"/>
          </ac:spMkLst>
        </pc:spChg>
      </pc:sldChg>
      <pc:sldChg chg="modSp">
        <pc:chgData name="Francisco Morgado, Joana" userId="S::joana.fmorgado_empa.ch#ext#@weeeforum.onmicrosoft.com::1d292196-5173-47ca-a533-1d49d2ba5c52" providerId="AD" clId="Web-{647453CB-EEE8-FA91-0ED1-CBE0BED5BD3D}" dt="2023-06-22T13:17:35.032" v="30" actId="1076"/>
        <pc:sldMkLst>
          <pc:docMk/>
          <pc:sldMk cId="25626987" sldId="325"/>
        </pc:sldMkLst>
        <pc:spChg chg="mod">
          <ac:chgData name="Francisco Morgado, Joana" userId="S::joana.fmorgado_empa.ch#ext#@weeeforum.onmicrosoft.com::1d292196-5173-47ca-a533-1d49d2ba5c52" providerId="AD" clId="Web-{647453CB-EEE8-FA91-0ED1-CBE0BED5BD3D}" dt="2023-06-22T13:17:35.032" v="30" actId="1076"/>
          <ac:spMkLst>
            <pc:docMk/>
            <pc:sldMk cId="25626987" sldId="325"/>
            <ac:spMk id="35" creationId="{D9E6D58B-1D92-9FAA-3E4E-A249C4B2C04F}"/>
          </ac:spMkLst>
        </pc:spChg>
      </pc:sldChg>
      <pc:sldChg chg="modSp">
        <pc:chgData name="Francisco Morgado, Joana" userId="S::joana.fmorgado_empa.ch#ext#@weeeforum.onmicrosoft.com::1d292196-5173-47ca-a533-1d49d2ba5c52" providerId="AD" clId="Web-{647453CB-EEE8-FA91-0ED1-CBE0BED5BD3D}" dt="2023-06-22T13:19:49.332" v="83" actId="20577"/>
        <pc:sldMkLst>
          <pc:docMk/>
          <pc:sldMk cId="1483190181" sldId="327"/>
        </pc:sldMkLst>
        <pc:spChg chg="mod">
          <ac:chgData name="Francisco Morgado, Joana" userId="S::joana.fmorgado_empa.ch#ext#@weeeforum.onmicrosoft.com::1d292196-5173-47ca-a533-1d49d2ba5c52" providerId="AD" clId="Web-{647453CB-EEE8-FA91-0ED1-CBE0BED5BD3D}" dt="2023-06-22T13:19:49.332" v="83" actId="20577"/>
          <ac:spMkLst>
            <pc:docMk/>
            <pc:sldMk cId="1483190181" sldId="327"/>
            <ac:spMk id="3" creationId="{E169B1CA-CD3A-5F0A-06BB-0829B55612D8}"/>
          </ac:spMkLst>
        </pc:spChg>
      </pc:sldChg>
      <pc:sldChg chg="modSp">
        <pc:chgData name="Francisco Morgado, Joana" userId="S::joana.fmorgado_empa.ch#ext#@weeeforum.onmicrosoft.com::1d292196-5173-47ca-a533-1d49d2ba5c52" providerId="AD" clId="Web-{647453CB-EEE8-FA91-0ED1-CBE0BED5BD3D}" dt="2023-06-22T13:46:36.854" v="494" actId="20577"/>
        <pc:sldMkLst>
          <pc:docMk/>
          <pc:sldMk cId="2754578911" sldId="328"/>
        </pc:sldMkLst>
        <pc:spChg chg="mod">
          <ac:chgData name="Francisco Morgado, Joana" userId="S::joana.fmorgado_empa.ch#ext#@weeeforum.onmicrosoft.com::1d292196-5173-47ca-a533-1d49d2ba5c52" providerId="AD" clId="Web-{647453CB-EEE8-FA91-0ED1-CBE0BED5BD3D}" dt="2023-06-22T13:31:54.912" v="102" actId="20577"/>
          <ac:spMkLst>
            <pc:docMk/>
            <pc:sldMk cId="2754578911" sldId="328"/>
            <ac:spMk id="2" creationId="{7893D144-CECB-C1BF-00B3-C3D0F78065B1}"/>
          </ac:spMkLst>
        </pc:spChg>
        <pc:spChg chg="mod">
          <ac:chgData name="Francisco Morgado, Joana" userId="S::joana.fmorgado_empa.ch#ext#@weeeforum.onmicrosoft.com::1d292196-5173-47ca-a533-1d49d2ba5c52" providerId="AD" clId="Web-{647453CB-EEE8-FA91-0ED1-CBE0BED5BD3D}" dt="2023-06-22T13:46:36.854" v="494" actId="20577"/>
          <ac:spMkLst>
            <pc:docMk/>
            <pc:sldMk cId="2754578911" sldId="328"/>
            <ac:spMk id="3" creationId="{12AA5B27-D661-9E0F-91E7-779282904725}"/>
          </ac:spMkLst>
        </pc:spChg>
      </pc:sldChg>
    </pc:docChg>
  </pc:docChgLst>
  <pc:docChgLst>
    <pc:chgData name="Francisco Morgado, Joana" userId="S::joana.fmorgado_empa.ch#ext#@weeeforum.onmicrosoft.com::1d292196-5173-47ca-a533-1d49d2ba5c52" providerId="AD" clId="Web-{95EF6F94-4573-9D99-3C97-B7BDCA5AE518}"/>
    <pc:docChg chg="">
      <pc:chgData name="Francisco Morgado, Joana" userId="S::joana.fmorgado_empa.ch#ext#@weeeforum.onmicrosoft.com::1d292196-5173-47ca-a533-1d49d2ba5c52" providerId="AD" clId="Web-{95EF6F94-4573-9D99-3C97-B7BDCA5AE518}" dt="2023-06-21T12:59:07.620" v="1"/>
      <pc:docMkLst>
        <pc:docMk/>
      </pc:docMkLst>
      <pc:sldChg chg="addCm">
        <pc:chgData name="Francisco Morgado, Joana" userId="S::joana.fmorgado_empa.ch#ext#@weeeforum.onmicrosoft.com::1d292196-5173-47ca-a533-1d49d2ba5c52" providerId="AD" clId="Web-{95EF6F94-4573-9D99-3C97-B7BDCA5AE518}" dt="2023-06-21T12:55:46.942" v="0"/>
        <pc:sldMkLst>
          <pc:docMk/>
          <pc:sldMk cId="517160134" sldId="322"/>
        </pc:sldMkLst>
      </pc:sldChg>
      <pc:sldChg chg="addCm">
        <pc:chgData name="Francisco Morgado, Joana" userId="S::joana.fmorgado_empa.ch#ext#@weeeforum.onmicrosoft.com::1d292196-5173-47ca-a533-1d49d2ba5c52" providerId="AD" clId="Web-{95EF6F94-4573-9D99-3C97-B7BDCA5AE518}" dt="2023-06-21T12:59:07.620" v="1"/>
        <pc:sldMkLst>
          <pc:docMk/>
          <pc:sldMk cId="2620651144" sldId="324"/>
        </pc:sldMkLst>
      </pc:sldChg>
    </pc:docChg>
  </pc:docChgLst>
  <pc:docChgLst>
    <pc:chgData name="hu" userId="S::hu_tu-berlin.de#ext#@weeeforum.onmicrosoft.com::0b08f4ee-8745-4679-ba95-6a14c937479b" providerId="AD" clId="Web-{8D6772D7-9D51-31F5-9754-55D875A1F8CA}"/>
    <pc:docChg chg="modSld">
      <pc:chgData name="hu" userId="S::hu_tu-berlin.de#ext#@weeeforum.onmicrosoft.com::0b08f4ee-8745-4679-ba95-6a14c937479b" providerId="AD" clId="Web-{8D6772D7-9D51-31F5-9754-55D875A1F8CA}" dt="2023-06-21T09:11:06.955" v="0" actId="1076"/>
      <pc:docMkLst>
        <pc:docMk/>
      </pc:docMkLst>
      <pc:sldChg chg="modSp">
        <pc:chgData name="hu" userId="S::hu_tu-berlin.de#ext#@weeeforum.onmicrosoft.com::0b08f4ee-8745-4679-ba95-6a14c937479b" providerId="AD" clId="Web-{8D6772D7-9D51-31F5-9754-55D875A1F8CA}" dt="2023-06-21T09:11:06.955" v="0" actId="1076"/>
        <pc:sldMkLst>
          <pc:docMk/>
          <pc:sldMk cId="517160134" sldId="322"/>
        </pc:sldMkLst>
        <pc:spChg chg="mod">
          <ac:chgData name="hu" userId="S::hu_tu-berlin.de#ext#@weeeforum.onmicrosoft.com::0b08f4ee-8745-4679-ba95-6a14c937479b" providerId="AD" clId="Web-{8D6772D7-9D51-31F5-9754-55D875A1F8CA}" dt="2023-06-21T09:11:06.955" v="0" actId="1076"/>
          <ac:spMkLst>
            <pc:docMk/>
            <pc:sldMk cId="517160134" sldId="322"/>
            <ac:spMk id="3" creationId="{89132DA6-F279-3F2F-483F-33EC0B92E013}"/>
          </ac:spMkLst>
        </pc:spChg>
      </pc:sldChg>
    </pc:docChg>
  </pc:docChgLst>
  <pc:docChgLst>
    <pc:chgData name="hu" userId="S::hu_tu-berlin.de#ext#@weeeforum.onmicrosoft.com::0b08f4ee-8745-4679-ba95-6a14c937479b" providerId="AD" clId="Web-{7E207821-2246-08F9-9097-0A514F3E1A88}"/>
    <pc:docChg chg="modSld">
      <pc:chgData name="hu" userId="S::hu_tu-berlin.de#ext#@weeeforum.onmicrosoft.com::0b08f4ee-8745-4679-ba95-6a14c937479b" providerId="AD" clId="Web-{7E207821-2246-08F9-9097-0A514F3E1A88}" dt="2023-06-28T08:50:31.204" v="15"/>
      <pc:docMkLst>
        <pc:docMk/>
      </pc:docMkLst>
      <pc:sldChg chg="delSp modSp">
        <pc:chgData name="hu" userId="S::hu_tu-berlin.de#ext#@weeeforum.onmicrosoft.com::0b08f4ee-8745-4679-ba95-6a14c937479b" providerId="AD" clId="Web-{7E207821-2246-08F9-9097-0A514F3E1A88}" dt="2023-06-28T08:50:31.204" v="15"/>
        <pc:sldMkLst>
          <pc:docMk/>
          <pc:sldMk cId="25626987" sldId="325"/>
        </pc:sldMkLst>
        <pc:spChg chg="del">
          <ac:chgData name="hu" userId="S::hu_tu-berlin.de#ext#@weeeforum.onmicrosoft.com::0b08f4ee-8745-4679-ba95-6a14c937479b" providerId="AD" clId="Web-{7E207821-2246-08F9-9097-0A514F3E1A88}" dt="2023-06-28T08:50:21.454" v="12"/>
          <ac:spMkLst>
            <pc:docMk/>
            <pc:sldMk cId="25626987" sldId="325"/>
            <ac:spMk id="4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11"/>
          <ac:spMkLst>
            <pc:docMk/>
            <pc:sldMk cId="25626987" sldId="325"/>
            <ac:spMk id="7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10"/>
          <ac:spMkLst>
            <pc:docMk/>
            <pc:sldMk cId="25626987" sldId="325"/>
            <ac:spMk id="8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9"/>
          <ac:spMkLst>
            <pc:docMk/>
            <pc:sldMk cId="25626987" sldId="325"/>
            <ac:spMk id="9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8"/>
          <ac:spMkLst>
            <pc:docMk/>
            <pc:sldMk cId="25626987" sldId="325"/>
            <ac:spMk id="10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31.204" v="15"/>
          <ac:spMkLst>
            <pc:docMk/>
            <pc:sldMk cId="25626987" sldId="325"/>
            <ac:spMk id="20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9.470" v="14"/>
          <ac:spMkLst>
            <pc:docMk/>
            <pc:sldMk cId="25626987" sldId="325"/>
            <ac:spMk id="21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5"/>
          <ac:spMkLst>
            <pc:docMk/>
            <pc:sldMk cId="25626987" sldId="325"/>
            <ac:spMk id="23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3"/>
          <ac:spMkLst>
            <pc:docMk/>
            <pc:sldMk cId="25626987" sldId="325"/>
            <ac:spMk id="25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13"/>
          <ac:spMkLst>
            <pc:docMk/>
            <pc:sldMk cId="25626987" sldId="325"/>
            <ac:spMk id="26" creationId="{00000000-0000-0000-0000-000000000000}"/>
          </ac:spMkLst>
        </pc:spChg>
        <pc:spChg chg="del">
          <ac:chgData name="hu" userId="S::hu_tu-berlin.de#ext#@weeeforum.onmicrosoft.com::0b08f4ee-8745-4679-ba95-6a14c937479b" providerId="AD" clId="Web-{7E207821-2246-08F9-9097-0A514F3E1A88}" dt="2023-06-28T08:50:21.454" v="2"/>
          <ac:spMkLst>
            <pc:docMk/>
            <pc:sldMk cId="25626987" sldId="325"/>
            <ac:spMk id="27" creationId="{00000000-0000-0000-0000-000000000000}"/>
          </ac:spMkLst>
        </pc:spChg>
        <pc:cxnChg chg="del">
          <ac:chgData name="hu" userId="S::hu_tu-berlin.de#ext#@weeeforum.onmicrosoft.com::0b08f4ee-8745-4679-ba95-6a14c937479b" providerId="AD" clId="Web-{7E207821-2246-08F9-9097-0A514F3E1A88}" dt="2023-06-28T08:50:21.454" v="7"/>
          <ac:cxnSpMkLst>
            <pc:docMk/>
            <pc:sldMk cId="25626987" sldId="325"/>
            <ac:cxnSpMk id="17" creationId="{00000000-0000-0000-0000-000000000000}"/>
          </ac:cxnSpMkLst>
        </pc:cxnChg>
        <pc:cxnChg chg="del">
          <ac:chgData name="hu" userId="S::hu_tu-berlin.de#ext#@weeeforum.onmicrosoft.com::0b08f4ee-8745-4679-ba95-6a14c937479b" providerId="AD" clId="Web-{7E207821-2246-08F9-9097-0A514F3E1A88}" dt="2023-06-28T08:50:21.454" v="6"/>
          <ac:cxnSpMkLst>
            <pc:docMk/>
            <pc:sldMk cId="25626987" sldId="325"/>
            <ac:cxnSpMk id="22" creationId="{00000000-0000-0000-0000-000000000000}"/>
          </ac:cxnSpMkLst>
        </pc:cxnChg>
        <pc:cxnChg chg="del">
          <ac:chgData name="hu" userId="S::hu_tu-berlin.de#ext#@weeeforum.onmicrosoft.com::0b08f4ee-8745-4679-ba95-6a14c937479b" providerId="AD" clId="Web-{7E207821-2246-08F9-9097-0A514F3E1A88}" dt="2023-06-28T08:50:21.454" v="4"/>
          <ac:cxnSpMkLst>
            <pc:docMk/>
            <pc:sldMk cId="25626987" sldId="325"/>
            <ac:cxnSpMk id="24" creationId="{00000000-0000-0000-0000-000000000000}"/>
          </ac:cxnSpMkLst>
        </pc:cxnChg>
        <pc:cxnChg chg="del">
          <ac:chgData name="hu" userId="S::hu_tu-berlin.de#ext#@weeeforum.onmicrosoft.com::0b08f4ee-8745-4679-ba95-6a14c937479b" providerId="AD" clId="Web-{7E207821-2246-08F9-9097-0A514F3E1A88}" dt="2023-06-28T08:50:21.454" v="1"/>
          <ac:cxnSpMkLst>
            <pc:docMk/>
            <pc:sldMk cId="25626987" sldId="325"/>
            <ac:cxnSpMk id="29" creationId="{00000000-0000-0000-0000-000000000000}"/>
          </ac:cxnSpMkLst>
        </pc:cxnChg>
        <pc:cxnChg chg="del mod">
          <ac:chgData name="hu" userId="S::hu_tu-berlin.de#ext#@weeeforum.onmicrosoft.com::0b08f4ee-8745-4679-ba95-6a14c937479b" providerId="AD" clId="Web-{7E207821-2246-08F9-9097-0A514F3E1A88}" dt="2023-06-28T08:50:21.454" v="0"/>
          <ac:cxnSpMkLst>
            <pc:docMk/>
            <pc:sldMk cId="25626987" sldId="325"/>
            <ac:cxnSpMk id="32" creationId="{00000000-0000-0000-0000-000000000000}"/>
          </ac:cxnSpMkLst>
        </pc:cxnChg>
      </pc:sldChg>
    </pc:docChg>
  </pc:docChgLst>
  <pc:docChgLst>
    <pc:chgData name="k.kippert@tu-berlin.de" userId="S::k.kippert_tu-berlin.de#ext#@weeeforum.onmicrosoft.com::759034aa-8974-4771-83e0-1f9d8c003ef9" providerId="AD" clId="Web-{28EAFEFC-38E1-46E8-A8E5-8E1E73A202B9}"/>
    <pc:docChg chg="modSld">
      <pc:chgData name="k.kippert@tu-berlin.de" userId="S::k.kippert_tu-berlin.de#ext#@weeeforum.onmicrosoft.com::759034aa-8974-4771-83e0-1f9d8c003ef9" providerId="AD" clId="Web-{28EAFEFC-38E1-46E8-A8E5-8E1E73A202B9}" dt="2023-06-21T12:47:09.021" v="541" actId="20577"/>
      <pc:docMkLst>
        <pc:docMk/>
      </pc:docMkLst>
      <pc:sldChg chg="modSp addCm">
        <pc:chgData name="k.kippert@tu-berlin.de" userId="S::k.kippert_tu-berlin.de#ext#@weeeforum.onmicrosoft.com::759034aa-8974-4771-83e0-1f9d8c003ef9" providerId="AD" clId="Web-{28EAFEFC-38E1-46E8-A8E5-8E1E73A202B9}" dt="2023-06-21T12:41:35.184" v="505"/>
        <pc:sldMkLst>
          <pc:docMk/>
          <pc:sldMk cId="517160134" sldId="322"/>
        </pc:sldMkLst>
        <pc:spChg chg="mod">
          <ac:chgData name="k.kippert@tu-berlin.de" userId="S::k.kippert_tu-berlin.de#ext#@weeeforum.onmicrosoft.com::759034aa-8974-4771-83e0-1f9d8c003ef9" providerId="AD" clId="Web-{28EAFEFC-38E1-46E8-A8E5-8E1E73A202B9}" dt="2023-06-21T12:10:14.555" v="242" actId="20577"/>
          <ac:spMkLst>
            <pc:docMk/>
            <pc:sldMk cId="517160134" sldId="322"/>
            <ac:spMk id="3" creationId="{89132DA6-F279-3F2F-483F-33EC0B92E013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11:26.073" v="247" actId="20577"/>
          <ac:spMkLst>
            <pc:docMk/>
            <pc:sldMk cId="517160134" sldId="322"/>
            <ac:spMk id="9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10:08.258" v="240" actId="20577"/>
          <ac:spMkLst>
            <pc:docMk/>
            <pc:sldMk cId="517160134" sldId="322"/>
            <ac:spMk id="10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10:04.727" v="239" actId="20577"/>
          <ac:spMkLst>
            <pc:docMk/>
            <pc:sldMk cId="517160134" sldId="322"/>
            <ac:spMk id="15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11:16.541" v="244" actId="20577"/>
          <ac:spMkLst>
            <pc:docMk/>
            <pc:sldMk cId="517160134" sldId="322"/>
            <ac:spMk id="17" creationId="{00000000-0000-0000-0000-000000000000}"/>
          </ac:spMkLst>
        </pc:spChg>
        <pc:picChg chg="mod">
          <ac:chgData name="k.kippert@tu-berlin.de" userId="S::k.kippert_tu-berlin.de#ext#@weeeforum.onmicrosoft.com::759034aa-8974-4771-83e0-1f9d8c003ef9" providerId="AD" clId="Web-{28EAFEFC-38E1-46E8-A8E5-8E1E73A202B9}" dt="2023-06-21T12:03:17.669" v="104" actId="1076"/>
          <ac:picMkLst>
            <pc:docMk/>
            <pc:sldMk cId="517160134" sldId="322"/>
            <ac:picMk id="5" creationId="{00000000-0000-0000-0000-000000000000}"/>
          </ac:picMkLst>
        </pc:picChg>
      </pc:sldChg>
      <pc:sldChg chg="delSp modSp">
        <pc:chgData name="k.kippert@tu-berlin.de" userId="S::k.kippert_tu-berlin.de#ext#@weeeforum.onmicrosoft.com::759034aa-8974-4771-83e0-1f9d8c003ef9" providerId="AD" clId="Web-{28EAFEFC-38E1-46E8-A8E5-8E1E73A202B9}" dt="2023-06-21T12:33:18.624" v="475" actId="1076"/>
        <pc:sldMkLst>
          <pc:docMk/>
          <pc:sldMk cId="4040267078" sldId="323"/>
        </pc:sldMkLst>
        <pc:spChg chg="mod">
          <ac:chgData name="k.kippert@tu-berlin.de" userId="S::k.kippert_tu-berlin.de#ext#@weeeforum.onmicrosoft.com::759034aa-8974-4771-83e0-1f9d8c003ef9" providerId="AD" clId="Web-{28EAFEFC-38E1-46E8-A8E5-8E1E73A202B9}" dt="2023-06-21T12:32:53.654" v="473" actId="20577"/>
          <ac:spMkLst>
            <pc:docMk/>
            <pc:sldMk cId="4040267078" sldId="323"/>
            <ac:spMk id="13" creationId="{00000000-0000-0000-0000-000000000000}"/>
          </ac:spMkLst>
        </pc:spChg>
        <pc:picChg chg="mod">
          <ac:chgData name="k.kippert@tu-berlin.de" userId="S::k.kippert_tu-berlin.de#ext#@weeeforum.onmicrosoft.com::759034aa-8974-4771-83e0-1f9d8c003ef9" providerId="AD" clId="Web-{28EAFEFC-38E1-46E8-A8E5-8E1E73A202B9}" dt="2023-06-21T12:33:18.624" v="475" actId="1076"/>
          <ac:picMkLst>
            <pc:docMk/>
            <pc:sldMk cId="4040267078" sldId="323"/>
            <ac:picMk id="17" creationId="{00000000-0000-0000-0000-000000000000}"/>
          </ac:picMkLst>
        </pc:picChg>
        <pc:picChg chg="del">
          <ac:chgData name="k.kippert@tu-berlin.de" userId="S::k.kippert_tu-berlin.de#ext#@weeeforum.onmicrosoft.com::759034aa-8974-4771-83e0-1f9d8c003ef9" providerId="AD" clId="Web-{28EAFEFC-38E1-46E8-A8E5-8E1E73A202B9}" dt="2023-06-21T12:33:14.452" v="474"/>
          <ac:picMkLst>
            <pc:docMk/>
            <pc:sldMk cId="4040267078" sldId="323"/>
            <ac:picMk id="19" creationId="{00000000-0000-0000-0000-000000000000}"/>
          </ac:picMkLst>
        </pc:picChg>
      </pc:sldChg>
      <pc:sldChg chg="modSp addCm">
        <pc:chgData name="k.kippert@tu-berlin.de" userId="S::k.kippert_tu-berlin.de#ext#@weeeforum.onmicrosoft.com::759034aa-8974-4771-83e0-1f9d8c003ef9" providerId="AD" clId="Web-{28EAFEFC-38E1-46E8-A8E5-8E1E73A202B9}" dt="2023-06-21T12:39:51.806" v="504"/>
        <pc:sldMkLst>
          <pc:docMk/>
          <pc:sldMk cId="2620651144" sldId="324"/>
        </pc:sldMkLst>
        <pc:spChg chg="mod">
          <ac:chgData name="k.kippert@tu-berlin.de" userId="S::k.kippert_tu-berlin.de#ext#@weeeforum.onmicrosoft.com::759034aa-8974-4771-83e0-1f9d8c003ef9" providerId="AD" clId="Web-{28EAFEFC-38E1-46E8-A8E5-8E1E73A202B9}" dt="2023-06-21T12:36:15.691" v="501" actId="20577"/>
          <ac:spMkLst>
            <pc:docMk/>
            <pc:sldMk cId="2620651144" sldId="324"/>
            <ac:spMk id="2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34:29.563" v="491" actId="14100"/>
          <ac:spMkLst>
            <pc:docMk/>
            <pc:sldMk cId="2620651144" sldId="324"/>
            <ac:spMk id="7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34:34.407" v="492" actId="1076"/>
          <ac:spMkLst>
            <pc:docMk/>
            <pc:sldMk cId="2620651144" sldId="324"/>
            <ac:spMk id="9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01:43.276" v="98" actId="20577"/>
          <ac:spMkLst>
            <pc:docMk/>
            <pc:sldMk cId="2620651144" sldId="324"/>
            <ac:spMk id="10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39:20.790" v="503" actId="20577"/>
          <ac:spMkLst>
            <pc:docMk/>
            <pc:sldMk cId="2620651144" sldId="324"/>
            <ac:spMk id="13" creationId="{00000000-0000-0000-0000-000000000000}"/>
          </ac:spMkLst>
        </pc:spChg>
      </pc:sldChg>
      <pc:sldChg chg="modSp">
        <pc:chgData name="k.kippert@tu-berlin.de" userId="S::k.kippert_tu-berlin.de#ext#@weeeforum.onmicrosoft.com::759034aa-8974-4771-83e0-1f9d8c003ef9" providerId="AD" clId="Web-{28EAFEFC-38E1-46E8-A8E5-8E1E73A202B9}" dt="2023-06-21T12:47:09.021" v="541" actId="20577"/>
        <pc:sldMkLst>
          <pc:docMk/>
          <pc:sldMk cId="25626987" sldId="325"/>
        </pc:sldMkLst>
        <pc:spChg chg="mod">
          <ac:chgData name="k.kippert@tu-berlin.de" userId="S::k.kippert_tu-berlin.de#ext#@weeeforum.onmicrosoft.com::759034aa-8974-4771-83e0-1f9d8c003ef9" providerId="AD" clId="Web-{28EAFEFC-38E1-46E8-A8E5-8E1E73A202B9}" dt="2023-06-21T12:18:03.802" v="342" actId="20577"/>
          <ac:spMkLst>
            <pc:docMk/>
            <pc:sldMk cId="25626987" sldId="325"/>
            <ac:spMk id="3" creationId="{00000000-0000-0000-0000-000000000000}"/>
          </ac:spMkLst>
        </pc:spChg>
        <pc:spChg chg="mod">
          <ac:chgData name="k.kippert@tu-berlin.de" userId="S::k.kippert_tu-berlin.de#ext#@weeeforum.onmicrosoft.com::759034aa-8974-4771-83e0-1f9d8c003ef9" providerId="AD" clId="Web-{28EAFEFC-38E1-46E8-A8E5-8E1E73A202B9}" dt="2023-06-21T12:47:09.021" v="541" actId="20577"/>
          <ac:spMkLst>
            <pc:docMk/>
            <pc:sldMk cId="25626987" sldId="325"/>
            <ac:spMk id="30" creationId="{3EDDDB00-05B9-28B0-F763-DF04E5184B43}"/>
          </ac:spMkLst>
        </pc:spChg>
        <pc:picChg chg="mod">
          <ac:chgData name="k.kippert@tu-berlin.de" userId="S::k.kippert_tu-berlin.de#ext#@weeeforum.onmicrosoft.com::759034aa-8974-4771-83e0-1f9d8c003ef9" providerId="AD" clId="Web-{28EAFEFC-38E1-46E8-A8E5-8E1E73A202B9}" dt="2023-06-21T11:54:26.795" v="52" actId="1076"/>
          <ac:picMkLst>
            <pc:docMk/>
            <pc:sldMk cId="25626987" sldId="325"/>
            <ac:picMk id="308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3905B-6B7A-4A3C-8701-5D88A7CBE9E9}" type="datetimeFigureOut">
              <a:rPr lang="en-GB" smtClean="0"/>
              <a:t>28/06/2023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B4058-7695-4968-9A47-FCD05BA9C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2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B4058-7695-4968-9A47-FCD05BA9C7D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921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7489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Contents</a:t>
            </a:r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3584343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02.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6927159-CDE9-DDE9-4515-3768F9F4C187}"/>
              </a:ext>
            </a:extLst>
          </p:cNvPr>
          <p:cNvSpPr txBox="1">
            <a:spLocks/>
          </p:cNvSpPr>
          <p:nvPr userDrawn="1"/>
        </p:nvSpPr>
        <p:spPr>
          <a:xfrm>
            <a:off x="4483099" y="4610700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 spc="-150">
                <a:solidFill>
                  <a:srgbClr val="FFFFFF"/>
                </a:solidFill>
                <a:latin typeface="Cabin" pitchFamily="2" charset="77"/>
                <a:cs typeface="Calibri"/>
              </a:rPr>
              <a:t>03.</a:t>
            </a:r>
            <a:endParaRPr lang="en-US" sz="3000" b="1" spc="-150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604ED2-48F5-7827-8931-A18B6EB5BB00}"/>
              </a:ext>
            </a:extLst>
          </p:cNvPr>
          <p:cNvSpPr txBox="1">
            <a:spLocks/>
          </p:cNvSpPr>
          <p:nvPr userDrawn="1"/>
        </p:nvSpPr>
        <p:spPr>
          <a:xfrm>
            <a:off x="4445286" y="5665679"/>
            <a:ext cx="72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04.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2543675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01.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</p:spTree>
    <p:extLst>
      <p:ext uri="{BB962C8B-B14F-4D97-AF65-F5344CB8AC3E}">
        <p14:creationId xmlns:p14="http://schemas.microsoft.com/office/powerpoint/2010/main" val="202257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latin typeface="Cabin" pitchFamily="2" charset="77"/>
                <a:cs typeface="Calibri"/>
              </a:rPr>
              <a:t>01.</a:t>
            </a:r>
            <a:endParaRPr lang="en-US" sz="4000" b="1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chapter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27218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sp>
        <p:nvSpPr>
          <p:cNvPr id="5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>
            <a:spLocks noChangeAspect="1"/>
          </p:cNvSpPr>
          <p:nvPr userDrawn="1"/>
        </p:nvSpPr>
        <p:spPr>
          <a:xfrm>
            <a:off x="4556821" y="2957004"/>
            <a:ext cx="612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bin" pitchFamily="2" charset="77"/>
                <a:cs typeface="Calibri"/>
              </a:rPr>
              <a:t>01.</a:t>
            </a:r>
            <a:endParaRPr lang="en-US" sz="2000" b="1">
              <a:solidFill>
                <a:schemeClr val="tx1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sub chapter</a:t>
            </a:r>
            <a:endParaRPr lang="de-DE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8494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7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333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103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856554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32781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58519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an image &amp; text</a:t>
            </a:r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93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>
                <a:latin typeface="Cabin" pitchFamily="2" charset="77"/>
                <a:cs typeface="Calibri Light"/>
              </a:rPr>
              <a:t>This is a large image &amp; text</a:t>
            </a:r>
            <a:endParaRPr lang="de-DE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5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21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Contact details</a:t>
            </a:r>
            <a:endParaRPr lang="en-US" b="1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074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5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93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20" r:id="rId5"/>
    <p:sldLayoutId id="2147483831" r:id="rId6"/>
    <p:sldLayoutId id="2147483833" r:id="rId7"/>
    <p:sldLayoutId id="2147483834" r:id="rId8"/>
    <p:sldLayoutId id="2147483835" r:id="rId9"/>
    <p:sldLayoutId id="2147483832" r:id="rId10"/>
    <p:sldLayoutId id="2147483842" r:id="rId11"/>
    <p:sldLayoutId id="2147483843" r:id="rId12"/>
    <p:sldLayoutId id="2147483844" r:id="rId13"/>
    <p:sldLayoutId id="2147483836" r:id="rId14"/>
    <p:sldLayoutId id="214748383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26.06.2023, WP1 Meeting, Online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en-US"/>
              <a:t>Transfer Coefficients 101</a:t>
            </a:r>
          </a:p>
          <a:p>
            <a:r>
              <a:rPr lang="de-CH"/>
              <a:t>-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task</a:t>
            </a:r>
            <a:r>
              <a:rPr lang="de-CH"/>
              <a:t> force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2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Task force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>
          <a:xfrm>
            <a:off x="497165" y="1613654"/>
            <a:ext cx="7151590" cy="4772922"/>
          </a:xfrm>
        </p:spPr>
        <p:txBody>
          <a:bodyPr/>
          <a:lstStyle/>
          <a:p>
            <a:r>
              <a:rPr lang="de-CH" sz="2000"/>
              <a:t>Main </a:t>
            </a:r>
            <a:r>
              <a:rPr lang="de-CH" sz="2000" err="1"/>
              <a:t>objective</a:t>
            </a:r>
            <a:r>
              <a:rPr lang="de-CH" sz="2000"/>
              <a:t> </a:t>
            </a:r>
            <a:r>
              <a:rPr lang="de-CH" sz="2000" err="1"/>
              <a:t>of</a:t>
            </a:r>
            <a:r>
              <a:rPr lang="de-CH" sz="2000"/>
              <a:t> </a:t>
            </a:r>
            <a:r>
              <a:rPr lang="de-CH" sz="2000" err="1"/>
              <a:t>this</a:t>
            </a:r>
            <a:r>
              <a:rPr lang="de-CH" sz="2000"/>
              <a:t> </a:t>
            </a:r>
            <a:r>
              <a:rPr lang="de-CH" sz="2000" err="1"/>
              <a:t>task</a:t>
            </a:r>
            <a:r>
              <a:rPr lang="de-CH" sz="2000"/>
              <a:t> </a:t>
            </a:r>
            <a:r>
              <a:rPr lang="de-CH" sz="2000" err="1"/>
              <a:t>force</a:t>
            </a:r>
            <a:r>
              <a:rPr lang="de-CH" sz="2000"/>
              <a:t> </a:t>
            </a:r>
            <a:r>
              <a:rPr lang="de-CH" sz="2000" err="1"/>
              <a:t>is</a:t>
            </a:r>
            <a:r>
              <a:rPr lang="de-CH" sz="2000"/>
              <a:t> </a:t>
            </a:r>
            <a:r>
              <a:rPr lang="de-CH" sz="2000" err="1"/>
              <a:t>to</a:t>
            </a:r>
            <a:r>
              <a:rPr lang="de-CH" sz="2000"/>
              <a:t> </a:t>
            </a:r>
            <a:r>
              <a:rPr lang="de-CH" sz="2000" err="1"/>
              <a:t>prepare</a:t>
            </a:r>
            <a:r>
              <a:rPr lang="de-CH" sz="2000"/>
              <a:t> and </a:t>
            </a:r>
            <a:r>
              <a:rPr lang="de-CH" sz="2000" err="1"/>
              <a:t>organize</a:t>
            </a:r>
            <a:r>
              <a:rPr lang="de-CH" sz="2000"/>
              <a:t> </a:t>
            </a:r>
            <a:r>
              <a:rPr lang="de-CH" sz="2000" err="1"/>
              <a:t>the</a:t>
            </a:r>
            <a:r>
              <a:rPr lang="de-CH" sz="2000"/>
              <a:t> </a:t>
            </a:r>
            <a:r>
              <a:rPr lang="de-CH" sz="2000" err="1"/>
              <a:t>collection</a:t>
            </a:r>
            <a:r>
              <a:rPr lang="de-CH" sz="2000"/>
              <a:t> </a:t>
            </a:r>
            <a:r>
              <a:rPr lang="de-CH" sz="2000" err="1"/>
              <a:t>of</a:t>
            </a:r>
            <a:r>
              <a:rPr lang="de-CH" sz="2000"/>
              <a:t> </a:t>
            </a:r>
            <a:r>
              <a:rPr lang="de-CH" sz="2000" b="1" err="1"/>
              <a:t>transfer</a:t>
            </a:r>
            <a:r>
              <a:rPr lang="de-CH" sz="2000" b="1"/>
              <a:t> </a:t>
            </a:r>
            <a:r>
              <a:rPr lang="de-CH" sz="2000" b="1" err="1"/>
              <a:t>coefficients</a:t>
            </a:r>
            <a:r>
              <a:rPr lang="de-CH" sz="2000" b="1"/>
              <a:t> (TCs)</a:t>
            </a:r>
          </a:p>
          <a:p>
            <a:r>
              <a:rPr lang="en-US" sz="2000"/>
              <a:t>Create a </a:t>
            </a:r>
            <a:r>
              <a:rPr lang="en-US" sz="2000" b="1"/>
              <a:t>systematic approach</a:t>
            </a:r>
            <a:r>
              <a:rPr lang="en-US" sz="2000"/>
              <a:t> to collect information on the relevant processes in the </a:t>
            </a:r>
            <a:r>
              <a:rPr lang="en-US" sz="2000" b="1" err="1"/>
              <a:t>FutuRaM</a:t>
            </a:r>
            <a:r>
              <a:rPr lang="en-US" sz="2000" b="1"/>
              <a:t> model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51" y="1450676"/>
            <a:ext cx="2162354" cy="216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6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D144-CECB-C1BF-00B3-C3D0F780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Ongoing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A5B27-D661-9E0F-91E7-7792829047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/>
              <a:t>Understand the </a:t>
            </a:r>
            <a:r>
              <a:rPr lang="en-US" sz="2000" b="1"/>
              <a:t>data requirements</a:t>
            </a:r>
            <a:r>
              <a:rPr lang="en-US" sz="2000"/>
              <a:t> - </a:t>
            </a:r>
            <a:r>
              <a:rPr lang="en-US" sz="2000" i="1"/>
              <a:t>Which data is needed for the </a:t>
            </a:r>
            <a:r>
              <a:rPr lang="en-US" sz="2000" i="1" err="1"/>
              <a:t>FutuRaM</a:t>
            </a:r>
            <a:r>
              <a:rPr lang="en-US" sz="2000" i="1"/>
              <a:t> model?</a:t>
            </a:r>
          </a:p>
          <a:p>
            <a:pPr lvl="1"/>
            <a:r>
              <a:rPr lang="en-US" sz="1600" i="1"/>
              <a:t>WS flowcharts were used as starting point</a:t>
            </a:r>
          </a:p>
          <a:p>
            <a:pPr algn="just"/>
            <a:r>
              <a:rPr lang="en-US" sz="2000"/>
              <a:t>A </a:t>
            </a:r>
            <a:r>
              <a:rPr lang="en-US" sz="2000" b="1"/>
              <a:t>common vocabulary</a:t>
            </a:r>
            <a:r>
              <a:rPr lang="en-US" sz="2000"/>
              <a:t> has been developed (together with </a:t>
            </a:r>
            <a:r>
              <a:rPr lang="en-US" sz="2000" b="1"/>
              <a:t>WP3</a:t>
            </a:r>
            <a:r>
              <a:rPr lang="en-US" sz="2000"/>
              <a:t>) to ensure a harmonized representation of the pertinent data</a:t>
            </a:r>
          </a:p>
          <a:p>
            <a:pPr lvl="1"/>
            <a:r>
              <a:rPr lang="en-US" sz="1800"/>
              <a:t>Harmonized list of "matter" (</a:t>
            </a:r>
            <a:r>
              <a:rPr lang="en-US" sz="1800" i="1"/>
              <a:t>e.g.</a:t>
            </a:r>
            <a:r>
              <a:rPr lang="en-US" sz="1800"/>
              <a:t>: </a:t>
            </a:r>
            <a:r>
              <a:rPr lang="en-US" sz="1800" b="1"/>
              <a:t>product, material/mineral, component, element</a:t>
            </a:r>
            <a:r>
              <a:rPr lang="en-US" sz="1800"/>
              <a:t>)</a:t>
            </a:r>
          </a:p>
          <a:p>
            <a:pPr lvl="1"/>
            <a:r>
              <a:rPr lang="en-US" sz="1800"/>
              <a:t>Harmonized list of </a:t>
            </a:r>
            <a:r>
              <a:rPr lang="en-US" sz="1800" b="1"/>
              <a:t>processes</a:t>
            </a:r>
          </a:p>
          <a:p>
            <a:r>
              <a:rPr lang="en-US" sz="2000"/>
              <a:t>Create a template to support the </a:t>
            </a:r>
            <a:r>
              <a:rPr lang="en-US" sz="2000" err="1"/>
              <a:t>FutuRaM</a:t>
            </a:r>
            <a:r>
              <a:rPr lang="en-US" sz="2000"/>
              <a:t> model input specification based on the harmonized vocabulary and process needs (depicted by the WS flowcharts)</a:t>
            </a:r>
          </a:p>
          <a:p>
            <a:pPr lvl="1"/>
            <a:r>
              <a:rPr lang="en-US" sz="1600"/>
              <a:t>This template will include the transfer coefficients</a:t>
            </a:r>
          </a:p>
        </p:txBody>
      </p:sp>
    </p:spTree>
    <p:extLst>
      <p:ext uri="{BB962C8B-B14F-4D97-AF65-F5344CB8AC3E}">
        <p14:creationId xmlns:p14="http://schemas.microsoft.com/office/powerpoint/2010/main" val="275457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Timeline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817899"/>
          </a:xfrm>
        </p:spPr>
        <p:txBody>
          <a:bodyPr/>
          <a:lstStyle/>
          <a:p>
            <a:r>
              <a:rPr lang="de-CH"/>
              <a:t>1st </a:t>
            </a:r>
            <a:r>
              <a:rPr lang="de-CH" err="1"/>
              <a:t>data</a:t>
            </a:r>
            <a:r>
              <a:rPr lang="de-CH"/>
              <a:t> </a:t>
            </a:r>
            <a:r>
              <a:rPr lang="de-CH" err="1"/>
              <a:t>collection</a:t>
            </a:r>
            <a:r>
              <a:rPr lang="de-CH"/>
              <a:t> </a:t>
            </a:r>
            <a:r>
              <a:rPr lang="de-CH" err="1"/>
              <a:t>template</a:t>
            </a:r>
            <a:r>
              <a:rPr lang="de-CH"/>
              <a:t>: </a:t>
            </a:r>
            <a:r>
              <a:rPr lang="de-CH" u="sng"/>
              <a:t>end </a:t>
            </a:r>
            <a:r>
              <a:rPr lang="de-CH" u="sng" err="1"/>
              <a:t>of</a:t>
            </a:r>
            <a:r>
              <a:rPr lang="de-CH" u="sng"/>
              <a:t> </a:t>
            </a:r>
            <a:r>
              <a:rPr lang="de-CH" u="sng" err="1"/>
              <a:t>July</a:t>
            </a:r>
            <a:endParaRPr lang="en-US" u="sng" err="1"/>
          </a:p>
        </p:txBody>
      </p:sp>
      <p:pic>
        <p:nvPicPr>
          <p:cNvPr id="3082" name="Picture 10" descr="Fast Delivery Icon With Timer Fast Stopwatch Line Icon Fast Delivery  Shipping Service Sign Speed Clock Symbol Urgency Deadline Time Management  Competition Sign Stock Vector Stock Illustration - Download Image Now -  i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1" t="12973" r="23320" b="14380"/>
          <a:stretch/>
        </p:blipFill>
        <p:spPr bwMode="auto">
          <a:xfrm>
            <a:off x="7969443" y="337362"/>
            <a:ext cx="2452530" cy="220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A8DC6C-2B31-561F-7B6D-C12B5E5A4B0E}"/>
              </a:ext>
            </a:extLst>
          </p:cNvPr>
          <p:cNvSpPr/>
          <p:nvPr/>
        </p:nvSpPr>
        <p:spPr>
          <a:xfrm>
            <a:off x="608172" y="3250520"/>
            <a:ext cx="1691970" cy="364016"/>
          </a:xfrm>
          <a:prstGeom prst="rect">
            <a:avLst/>
          </a:prstGeom>
          <a:solidFill>
            <a:srgbClr val="000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938C1-3394-A0C6-D103-8B0730B21985}"/>
              </a:ext>
            </a:extLst>
          </p:cNvPr>
          <p:cNvSpPr/>
          <p:nvPr/>
        </p:nvSpPr>
        <p:spPr>
          <a:xfrm>
            <a:off x="2290872" y="3250520"/>
            <a:ext cx="1691970" cy="364016"/>
          </a:xfrm>
          <a:prstGeom prst="rect">
            <a:avLst/>
          </a:prstGeom>
          <a:solidFill>
            <a:srgbClr val="125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51C1E-EC76-814C-15A3-6875CEBE539E}"/>
              </a:ext>
            </a:extLst>
          </p:cNvPr>
          <p:cNvSpPr/>
          <p:nvPr/>
        </p:nvSpPr>
        <p:spPr>
          <a:xfrm>
            <a:off x="3982842" y="3250520"/>
            <a:ext cx="1691970" cy="364016"/>
          </a:xfrm>
          <a:prstGeom prst="rect">
            <a:avLst/>
          </a:prstGeom>
          <a:solidFill>
            <a:srgbClr val="1C91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B2B988-4B59-B160-38D9-A09D32E4E158}"/>
              </a:ext>
            </a:extLst>
          </p:cNvPr>
          <p:cNvSpPr/>
          <p:nvPr/>
        </p:nvSpPr>
        <p:spPr>
          <a:xfrm>
            <a:off x="5665542" y="3250520"/>
            <a:ext cx="1691970" cy="364016"/>
          </a:xfrm>
          <a:prstGeom prst="rect">
            <a:avLst/>
          </a:prstGeom>
          <a:solidFill>
            <a:srgbClr val="1F9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0FD05-B6AF-0D56-B910-C05AFEE69D5E}"/>
              </a:ext>
            </a:extLst>
          </p:cNvPr>
          <p:cNvSpPr/>
          <p:nvPr/>
        </p:nvSpPr>
        <p:spPr>
          <a:xfrm>
            <a:off x="7357512" y="3250520"/>
            <a:ext cx="1691970" cy="364016"/>
          </a:xfrm>
          <a:prstGeom prst="rect">
            <a:avLst/>
          </a:prstGeom>
          <a:solidFill>
            <a:srgbClr val="2CE1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217ACC-80E3-E2EB-7D46-EC429F767601}"/>
              </a:ext>
            </a:extLst>
          </p:cNvPr>
          <p:cNvGrpSpPr/>
          <p:nvPr/>
        </p:nvGrpSpPr>
        <p:grpSpPr>
          <a:xfrm>
            <a:off x="4321098" y="3614536"/>
            <a:ext cx="311285" cy="1116372"/>
            <a:chOff x="7946924" y="5935449"/>
            <a:chExt cx="311285" cy="1116372"/>
          </a:xfrm>
          <a:solidFill>
            <a:srgbClr val="1C91B9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E96B8C-282D-2A82-C12F-80BF19F63B5C}"/>
                </a:ext>
              </a:extLst>
            </p:cNvPr>
            <p:cNvSpPr/>
            <p:nvPr/>
          </p:nvSpPr>
          <p:spPr>
            <a:xfrm>
              <a:off x="7946924" y="6740536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FC2723-C530-BC19-68C5-4A4C2E2238FF}"/>
                </a:ext>
              </a:extLst>
            </p:cNvPr>
            <p:cNvSpPr/>
            <p:nvPr/>
          </p:nvSpPr>
          <p:spPr>
            <a:xfrm>
              <a:off x="8073384" y="5935449"/>
              <a:ext cx="58366" cy="8229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EDDDB00-05B9-28B0-F763-DF04E5184B43}"/>
              </a:ext>
            </a:extLst>
          </p:cNvPr>
          <p:cNvSpPr txBox="1"/>
          <p:nvPr/>
        </p:nvSpPr>
        <p:spPr>
          <a:xfrm>
            <a:off x="3144252" y="4814133"/>
            <a:ext cx="4102301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de-CH" sz="2000" dirty="0"/>
              <a:t>Flow </a:t>
            </a:r>
            <a:r>
              <a:rPr lang="de-CH" sz="2000" dirty="0" err="1"/>
              <a:t>chart</a:t>
            </a:r>
            <a:r>
              <a:rPr lang="de-CH" sz="2000" dirty="0"/>
              <a:t> update </a:t>
            </a:r>
            <a:r>
              <a:rPr lang="de-CH" sz="2000" dirty="0" err="1"/>
              <a:t>with</a:t>
            </a:r>
            <a:r>
              <a:rPr lang="de-CH" sz="2000" dirty="0"/>
              <a:t> </a:t>
            </a:r>
            <a:r>
              <a:rPr lang="de-CH" sz="2000" dirty="0" err="1"/>
              <a:t>harmonized</a:t>
            </a:r>
            <a:r>
              <a:rPr lang="de-CH" sz="2000" dirty="0"/>
              <a:t> </a:t>
            </a:r>
            <a:r>
              <a:rPr lang="de-CH" sz="2000" dirty="0" err="1"/>
              <a:t>process</a:t>
            </a:r>
            <a:r>
              <a:rPr lang="de-CH" sz="2000" dirty="0"/>
              <a:t> </a:t>
            </a:r>
            <a:r>
              <a:rPr lang="de-CH" sz="2000" dirty="0" err="1"/>
              <a:t>list</a:t>
            </a:r>
            <a:endParaRPr lang="de-CH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de-CH" sz="2000" dirty="0">
                <a:ea typeface="Calibri"/>
                <a:cs typeface="Calibri"/>
              </a:rPr>
              <a:t>List </a:t>
            </a:r>
            <a:r>
              <a:rPr lang="de-CH" sz="2000" dirty="0" err="1">
                <a:ea typeface="Calibri"/>
                <a:cs typeface="Calibri"/>
              </a:rPr>
              <a:t>of</a:t>
            </a:r>
            <a:r>
              <a:rPr lang="de-CH" sz="2000" dirty="0">
                <a:ea typeface="Calibri"/>
                <a:cs typeface="Calibri"/>
              </a:rPr>
              <a:t> </a:t>
            </a:r>
            <a:r>
              <a:rPr lang="de-CH" sz="2000" dirty="0" err="1">
                <a:ea typeface="Calibri"/>
                <a:cs typeface="Calibri"/>
              </a:rPr>
              <a:t>flows</a:t>
            </a:r>
            <a:r>
              <a:rPr lang="de-CH" sz="2000" dirty="0">
                <a:ea typeface="Calibri"/>
                <a:cs typeface="Calibri"/>
              </a:rPr>
              <a:t> </a:t>
            </a:r>
            <a:r>
              <a:rPr lang="de-CH" sz="2000" dirty="0" err="1">
                <a:ea typeface="Calibri"/>
                <a:cs typeface="Calibri"/>
              </a:rPr>
              <a:t>with</a:t>
            </a:r>
            <a:r>
              <a:rPr lang="de-CH" sz="2000" dirty="0">
                <a:ea typeface="Calibri"/>
                <a:cs typeface="Calibri"/>
              </a:rPr>
              <a:t> </a:t>
            </a:r>
            <a:r>
              <a:rPr lang="de-CH" sz="2000" dirty="0" err="1">
                <a:ea typeface="Calibri"/>
                <a:cs typeface="Calibri"/>
              </a:rPr>
              <a:t>specifications</a:t>
            </a:r>
            <a:endParaRPr lang="de-CH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de-CH" sz="2000" dirty="0" err="1">
                <a:highlight>
                  <a:srgbClr val="FFFF00"/>
                </a:highlight>
                <a:ea typeface="Calibri"/>
                <a:cs typeface="Calibri"/>
              </a:rPr>
              <a:t>Pre</a:t>
            </a:r>
            <a:r>
              <a:rPr lang="de-CH" sz="2000" dirty="0">
                <a:highlight>
                  <a:srgbClr val="FFFF00"/>
                </a:highlight>
                <a:ea typeface="Calibri"/>
                <a:cs typeface="Calibri"/>
              </a:rPr>
              <a:t>-draft </a:t>
            </a:r>
            <a:r>
              <a:rPr lang="de-CH" sz="2000" dirty="0" err="1">
                <a:highlight>
                  <a:srgbClr val="FFFF00"/>
                </a:highlight>
                <a:ea typeface="Calibri"/>
                <a:cs typeface="Calibri"/>
              </a:rPr>
              <a:t>version</a:t>
            </a:r>
            <a:r>
              <a:rPr lang="de-CH" sz="2000" dirty="0"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de-CH" sz="2000" dirty="0" err="1">
                <a:highlight>
                  <a:srgbClr val="FFFF00"/>
                </a:highlight>
                <a:ea typeface="Calibri"/>
                <a:cs typeface="Calibri"/>
              </a:rPr>
              <a:t>of</a:t>
            </a:r>
            <a:r>
              <a:rPr lang="de-CH" sz="2000" dirty="0">
                <a:highlight>
                  <a:srgbClr val="FFFF00"/>
                </a:highlight>
                <a:ea typeface="Calibri"/>
                <a:cs typeface="Calibri"/>
              </a:rPr>
              <a:t> TC </a:t>
            </a:r>
            <a:r>
              <a:rPr lang="de-CH" sz="2000" dirty="0" err="1">
                <a:highlight>
                  <a:srgbClr val="FFFF00"/>
                </a:highlight>
                <a:ea typeface="Calibri"/>
                <a:cs typeface="Calibri"/>
              </a:rPr>
              <a:t>data</a:t>
            </a:r>
            <a:r>
              <a:rPr lang="de-CH" sz="2000" dirty="0"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de-CH" sz="2000" dirty="0" err="1">
                <a:highlight>
                  <a:srgbClr val="FFFF00"/>
                </a:highlight>
                <a:ea typeface="Calibri"/>
                <a:cs typeface="Calibri"/>
              </a:rPr>
              <a:t>collection</a:t>
            </a:r>
            <a:r>
              <a:rPr lang="de-CH" sz="2000" dirty="0"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de-CH" sz="2000" dirty="0" err="1">
                <a:highlight>
                  <a:srgbClr val="FFFF00"/>
                </a:highlight>
                <a:ea typeface="Calibri"/>
                <a:cs typeface="Calibri"/>
              </a:rPr>
              <a:t>template</a:t>
            </a:r>
            <a:endParaRPr lang="de-CH" sz="2000" dirty="0">
              <a:highlight>
                <a:srgbClr val="FFFF00"/>
              </a:highlight>
              <a:ea typeface="Calibri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CBC4CC-23DE-90D4-FE53-083870D3BE88}"/>
              </a:ext>
            </a:extLst>
          </p:cNvPr>
          <p:cNvGrpSpPr/>
          <p:nvPr/>
        </p:nvGrpSpPr>
        <p:grpSpPr>
          <a:xfrm rot="10800000" flipV="1">
            <a:off x="8868439" y="3548423"/>
            <a:ext cx="311285" cy="1403652"/>
            <a:chOff x="7946571" y="5908253"/>
            <a:chExt cx="311285" cy="1403652"/>
          </a:xfrm>
          <a:solidFill>
            <a:srgbClr val="2CE185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17D1D72-FA5E-54BB-29A9-284B64F9843C}"/>
                </a:ext>
              </a:extLst>
            </p:cNvPr>
            <p:cNvSpPr/>
            <p:nvPr/>
          </p:nvSpPr>
          <p:spPr>
            <a:xfrm>
              <a:off x="7946571" y="7000620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F9228C9-E998-B8E1-27C8-BE23E73AA181}"/>
                </a:ext>
              </a:extLst>
            </p:cNvPr>
            <p:cNvSpPr/>
            <p:nvPr/>
          </p:nvSpPr>
          <p:spPr>
            <a:xfrm>
              <a:off x="8076814" y="5908253"/>
              <a:ext cx="58366" cy="118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3B38382-30E1-5FD8-DB30-D4DACE3777A8}"/>
              </a:ext>
            </a:extLst>
          </p:cNvPr>
          <p:cNvSpPr txBox="1"/>
          <p:nvPr/>
        </p:nvSpPr>
        <p:spPr>
          <a:xfrm>
            <a:off x="7703917" y="5124086"/>
            <a:ext cx="278457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CH" sz="2000" b="1" dirty="0"/>
              <a:t>1</a:t>
            </a:r>
            <a:r>
              <a:rPr lang="de-CH" sz="2000" b="1" baseline="30000" dirty="0"/>
              <a:t>st</a:t>
            </a:r>
            <a:r>
              <a:rPr lang="de-CH" sz="2000" b="1" dirty="0"/>
              <a:t> </a:t>
            </a:r>
            <a:r>
              <a:rPr lang="de-CH" sz="2000" b="1" dirty="0" err="1"/>
              <a:t>version</a:t>
            </a:r>
            <a:r>
              <a:rPr lang="de-CH" sz="2000" b="1" dirty="0"/>
              <a:t> draft </a:t>
            </a:r>
            <a:r>
              <a:rPr lang="de-CH" sz="2000" b="1" dirty="0" err="1"/>
              <a:t>for</a:t>
            </a:r>
            <a:r>
              <a:rPr lang="de-CH" sz="2000" b="1" dirty="0"/>
              <a:t> TC Data </a:t>
            </a:r>
            <a:r>
              <a:rPr lang="de-CH" sz="2000" b="1" dirty="0" err="1"/>
              <a:t>collection</a:t>
            </a:r>
            <a:r>
              <a:rPr lang="de-CH" sz="2000" b="1" dirty="0"/>
              <a:t> </a:t>
            </a:r>
            <a:endParaRPr lang="en-US" sz="2000" b="1" dirty="0"/>
          </a:p>
          <a:p>
            <a:pPr algn="ctr"/>
            <a:r>
              <a:rPr lang="de-CH" sz="2000" b="1" dirty="0" err="1"/>
              <a:t>template</a:t>
            </a:r>
            <a:r>
              <a:rPr lang="de-CH" sz="2000" b="1" dirty="0"/>
              <a:t> </a:t>
            </a:r>
            <a:endParaRPr lang="en-US" sz="2000" b="1" dirty="0"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12C917-9C4E-759C-445A-BEF1E36CF06A}"/>
              </a:ext>
            </a:extLst>
          </p:cNvPr>
          <p:cNvSpPr txBox="1"/>
          <p:nvPr/>
        </p:nvSpPr>
        <p:spPr>
          <a:xfrm>
            <a:off x="1067600" y="2716787"/>
            <a:ext cx="773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Cabin" pitchFamily="2" charset="77"/>
                <a:cs typeface="Calibri Light"/>
              </a:rPr>
              <a:t>June</a:t>
            </a:r>
            <a:endParaRPr lang="en-US" sz="24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0C9831-FCD9-6C3D-7C81-F2C5D379CAE9}"/>
              </a:ext>
            </a:extLst>
          </p:cNvPr>
          <p:cNvSpPr txBox="1"/>
          <p:nvPr/>
        </p:nvSpPr>
        <p:spPr>
          <a:xfrm>
            <a:off x="5320387" y="2756615"/>
            <a:ext cx="773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Cabin" pitchFamily="2" charset="77"/>
                <a:cs typeface="Calibri Light"/>
              </a:rPr>
              <a:t>July</a:t>
            </a:r>
            <a:endParaRPr lang="en-US" sz="2400" b="1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115C36-95A2-09B5-84E2-93E2CD40321D}"/>
              </a:ext>
            </a:extLst>
          </p:cNvPr>
          <p:cNvCxnSpPr/>
          <p:nvPr/>
        </p:nvCxnSpPr>
        <p:spPr>
          <a:xfrm>
            <a:off x="2300142" y="3049444"/>
            <a:ext cx="0" cy="7661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8A3EA9-1086-B79E-5EA1-E3B50860D2C2}"/>
              </a:ext>
            </a:extLst>
          </p:cNvPr>
          <p:cNvCxnSpPr/>
          <p:nvPr/>
        </p:nvCxnSpPr>
        <p:spPr>
          <a:xfrm>
            <a:off x="9049481" y="3028328"/>
            <a:ext cx="0" cy="7661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E213C1DA-CB0B-71D0-4C24-CDA51E3A600C}"/>
              </a:ext>
            </a:extLst>
          </p:cNvPr>
          <p:cNvSpPr/>
          <p:nvPr/>
        </p:nvSpPr>
        <p:spPr>
          <a:xfrm rot="5400000">
            <a:off x="6415044" y="1770148"/>
            <a:ext cx="685846" cy="4387354"/>
          </a:xfrm>
          <a:prstGeom prst="rightBrace">
            <a:avLst>
              <a:gd name="adj1" fmla="val 8333"/>
              <a:gd name="adj2" fmla="val 48475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1FECC6-8DC9-C9A5-D0EE-AC0702E5A535}"/>
              </a:ext>
            </a:extLst>
          </p:cNvPr>
          <p:cNvSpPr/>
          <p:nvPr/>
        </p:nvSpPr>
        <p:spPr>
          <a:xfrm>
            <a:off x="6071050" y="4303485"/>
            <a:ext cx="17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CH"/>
              <a:t>Collect feedback from WS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BEBC4B-9F01-1BA6-9E16-59BF6D7CEF5B}"/>
              </a:ext>
            </a:extLst>
          </p:cNvPr>
          <p:cNvGrpSpPr/>
          <p:nvPr/>
        </p:nvGrpSpPr>
        <p:grpSpPr>
          <a:xfrm>
            <a:off x="1684990" y="3624833"/>
            <a:ext cx="311285" cy="1116372"/>
            <a:chOff x="7946924" y="5935449"/>
            <a:chExt cx="311285" cy="1116372"/>
          </a:xfrm>
          <a:solidFill>
            <a:srgbClr val="1C91B9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D0B37B4-46A0-9AD7-603D-91244789BF04}"/>
                </a:ext>
              </a:extLst>
            </p:cNvPr>
            <p:cNvSpPr/>
            <p:nvPr/>
          </p:nvSpPr>
          <p:spPr>
            <a:xfrm>
              <a:off x="7946924" y="6740536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1C3D6F-A76A-93D4-0BB9-D2F662CF09AF}"/>
                </a:ext>
              </a:extLst>
            </p:cNvPr>
            <p:cNvSpPr/>
            <p:nvPr/>
          </p:nvSpPr>
          <p:spPr>
            <a:xfrm>
              <a:off x="8073384" y="5935449"/>
              <a:ext cx="58366" cy="8229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9E6D58B-1D92-9FAA-3E4E-A249C4B2C04F}"/>
              </a:ext>
            </a:extLst>
          </p:cNvPr>
          <p:cNvSpPr txBox="1"/>
          <p:nvPr/>
        </p:nvSpPr>
        <p:spPr>
          <a:xfrm>
            <a:off x="748748" y="4742051"/>
            <a:ext cx="234447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CH" sz="2000" err="1">
                <a:solidFill>
                  <a:srgbClr val="000000"/>
                </a:solidFill>
                <a:latin typeface="Calibri"/>
                <a:cs typeface="Calibri"/>
              </a:rPr>
              <a:t>Harmonized</a:t>
            </a:r>
            <a:r>
              <a:rPr lang="de-CH" sz="2000">
                <a:solidFill>
                  <a:srgbClr val="000000"/>
                </a:solidFill>
                <a:latin typeface="Calibri"/>
                <a:cs typeface="Calibri"/>
              </a:rPr>
              <a:t> </a:t>
            </a:r>
            <a:r>
              <a:rPr lang="de-CH" sz="2000" err="1">
                <a:solidFill>
                  <a:srgbClr val="000000"/>
                </a:solidFill>
                <a:latin typeface="Calibri"/>
                <a:cs typeface="Calibri"/>
              </a:rPr>
              <a:t>codelist</a:t>
            </a:r>
            <a:r>
              <a:rPr lang="de-CH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CH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de-CH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"matter" (PCME) &amp; </a:t>
            </a:r>
            <a:r>
              <a:rPr lang="de-CH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processes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562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F57E-83B4-7797-1A57-94F5ACB5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WS discussion</a:t>
            </a:r>
            <a:endParaRPr lang="en-US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9B1CA-CD3A-5F0A-06BB-0829B55612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What were the outcomes of the workshop discussion </a:t>
            </a:r>
            <a:r>
              <a:rPr lang="en-US" i="1" err="1"/>
              <a:t>w.r.t.</a:t>
            </a:r>
            <a:r>
              <a:rPr lang="en-US"/>
              <a:t> the TCs?</a:t>
            </a:r>
          </a:p>
          <a:p>
            <a:pPr lvl="1"/>
            <a:r>
              <a:rPr lang="en-US" i="1">
                <a:highlight>
                  <a:srgbClr val="FFFF00"/>
                </a:highlight>
              </a:rPr>
              <a:t>How</a:t>
            </a:r>
            <a:r>
              <a:rPr lang="en-US"/>
              <a:t> and </a:t>
            </a:r>
            <a:r>
              <a:rPr lang="en-US" i="1">
                <a:highlight>
                  <a:srgbClr val="FFFF00"/>
                </a:highlight>
              </a:rPr>
              <a:t>where</a:t>
            </a:r>
            <a:r>
              <a:rPr lang="en-US"/>
              <a:t> to find information about TCs?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9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A514-8DB0-B3F7-6561-C4D6C8DE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9499092" cy="554400"/>
          </a:xfrm>
        </p:spPr>
        <p:txBody>
          <a:bodyPr>
            <a:normAutofit/>
          </a:bodyPr>
          <a:lstStyle/>
          <a:p>
            <a:r>
              <a:rPr lang="en-US"/>
              <a:t>WS discussion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DFE-92CD-910A-DCFB-52364F65C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489829"/>
            <a:ext cx="9237386" cy="4772922"/>
          </a:xfrm>
        </p:spPr>
        <p:txBody>
          <a:bodyPr/>
          <a:lstStyle/>
          <a:p>
            <a:r>
              <a:rPr lang="en-US"/>
              <a:t>Potential sources for TC: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Industry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Exploring possibility of conducting sampling/batch tests?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Literature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Databases (e.g., </a:t>
            </a:r>
            <a:r>
              <a:rPr lang="en-US" err="1"/>
              <a:t>ecoinvent</a:t>
            </a:r>
            <a:r>
              <a:rPr lang="en-US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Where else?</a:t>
            </a:r>
          </a:p>
          <a:p>
            <a:r>
              <a:rPr lang="en-US"/>
              <a:t>Apart from CRMs, which other elements can we track?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US"/>
              <a:t>More detailed description of the processes in the WS: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Consumption of energy, water, chemicals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Capital and operating costs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Etc...</a:t>
            </a:r>
          </a:p>
        </p:txBody>
      </p:sp>
    </p:spTree>
    <p:extLst>
      <p:ext uri="{BB962C8B-B14F-4D97-AF65-F5344CB8AC3E}">
        <p14:creationId xmlns:p14="http://schemas.microsoft.com/office/powerpoint/2010/main" val="24683831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>
        <a:noAutofit/>
      </a:bodyPr>
      <a:lstStyle>
        <a:defPPr>
          <a:defRPr sz="3200" b="1" dirty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Props1.xml><?xml version="1.0" encoding="utf-8"?>
<ds:datastoreItem xmlns:ds="http://schemas.openxmlformats.org/officeDocument/2006/customXml" ds:itemID="{3DA220CD-47B1-4F45-913A-45937C4F6031}">
  <ds:schemaRefs>
    <ds:schemaRef ds:uri="07487076-d980-4c16-b3a0-35f4936cd682"/>
    <ds:schemaRef ds:uri="285f0efd-af34-4a8f-9bb5-f528a47a14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C9F48C7-5B2E-48BF-A9FB-C362A15EAE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67FA64-50D2-431D-B805-CE0796AEF392}">
  <ds:schemaRefs>
    <ds:schemaRef ds:uri="07487076-d980-4c16-b3a0-35f4936cd682"/>
    <ds:schemaRef ds:uri="285f0efd-af34-4a8f-9bb5-f528a47a14a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Thème Office</vt:lpstr>
      <vt:lpstr>PowerPoint Presentation</vt:lpstr>
      <vt:lpstr>Task force</vt:lpstr>
      <vt:lpstr>Ongoing activities</vt:lpstr>
      <vt:lpstr>Timeline</vt:lpstr>
      <vt:lpstr>WS discussion</vt:lpstr>
      <vt:lpstr>WS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Lorem ipsum dor si met</dc:title>
  <dc:creator>Team Spade</dc:creator>
  <cp:revision>12</cp:revision>
  <dcterms:created xsi:type="dcterms:W3CDTF">2022-10-19T14:46:37Z</dcterms:created>
  <dcterms:modified xsi:type="dcterms:W3CDTF">2023-06-28T08:50:31Z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