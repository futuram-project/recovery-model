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B9986-095E-A8D1-2563-297EF33CD9FF}" v="2" dt="2023-07-12T07:25:42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Dowall, S.C. (Stewart)" userId="S::s.c.mcdowall_cml.leidenuniv.nl#ext#@weeeforum.onmicrosoft.com::8e52c618-aa7e-4478-bf5e-d8b66f2796b1" providerId="AD" clId="Web-{54EB9986-095E-A8D1-2563-297EF33CD9FF}"/>
    <pc:docChg chg="sldOrd">
      <pc:chgData name="McDowall, S.C. (Stewart)" userId="S::s.c.mcdowall_cml.leidenuniv.nl#ext#@weeeforum.onmicrosoft.com::8e52c618-aa7e-4478-bf5e-d8b66f2796b1" providerId="AD" clId="Web-{54EB9986-095E-A8D1-2563-297EF33CD9FF}" dt="2023-07-12T07:25:42.665" v="1"/>
      <pc:docMkLst>
        <pc:docMk/>
      </pc:docMkLst>
      <pc:sldChg chg="ord">
        <pc:chgData name="McDowall, S.C. (Stewart)" userId="S::s.c.mcdowall_cml.leidenuniv.nl#ext#@weeeforum.onmicrosoft.com::8e52c618-aa7e-4478-bf5e-d8b66f2796b1" providerId="AD" clId="Web-{54EB9986-095E-A8D1-2563-297EF33CD9FF}" dt="2023-07-12T07:25:42.665" v="1"/>
        <pc:sldMkLst>
          <pc:docMk/>
          <pc:sldMk cId="1154319434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D91A-B757-7BAC-B78A-B031DCB96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11F76-4897-6D91-89B0-DBCA5CAED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FD80-B18E-DEC1-8883-21037734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1857F-A820-0A8D-8AE1-3206B9BB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066D4-E8E8-837D-390B-E548E02A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490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9AD6-02AF-09A9-B774-3D347292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4E739-1C97-8AF8-C5C7-2A74D07D8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502DA-E570-A0F6-BC04-2726B1CE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82551-C268-630E-AD10-58DF9DBF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6B27-0BD0-E630-34A4-6A45909E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67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F153-1028-9AF4-0B05-455D3ED3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E641D-72C7-B6C7-B524-094AB4F94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82149-AE78-7320-A2A9-B93AA85D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803FE-F8FB-E145-FD23-ECCB45F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4A487-28D1-C380-D41D-817EDB28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27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F4A6-831D-86A9-D9DA-62A73869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E4FE7-BED4-1633-5FD4-9DD4FB3F9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0AFBC-86AF-862B-EFAB-F68CE3B7A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65746-C66A-2618-4C6E-F700BB8D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4704E-4EF2-E315-CC5C-253B741DE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B6884-7625-B37B-F038-637F93B8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13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5B1F-F7D8-5B3C-B90F-504AD225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30B7C-9FC7-B4B1-286B-7DC20A4E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D8DA3-DAD1-6BE1-E68D-8F30A87F6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4DF11-29A4-4F81-9842-18311552C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F9AF6-AE57-5A0D-2C57-978839563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8A9BC-2762-FBE4-0820-3ECD7FFE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4205D-1D9D-586D-0FB6-A67F6F91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5EBA1-8C01-1E09-ABCC-BFFF8730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74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2ECC-F495-0BF1-AAC7-28808ED8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7E63E-3713-C2B7-5078-612CA6E2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FF9B0-7DF8-797E-0C6B-CB601F5D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BE2BE-E00E-01D4-1E0F-AC93FF4A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51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699AE-3CE4-FF0A-EB6B-94AD1D27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7FCC4-88B3-CBDC-63E9-9EF435B1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6465-2CBD-A129-E33D-8920546E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3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24BF-3D69-6AE1-D073-1C695BE8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5FAA-19C1-51D7-FC08-DA3932168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7FFDE-FAAB-7792-3994-B20550E8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B10AF-3462-129A-1895-DB7D9DEF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8ECF0-E67F-100C-92CE-C406F6A2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4F227-BF75-B710-EF47-DE6FD2C7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5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44B5-0806-B887-40F3-28753077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4F413-5D4E-CFE7-192E-E709186C5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107A0-6CEB-31D9-A55D-8D5F67072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C9227-70BA-BA21-F931-73C6A6F0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D49EE-488B-C12D-470B-8BD0A8B2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55EB6-F22D-63C9-C0D6-14CFC06C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22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E125-CDC5-C272-EBD4-208C90C7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B1B21-E288-46CF-C156-878340A33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12004-2A41-15F1-163D-A15A13CF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3414B-1136-9FEB-A37E-D52BB29D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D9F5D-A1A7-BF57-18B9-CD894B18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74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4BD2D4-5CAB-724B-1B95-5FC82C69F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A259D-4220-4466-F1D7-2BF3FF255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D3684-02B9-0056-8604-A8B58A88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CF606-C333-69AC-B444-F371D7EB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0814-0450-440C-97CC-6013173D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71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246DB-B613-2444-71D5-FEB573A4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43ABF-DA2D-401E-ADD0-7651AC0C4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D612-17BC-D878-78DC-E1B0C184C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7082A-07C3-46A4-934C-FFE467EF36C0}" type="datetimeFigureOut">
              <a:rPr lang="en-GB" smtClean="0"/>
              <a:t>12/07/2023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35E7A-BE58-7235-2F29-2E50A1957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83BF9-D22C-5B84-A11E-99A2EF323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66BB7-0353-465A-93FA-4766B4755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23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056CE1-78E0-C20A-1E61-181AEE38A1CC}"/>
              </a:ext>
            </a:extLst>
          </p:cNvPr>
          <p:cNvSpPr/>
          <p:nvPr/>
        </p:nvSpPr>
        <p:spPr>
          <a:xfrm>
            <a:off x="2077795" y="2037349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collection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6A04C-F681-1BD2-A10B-E656E2604B5E}"/>
              </a:ext>
            </a:extLst>
          </p:cNvPr>
          <p:cNvSpPr/>
          <p:nvPr/>
        </p:nvSpPr>
        <p:spPr>
          <a:xfrm>
            <a:off x="5561814" y="843341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dismantle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D8008-3AB0-BCE4-DCE7-633AFB92C26B}"/>
              </a:ext>
            </a:extLst>
          </p:cNvPr>
          <p:cNvSpPr/>
          <p:nvPr/>
        </p:nvSpPr>
        <p:spPr>
          <a:xfrm>
            <a:off x="5561814" y="4025947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shredder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B87152-35BC-BDAF-792E-9E16B752C2C3}"/>
              </a:ext>
            </a:extLst>
          </p:cNvPr>
          <p:cNvSpPr/>
          <p:nvPr/>
        </p:nvSpPr>
        <p:spPr>
          <a:xfrm>
            <a:off x="781235" y="2414726"/>
            <a:ext cx="1281436" cy="186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63BCEB-F7B7-E161-C5CE-A617DCEEC38E}"/>
              </a:ext>
            </a:extLst>
          </p:cNvPr>
          <p:cNvSpPr/>
          <p:nvPr/>
        </p:nvSpPr>
        <p:spPr>
          <a:xfrm rot="19712401">
            <a:off x="3409865" y="1814186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4D1FBBD-2E64-E64B-89FE-F977E31625EC}"/>
              </a:ext>
            </a:extLst>
          </p:cNvPr>
          <p:cNvSpPr/>
          <p:nvPr/>
        </p:nvSpPr>
        <p:spPr>
          <a:xfrm rot="5400000">
            <a:off x="5164599" y="2767629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53F5DD-3EA9-B14D-8268-82A7C749DDE5}"/>
              </a:ext>
            </a:extLst>
          </p:cNvPr>
          <p:cNvSpPr/>
          <p:nvPr/>
        </p:nvSpPr>
        <p:spPr>
          <a:xfrm rot="2573257">
            <a:off x="3322713" y="3636632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78FBA-EEF0-77D7-8B58-F6191073816A}"/>
              </a:ext>
            </a:extLst>
          </p:cNvPr>
          <p:cNvSpPr txBox="1"/>
          <p:nvPr/>
        </p:nvSpPr>
        <p:spPr>
          <a:xfrm>
            <a:off x="848039" y="1907402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F_in_col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53A36-F225-5C3D-852B-4911E7672FF6}"/>
              </a:ext>
            </a:extLst>
          </p:cNvPr>
          <p:cNvSpPr txBox="1"/>
          <p:nvPr/>
        </p:nvSpPr>
        <p:spPr>
          <a:xfrm rot="19706022">
            <a:off x="3624393" y="1449625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F_col_dis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DD32B-4564-B317-A49B-92136A8A5540}"/>
              </a:ext>
            </a:extLst>
          </p:cNvPr>
          <p:cNvSpPr txBox="1"/>
          <p:nvPr/>
        </p:nvSpPr>
        <p:spPr>
          <a:xfrm rot="2622203">
            <a:off x="3901081" y="3304512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F_col_shr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6F43E-5330-8470-6E74-85BE2972A95C}"/>
              </a:ext>
            </a:extLst>
          </p:cNvPr>
          <p:cNvSpPr txBox="1"/>
          <p:nvPr/>
        </p:nvSpPr>
        <p:spPr>
          <a:xfrm rot="16200000">
            <a:off x="5244482" y="2603441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F_dis_shr</a:t>
            </a:r>
            <a:endParaRPr lang="en-GB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7C4161F-0D47-1DEC-D171-079047D8145D}"/>
              </a:ext>
            </a:extLst>
          </p:cNvPr>
          <p:cNvSpPr/>
          <p:nvPr/>
        </p:nvSpPr>
        <p:spPr>
          <a:xfrm>
            <a:off x="7096661" y="1176513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DE0106-F333-F547-B76D-78B434D51002}"/>
              </a:ext>
            </a:extLst>
          </p:cNvPr>
          <p:cNvSpPr txBox="1"/>
          <p:nvPr/>
        </p:nvSpPr>
        <p:spPr>
          <a:xfrm>
            <a:off x="7521065" y="807181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F_dis_out</a:t>
            </a:r>
            <a:endParaRPr lang="en-GB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2C2BE35-2A72-0908-982F-2686ED3BA972}"/>
              </a:ext>
            </a:extLst>
          </p:cNvPr>
          <p:cNvSpPr/>
          <p:nvPr/>
        </p:nvSpPr>
        <p:spPr>
          <a:xfrm>
            <a:off x="7096661" y="4388099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B19CA-8A11-3FF9-1381-8E5C7E58637A}"/>
              </a:ext>
            </a:extLst>
          </p:cNvPr>
          <p:cNvSpPr txBox="1"/>
          <p:nvPr/>
        </p:nvSpPr>
        <p:spPr>
          <a:xfrm>
            <a:off x="7407135" y="4019210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F_shr_out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90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056CE1-78E0-C20A-1E61-181AEE38A1CC}"/>
              </a:ext>
            </a:extLst>
          </p:cNvPr>
          <p:cNvSpPr/>
          <p:nvPr/>
        </p:nvSpPr>
        <p:spPr>
          <a:xfrm>
            <a:off x="7392560" y="1120922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collection</a:t>
            </a: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B87152-35BC-BDAF-792E-9E16B752C2C3}"/>
              </a:ext>
            </a:extLst>
          </p:cNvPr>
          <p:cNvSpPr/>
          <p:nvPr/>
        </p:nvSpPr>
        <p:spPr>
          <a:xfrm>
            <a:off x="6096000" y="1498299"/>
            <a:ext cx="1281436" cy="186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78FBA-EEF0-77D7-8B58-F6191073816A}"/>
              </a:ext>
            </a:extLst>
          </p:cNvPr>
          <p:cNvSpPr txBox="1"/>
          <p:nvPr/>
        </p:nvSpPr>
        <p:spPr>
          <a:xfrm>
            <a:off x="6162804" y="990976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F_in_col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99791-4978-03E3-B1F6-2116C9FC8A9A}"/>
              </a:ext>
            </a:extLst>
          </p:cNvPr>
          <p:cNvSpPr txBox="1"/>
          <p:nvPr/>
        </p:nvSpPr>
        <p:spPr>
          <a:xfrm>
            <a:off x="725403" y="643083"/>
            <a:ext cx="594239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F_in_col</a:t>
            </a:r>
            <a:r>
              <a:rPr lang="en-US" sz="1200" dirty="0"/>
              <a:t>(</a:t>
            </a:r>
            <a:r>
              <a:rPr lang="en-US" sz="1200" dirty="0" err="1"/>
              <a:t>p,c,m,e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E.g.: </a:t>
            </a:r>
          </a:p>
          <a:p>
            <a:r>
              <a:rPr lang="en-US" sz="1200" dirty="0"/>
              <a:t>p: cat 3 = 10 t	c: </a:t>
            </a:r>
            <a:r>
              <a:rPr lang="en-US" sz="1200" dirty="0" err="1"/>
              <a:t>PCBUnspecified</a:t>
            </a:r>
            <a:r>
              <a:rPr lang="en-US" sz="1200" dirty="0"/>
              <a:t> = 10%		e: Al = 20% 			 			e: Cu = 30%</a:t>
            </a:r>
          </a:p>
          <a:p>
            <a:r>
              <a:rPr lang="en-US" sz="1200" dirty="0"/>
              <a:t>	c: Cables = 20%		e: Al =1%			 			e: Cu = 90%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AluminiumAlloyUnspecified</a:t>
            </a:r>
            <a:r>
              <a:rPr lang="en-US" sz="1200" dirty="0"/>
              <a:t> = 5%	e: Al  = 70%			 			e: Cu = 3%</a:t>
            </a:r>
          </a:p>
          <a:p>
            <a:r>
              <a:rPr lang="en-US" sz="1200" dirty="0"/>
              <a:t>	m: Brass = 2% 			e: Al = 0% 			 			e: Cu = 5%</a:t>
            </a:r>
          </a:p>
          <a:p>
            <a:r>
              <a:rPr lang="en-US" sz="1200" dirty="0"/>
              <a:t>	m: Bronze = 3%		e: Al = 0% 			 			e: Cu = 5%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CopperAlloyUnspecified</a:t>
            </a:r>
            <a:r>
              <a:rPr lang="en-US" sz="1200" dirty="0"/>
              <a:t>= 1% 	e: Al = 2% 			 			e: Cu = 90%</a:t>
            </a:r>
          </a:p>
          <a:p>
            <a:endParaRPr lang="en-US" sz="1200" dirty="0"/>
          </a:p>
          <a:p>
            <a:r>
              <a:rPr lang="en-US" sz="1200" dirty="0"/>
              <a:t>p: cat 6 = 31 t	c: </a:t>
            </a:r>
            <a:r>
              <a:rPr lang="en-US" sz="1200" dirty="0" err="1"/>
              <a:t>PCBUnspecified</a:t>
            </a:r>
            <a:r>
              <a:rPr lang="en-US" sz="1200" dirty="0"/>
              <a:t> = 20%		e: Al = 30% 			 			e: Cu = 40%</a:t>
            </a:r>
          </a:p>
          <a:p>
            <a:r>
              <a:rPr lang="en-US" sz="1200" dirty="0"/>
              <a:t>	c: Cables = 10%		e: Al =2%			 			e: Cu = 91%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AluminiumAlloyUnspecified</a:t>
            </a:r>
            <a:r>
              <a:rPr lang="en-US" sz="1200" dirty="0"/>
              <a:t> = 4%	e: Al  = 71%			 			e: Cu = 4%</a:t>
            </a:r>
          </a:p>
          <a:p>
            <a:r>
              <a:rPr lang="en-US" sz="1200" dirty="0"/>
              <a:t>	m: Brass = 5% 			e: Al = 0% 			 			e: Cu = 5%</a:t>
            </a:r>
          </a:p>
          <a:p>
            <a:r>
              <a:rPr lang="en-US" sz="1200" dirty="0"/>
              <a:t>	m: Bronze = 7%		e: Al = 0% 			 			e: Cu = 5%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CopperAlloyUnspecified</a:t>
            </a:r>
            <a:r>
              <a:rPr lang="en-US" sz="1200" dirty="0"/>
              <a:t>= 3% 	e: Al = 2% 			 			e: Cu = 90%</a:t>
            </a:r>
          </a:p>
          <a:p>
            <a:r>
              <a:rPr lang="en-US" sz="1200" dirty="0"/>
              <a:t>…</a:t>
            </a:r>
          </a:p>
          <a:p>
            <a:endParaRPr lang="en-US" sz="1200" dirty="0"/>
          </a:p>
          <a:p>
            <a:r>
              <a:rPr lang="en-US" sz="1200" dirty="0"/>
              <a:t> </a:t>
            </a:r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34518B-6AF2-8ED6-6E2D-C04C688BE28E}"/>
              </a:ext>
            </a:extLst>
          </p:cNvPr>
          <p:cNvSpPr txBox="1"/>
          <p:nvPr/>
        </p:nvSpPr>
        <p:spPr>
          <a:xfrm>
            <a:off x="6877630" y="2362977"/>
            <a:ext cx="2540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Collection TC</a:t>
            </a:r>
          </a:p>
          <a:p>
            <a:endParaRPr lang="en-US" sz="1200" dirty="0"/>
          </a:p>
          <a:p>
            <a:r>
              <a:rPr lang="en-US" sz="1200" dirty="0"/>
              <a:t>E.g.: </a:t>
            </a:r>
          </a:p>
          <a:p>
            <a:r>
              <a:rPr lang="en-US" sz="1200" dirty="0"/>
              <a:t>p: 	all p = 40%</a:t>
            </a:r>
          </a:p>
          <a:p>
            <a:r>
              <a:rPr lang="en-US" sz="1200" dirty="0"/>
              <a:t>	cat 3 = 50% (Tech1)</a:t>
            </a:r>
          </a:p>
          <a:p>
            <a:r>
              <a:rPr lang="en-US" sz="1200" dirty="0"/>
              <a:t>	cat 3 = 60% (Tech2)</a:t>
            </a:r>
          </a:p>
          <a:p>
            <a:r>
              <a:rPr lang="en-US" sz="1200" dirty="0"/>
              <a:t>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8797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056CE1-78E0-C20A-1E61-181AEE38A1CC}"/>
              </a:ext>
            </a:extLst>
          </p:cNvPr>
          <p:cNvSpPr/>
          <p:nvPr/>
        </p:nvSpPr>
        <p:spPr>
          <a:xfrm>
            <a:off x="2077795" y="2037349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collection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6A04C-F681-1BD2-A10B-E656E2604B5E}"/>
              </a:ext>
            </a:extLst>
          </p:cNvPr>
          <p:cNvSpPr/>
          <p:nvPr/>
        </p:nvSpPr>
        <p:spPr>
          <a:xfrm>
            <a:off x="5561814" y="843341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dismantle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D8008-3AB0-BCE4-DCE7-633AFB92C26B}"/>
              </a:ext>
            </a:extLst>
          </p:cNvPr>
          <p:cNvSpPr/>
          <p:nvPr/>
        </p:nvSpPr>
        <p:spPr>
          <a:xfrm>
            <a:off x="5561814" y="4025947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shredder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B87152-35BC-BDAF-792E-9E16B752C2C3}"/>
              </a:ext>
            </a:extLst>
          </p:cNvPr>
          <p:cNvSpPr/>
          <p:nvPr/>
        </p:nvSpPr>
        <p:spPr>
          <a:xfrm>
            <a:off x="781235" y="2414726"/>
            <a:ext cx="1281436" cy="186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63BCEB-F7B7-E161-C5CE-A617DCEEC38E}"/>
              </a:ext>
            </a:extLst>
          </p:cNvPr>
          <p:cNvSpPr/>
          <p:nvPr/>
        </p:nvSpPr>
        <p:spPr>
          <a:xfrm rot="19712401">
            <a:off x="3409865" y="1814186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4D1FBBD-2E64-E64B-89FE-F977E31625EC}"/>
              </a:ext>
            </a:extLst>
          </p:cNvPr>
          <p:cNvSpPr/>
          <p:nvPr/>
        </p:nvSpPr>
        <p:spPr>
          <a:xfrm rot="5400000">
            <a:off x="5164599" y="2767629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53F5DD-3EA9-B14D-8268-82A7C749DDE5}"/>
              </a:ext>
            </a:extLst>
          </p:cNvPr>
          <p:cNvSpPr/>
          <p:nvPr/>
        </p:nvSpPr>
        <p:spPr>
          <a:xfrm rot="2573257">
            <a:off x="3322713" y="3636632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78FBA-EEF0-77D7-8B58-F6191073816A}"/>
              </a:ext>
            </a:extLst>
          </p:cNvPr>
          <p:cNvSpPr txBox="1"/>
          <p:nvPr/>
        </p:nvSpPr>
        <p:spPr>
          <a:xfrm>
            <a:off x="848039" y="1907403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F_in_col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53A36-F225-5C3D-852B-4911E7672FF6}"/>
              </a:ext>
            </a:extLst>
          </p:cNvPr>
          <p:cNvSpPr txBox="1"/>
          <p:nvPr/>
        </p:nvSpPr>
        <p:spPr>
          <a:xfrm rot="19706022">
            <a:off x="3624393" y="1449625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F_col_dis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DD32B-4564-B317-A49B-92136A8A5540}"/>
              </a:ext>
            </a:extLst>
          </p:cNvPr>
          <p:cNvSpPr txBox="1"/>
          <p:nvPr/>
        </p:nvSpPr>
        <p:spPr>
          <a:xfrm rot="2622203">
            <a:off x="3901081" y="3304512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F_col_shr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6F43E-5330-8470-6E74-85BE2972A95C}"/>
              </a:ext>
            </a:extLst>
          </p:cNvPr>
          <p:cNvSpPr txBox="1"/>
          <p:nvPr/>
        </p:nvSpPr>
        <p:spPr>
          <a:xfrm rot="16200000">
            <a:off x="5244482" y="2603441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F_dis_shr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454A7E-6BC9-7C45-6E8C-E42781E9D438}"/>
              </a:ext>
            </a:extLst>
          </p:cNvPr>
          <p:cNvSpPr txBox="1"/>
          <p:nvPr/>
        </p:nvSpPr>
        <p:spPr>
          <a:xfrm>
            <a:off x="7498001" y="1007530"/>
            <a:ext cx="59423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F_col_dis</a:t>
            </a:r>
            <a:r>
              <a:rPr lang="en-US" sz="1200" dirty="0"/>
              <a:t>(</a:t>
            </a:r>
            <a:r>
              <a:rPr lang="en-US" sz="1200" dirty="0" err="1"/>
              <a:t>p,c,m,e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E.g.: </a:t>
            </a:r>
          </a:p>
          <a:p>
            <a:r>
              <a:rPr lang="en-US" sz="1200" dirty="0"/>
              <a:t>p: cat 2 = 5 t		….</a:t>
            </a:r>
          </a:p>
          <a:p>
            <a:r>
              <a:rPr lang="en-US" sz="1200" dirty="0"/>
              <a:t>p: cat 6 = 16.4 t 	….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F_col_shr</a:t>
            </a:r>
            <a:r>
              <a:rPr lang="en-US" sz="1200" dirty="0"/>
              <a:t>(</a:t>
            </a:r>
            <a:r>
              <a:rPr lang="en-US" sz="1200" dirty="0" err="1"/>
              <a:t>p,c,m,e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E.g.:</a:t>
            </a:r>
          </a:p>
          <a:p>
            <a:r>
              <a:rPr lang="en-US" sz="1200" dirty="0"/>
              <a:t>p: cat 1 = 2 t		….</a:t>
            </a:r>
          </a:p>
          <a:p>
            <a:r>
              <a:rPr lang="en-US" sz="1200" dirty="0"/>
              <a:t>p: cat 3 = 5 t		….</a:t>
            </a:r>
          </a:p>
          <a:p>
            <a:r>
              <a:rPr lang="en-US" sz="1200" dirty="0"/>
              <a:t>p: cat 4 = 2 t		….</a:t>
            </a:r>
          </a:p>
          <a:p>
            <a:endParaRPr lang="en-US" sz="1200" dirty="0"/>
          </a:p>
          <a:p>
            <a:r>
              <a:rPr lang="en-US" sz="1200" dirty="0"/>
              <a:t>		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280662-8C85-5BBD-ADA6-D335A178A286}"/>
              </a:ext>
            </a:extLst>
          </p:cNvPr>
          <p:cNvSpPr txBox="1"/>
          <p:nvPr/>
        </p:nvSpPr>
        <p:spPr>
          <a:xfrm flipH="1">
            <a:off x="7769291" y="2276735"/>
            <a:ext cx="4046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Here it needs to assign output from process ‘collection’ to each output flow (example only products cat 2 and cat 6 goes to dismantle). 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98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36A04C-F681-1BD2-A10B-E656E2604B5E}"/>
              </a:ext>
            </a:extLst>
          </p:cNvPr>
          <p:cNvSpPr/>
          <p:nvPr/>
        </p:nvSpPr>
        <p:spPr>
          <a:xfrm>
            <a:off x="2490140" y="388764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dismantle</a:t>
            </a:r>
            <a:endParaRPr lang="en-GB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63BCEB-F7B7-E161-C5CE-A617DCEEC38E}"/>
              </a:ext>
            </a:extLst>
          </p:cNvPr>
          <p:cNvSpPr/>
          <p:nvPr/>
        </p:nvSpPr>
        <p:spPr>
          <a:xfrm rot="19712401">
            <a:off x="338191" y="1359609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4D1FBBD-2E64-E64B-89FE-F977E31625EC}"/>
              </a:ext>
            </a:extLst>
          </p:cNvPr>
          <p:cNvSpPr/>
          <p:nvPr/>
        </p:nvSpPr>
        <p:spPr>
          <a:xfrm rot="5400000">
            <a:off x="2092925" y="2313052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53A36-F225-5C3D-852B-4911E7672FF6}"/>
              </a:ext>
            </a:extLst>
          </p:cNvPr>
          <p:cNvSpPr txBox="1"/>
          <p:nvPr/>
        </p:nvSpPr>
        <p:spPr>
          <a:xfrm rot="19706022">
            <a:off x="552719" y="995048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F_col_dis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6F43E-5330-8470-6E74-85BE2972A95C}"/>
              </a:ext>
            </a:extLst>
          </p:cNvPr>
          <p:cNvSpPr txBox="1"/>
          <p:nvPr/>
        </p:nvSpPr>
        <p:spPr>
          <a:xfrm rot="16200000">
            <a:off x="2172808" y="2148864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F_dis_shr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454A7E-6BC9-7C45-6E8C-E42781E9D438}"/>
              </a:ext>
            </a:extLst>
          </p:cNvPr>
          <p:cNvSpPr txBox="1"/>
          <p:nvPr/>
        </p:nvSpPr>
        <p:spPr>
          <a:xfrm>
            <a:off x="4024987" y="1151228"/>
            <a:ext cx="594239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F_col_dis</a:t>
            </a:r>
            <a:r>
              <a:rPr lang="en-US" sz="1200" dirty="0"/>
              <a:t>(</a:t>
            </a:r>
            <a:r>
              <a:rPr lang="en-US" sz="1200" dirty="0" err="1"/>
              <a:t>p,c,m,e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/>
              <a:t>E.g.: </a:t>
            </a:r>
          </a:p>
          <a:p>
            <a:r>
              <a:rPr lang="en-US" sz="1200" dirty="0"/>
              <a:t>p: cat 2 = 5 t	</a:t>
            </a:r>
            <a:r>
              <a:rPr lang="en-US" sz="1200" dirty="0">
                <a:solidFill>
                  <a:schemeClr val="accent1"/>
                </a:solidFill>
              </a:rPr>
              <a:t>c: </a:t>
            </a:r>
            <a:r>
              <a:rPr lang="en-US" sz="1200" dirty="0" err="1">
                <a:solidFill>
                  <a:schemeClr val="accent1"/>
                </a:solidFill>
              </a:rPr>
              <a:t>PCBUnspecified</a:t>
            </a:r>
            <a:r>
              <a:rPr lang="en-US" sz="1200" dirty="0">
                <a:solidFill>
                  <a:schemeClr val="accent1"/>
                </a:solidFill>
              </a:rPr>
              <a:t> = 10%		e: Al = 20% 			 			e: Cu = 30%</a:t>
            </a:r>
          </a:p>
          <a:p>
            <a:r>
              <a:rPr lang="en-US" sz="1200" dirty="0"/>
              <a:t>	</a:t>
            </a:r>
            <a:r>
              <a:rPr lang="en-US" sz="1200" dirty="0">
                <a:solidFill>
                  <a:schemeClr val="accent1"/>
                </a:solidFill>
              </a:rPr>
              <a:t>c: Cables = 20%		e: Al =1%			 			e: Cu = 90%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AluminiumAlloyUnspecified</a:t>
            </a:r>
            <a:r>
              <a:rPr lang="en-US" sz="1200" dirty="0"/>
              <a:t> = 5%	e: Al  = 70%			 			e: Cu = 3%</a:t>
            </a:r>
          </a:p>
          <a:p>
            <a:r>
              <a:rPr lang="en-US" sz="1200" dirty="0"/>
              <a:t>	m: Brass = 2% 			e: Al = 0% 			 			e: Cu = 5%</a:t>
            </a:r>
          </a:p>
          <a:p>
            <a:r>
              <a:rPr lang="en-US" sz="1200" dirty="0"/>
              <a:t>	m: Bronze = 3%		e: Al = 0% 			 			e: Cu = 5%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CopperAlloyUnspecified</a:t>
            </a:r>
            <a:r>
              <a:rPr lang="en-US" sz="1200" dirty="0"/>
              <a:t>= 1% 	e: Al = 2% 			 			e: Cu = 90%</a:t>
            </a:r>
          </a:p>
          <a:p>
            <a:endParaRPr lang="en-US" sz="1200" dirty="0"/>
          </a:p>
          <a:p>
            <a:r>
              <a:rPr lang="en-US" sz="1200" dirty="0"/>
              <a:t>p: cat 6 = 16 t	</a:t>
            </a:r>
            <a:r>
              <a:rPr lang="en-US" sz="1200" dirty="0">
                <a:solidFill>
                  <a:schemeClr val="accent1"/>
                </a:solidFill>
              </a:rPr>
              <a:t>c: </a:t>
            </a:r>
            <a:r>
              <a:rPr lang="en-US" sz="1200" dirty="0" err="1">
                <a:solidFill>
                  <a:schemeClr val="accent1"/>
                </a:solidFill>
              </a:rPr>
              <a:t>PCBUnspecified</a:t>
            </a:r>
            <a:r>
              <a:rPr lang="en-US" sz="1200" dirty="0">
                <a:solidFill>
                  <a:schemeClr val="accent1"/>
                </a:solidFill>
              </a:rPr>
              <a:t> = 20%		e: Al = 30% 			 			e: Cu = 40%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	c: Cables = 10%		e: Al =2%			 			e: Cu = 91%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	m: </a:t>
            </a:r>
            <a:r>
              <a:rPr lang="en-US" sz="1200" dirty="0" err="1">
                <a:solidFill>
                  <a:schemeClr val="accent1"/>
                </a:solidFill>
              </a:rPr>
              <a:t>AluminiumAlloyUnspecified</a:t>
            </a:r>
            <a:r>
              <a:rPr lang="en-US" sz="1200" dirty="0">
                <a:solidFill>
                  <a:schemeClr val="accent1"/>
                </a:solidFill>
              </a:rPr>
              <a:t> = 4%	e: Al  = 71%			 			e: Cu = 4%</a:t>
            </a:r>
          </a:p>
          <a:p>
            <a:r>
              <a:rPr lang="en-US" sz="1200" dirty="0"/>
              <a:t>	m: Brass = 5% 			e: Al = 0% 			 			e: Cu = 5%</a:t>
            </a:r>
          </a:p>
          <a:p>
            <a:r>
              <a:rPr lang="en-US" sz="1200" dirty="0"/>
              <a:t>	m: Bronze = 7%		e: Al = 0% 			 			e: Cu = 5%</a:t>
            </a:r>
          </a:p>
          <a:p>
            <a:r>
              <a:rPr lang="en-US" sz="1200" dirty="0"/>
              <a:t>	m: </a:t>
            </a:r>
            <a:r>
              <a:rPr lang="en-US" sz="1200" dirty="0" err="1"/>
              <a:t>CopperAlloyUnspecified</a:t>
            </a:r>
            <a:r>
              <a:rPr lang="en-US" sz="1200" dirty="0"/>
              <a:t>= 3% 	e: Al = 2% 			 			e: Cu = 90%</a:t>
            </a:r>
          </a:p>
          <a:p>
            <a:r>
              <a:rPr lang="en-US" sz="1200" dirty="0"/>
              <a:t>…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		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</a:t>
            </a:r>
            <a:endParaRPr lang="en-GB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2B0D7-F2F4-F018-B077-B382BFBB12EF}"/>
              </a:ext>
            </a:extLst>
          </p:cNvPr>
          <p:cNvSpPr txBox="1"/>
          <p:nvPr/>
        </p:nvSpPr>
        <p:spPr>
          <a:xfrm>
            <a:off x="9094157" y="760327"/>
            <a:ext cx="343223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dismantle TC</a:t>
            </a:r>
          </a:p>
          <a:p>
            <a:endParaRPr lang="en-US" sz="1200" dirty="0"/>
          </a:p>
          <a:p>
            <a:r>
              <a:rPr lang="en-US" sz="1200" dirty="0"/>
              <a:t>E.g.: </a:t>
            </a:r>
          </a:p>
          <a:p>
            <a:r>
              <a:rPr lang="en-US" sz="1200" dirty="0" err="1"/>
              <a:t>p_to_c</a:t>
            </a:r>
            <a:r>
              <a:rPr lang="en-US" sz="1200" dirty="0"/>
              <a:t>: </a:t>
            </a:r>
          </a:p>
          <a:p>
            <a:r>
              <a:rPr lang="en-US" sz="1200" dirty="0"/>
              <a:t>	all p: 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PCBUnspecified</a:t>
            </a:r>
            <a:r>
              <a:rPr lang="en-US" sz="1200" dirty="0"/>
              <a:t>= 90%</a:t>
            </a:r>
          </a:p>
          <a:p>
            <a:r>
              <a:rPr lang="en-US" sz="1200" dirty="0"/>
              <a:t>	Cables= 85%</a:t>
            </a:r>
          </a:p>
          <a:p>
            <a:endParaRPr lang="en-US" sz="1200" dirty="0"/>
          </a:p>
          <a:p>
            <a:r>
              <a:rPr lang="en-US" sz="1200" dirty="0"/>
              <a:t>	cat 6: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PCBUnspecified</a:t>
            </a:r>
            <a:r>
              <a:rPr lang="en-US" sz="1200" dirty="0"/>
              <a:t>= 90%</a:t>
            </a:r>
          </a:p>
          <a:p>
            <a:r>
              <a:rPr lang="en-US" sz="1200" dirty="0"/>
              <a:t>	Cables= 90%</a:t>
            </a:r>
          </a:p>
          <a:p>
            <a:endParaRPr lang="en-US" sz="1200" dirty="0"/>
          </a:p>
          <a:p>
            <a:r>
              <a:rPr lang="en-US" sz="1200" dirty="0" err="1"/>
              <a:t>p_to_m</a:t>
            </a:r>
            <a:r>
              <a:rPr lang="en-US" sz="1200" dirty="0"/>
              <a:t>: </a:t>
            </a:r>
          </a:p>
          <a:p>
            <a:r>
              <a:rPr lang="en-US" sz="1200" dirty="0"/>
              <a:t>	cat 6: 	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AluminiumAlloyUnsp</a:t>
            </a:r>
            <a:r>
              <a:rPr lang="en-US" sz="1200" dirty="0"/>
              <a:t>. = 50%</a:t>
            </a:r>
          </a:p>
          <a:p>
            <a:endParaRPr lang="en-US" sz="1200" dirty="0"/>
          </a:p>
          <a:p>
            <a:r>
              <a:rPr lang="en-US" sz="1200" dirty="0"/>
              <a:t>	</a:t>
            </a:r>
            <a:endParaRPr lang="en-GB" sz="12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BB2CA29-883F-E4B6-D6AE-435DC8415EE2}"/>
              </a:ext>
            </a:extLst>
          </p:cNvPr>
          <p:cNvSpPr/>
          <p:nvPr/>
        </p:nvSpPr>
        <p:spPr>
          <a:xfrm>
            <a:off x="3899701" y="665854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6F8EE5-75D3-9B79-B65B-01F82BA6FABA}"/>
              </a:ext>
            </a:extLst>
          </p:cNvPr>
          <p:cNvSpPr txBox="1"/>
          <p:nvPr/>
        </p:nvSpPr>
        <p:spPr>
          <a:xfrm>
            <a:off x="4324105" y="296522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F_dis_out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21593-C0A3-81C3-9017-BF07D846ACFB}"/>
              </a:ext>
            </a:extLst>
          </p:cNvPr>
          <p:cNvSpPr txBox="1"/>
          <p:nvPr/>
        </p:nvSpPr>
        <p:spPr>
          <a:xfrm flipH="1">
            <a:off x="8630424" y="4290923"/>
            <a:ext cx="33011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Here it needs to assign output from process ‘dismantle’ to each output flow (example only removed components </a:t>
            </a:r>
            <a:r>
              <a:rPr lang="en-US" dirty="0" err="1">
                <a:solidFill>
                  <a:srgbClr val="FF0000"/>
                </a:solidFill>
              </a:rPr>
              <a:t>PCBUnsp</a:t>
            </a:r>
            <a:r>
              <a:rPr lang="en-US" dirty="0">
                <a:solidFill>
                  <a:srgbClr val="FF0000"/>
                </a:solidFill>
              </a:rPr>
              <a:t>., Cables and materials </a:t>
            </a:r>
            <a:r>
              <a:rPr lang="en-US" dirty="0" err="1">
                <a:solidFill>
                  <a:srgbClr val="FF0000"/>
                </a:solidFill>
              </a:rPr>
              <a:t>AluminiumAlloyUnsp</a:t>
            </a:r>
            <a:r>
              <a:rPr lang="en-US" dirty="0">
                <a:solidFill>
                  <a:srgbClr val="FF0000"/>
                </a:solidFill>
              </a:rPr>
              <a:t> goes to </a:t>
            </a:r>
            <a:r>
              <a:rPr lang="en-US" dirty="0" err="1">
                <a:solidFill>
                  <a:srgbClr val="FF0000"/>
                </a:solidFill>
              </a:rPr>
              <a:t>F_dis_out</a:t>
            </a:r>
            <a:r>
              <a:rPr lang="en-US" dirty="0">
                <a:solidFill>
                  <a:srgbClr val="FF0000"/>
                </a:solidFill>
              </a:rPr>
              <a:t> (according to TC) and the rest goes to </a:t>
            </a:r>
            <a:r>
              <a:rPr lang="en-US" dirty="0" err="1">
                <a:solidFill>
                  <a:srgbClr val="FF0000"/>
                </a:solidFill>
              </a:rPr>
              <a:t>F_dis_shr</a:t>
            </a:r>
            <a:r>
              <a:rPr lang="en-US" dirty="0">
                <a:solidFill>
                  <a:srgbClr val="FF0000"/>
                </a:solidFill>
              </a:rPr>
              <a:t>). From TC it’s always two outputs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31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BD8008-3AB0-BCE4-DCE7-633AFB92C26B}"/>
              </a:ext>
            </a:extLst>
          </p:cNvPr>
          <p:cNvSpPr/>
          <p:nvPr/>
        </p:nvSpPr>
        <p:spPr>
          <a:xfrm>
            <a:off x="3795153" y="4407682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shredder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4D1FBBD-2E64-E64B-89FE-F977E31625EC}"/>
              </a:ext>
            </a:extLst>
          </p:cNvPr>
          <p:cNvSpPr/>
          <p:nvPr/>
        </p:nvSpPr>
        <p:spPr>
          <a:xfrm rot="5400000">
            <a:off x="3397938" y="3149364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53F5DD-3EA9-B14D-8268-82A7C749DDE5}"/>
              </a:ext>
            </a:extLst>
          </p:cNvPr>
          <p:cNvSpPr/>
          <p:nvPr/>
        </p:nvSpPr>
        <p:spPr>
          <a:xfrm rot="2573257">
            <a:off x="1556052" y="4018367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DD32B-4564-B317-A49B-92136A8A5540}"/>
              </a:ext>
            </a:extLst>
          </p:cNvPr>
          <p:cNvSpPr txBox="1"/>
          <p:nvPr/>
        </p:nvSpPr>
        <p:spPr>
          <a:xfrm rot="2622203">
            <a:off x="2134420" y="3686247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F_col_shr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6F43E-5330-8470-6E74-85BE2972A95C}"/>
              </a:ext>
            </a:extLst>
          </p:cNvPr>
          <p:cNvSpPr txBox="1"/>
          <p:nvPr/>
        </p:nvSpPr>
        <p:spPr>
          <a:xfrm rot="16200000">
            <a:off x="3477821" y="2985176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F_dis_shr</a:t>
            </a:r>
            <a:endParaRPr lang="en-GB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2C2BE35-2A72-0908-982F-2686ED3BA972}"/>
              </a:ext>
            </a:extLst>
          </p:cNvPr>
          <p:cNvSpPr/>
          <p:nvPr/>
        </p:nvSpPr>
        <p:spPr>
          <a:xfrm>
            <a:off x="5330000" y="4769834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B19CA-8A11-3FF9-1381-8E5C7E58637A}"/>
              </a:ext>
            </a:extLst>
          </p:cNvPr>
          <p:cNvSpPr txBox="1"/>
          <p:nvPr/>
        </p:nvSpPr>
        <p:spPr>
          <a:xfrm>
            <a:off x="5640474" y="4400945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F_shr_out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C4985-BACB-28C2-39BB-413F06D19A64}"/>
              </a:ext>
            </a:extLst>
          </p:cNvPr>
          <p:cNvSpPr txBox="1"/>
          <p:nvPr/>
        </p:nvSpPr>
        <p:spPr>
          <a:xfrm>
            <a:off x="351104" y="3802521"/>
            <a:ext cx="1610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F_col_shr</a:t>
            </a:r>
            <a:r>
              <a:rPr lang="en-US" sz="1050" dirty="0"/>
              <a:t>(</a:t>
            </a:r>
            <a:r>
              <a:rPr lang="en-US" sz="1050" dirty="0" err="1"/>
              <a:t>p,c,m,e</a:t>
            </a:r>
            <a:r>
              <a:rPr lang="en-US" sz="1050" dirty="0"/>
              <a:t>)</a:t>
            </a:r>
          </a:p>
          <a:p>
            <a:endParaRPr lang="en-US" sz="1050" dirty="0"/>
          </a:p>
          <a:p>
            <a:r>
              <a:rPr lang="en-US" sz="1050" dirty="0"/>
              <a:t>p: cat 1 …</a:t>
            </a:r>
          </a:p>
          <a:p>
            <a:r>
              <a:rPr lang="en-US" sz="1050" dirty="0"/>
              <a:t>p: cat 3…</a:t>
            </a:r>
          </a:p>
          <a:p>
            <a:r>
              <a:rPr lang="en-US" sz="1050" dirty="0"/>
              <a:t>p: cat 4…</a:t>
            </a:r>
          </a:p>
          <a:p>
            <a:r>
              <a:rPr lang="en-US" sz="1050" dirty="0"/>
              <a:t>p: cat 5…</a:t>
            </a:r>
          </a:p>
          <a:p>
            <a:endParaRPr lang="en-US" sz="1050" dirty="0"/>
          </a:p>
          <a:p>
            <a:r>
              <a:rPr lang="en-US" sz="1050" dirty="0"/>
              <a:t> </a:t>
            </a:r>
            <a:endParaRPr lang="en-GB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DCC03E-1A19-1DB4-1229-3704F46EC251}"/>
              </a:ext>
            </a:extLst>
          </p:cNvPr>
          <p:cNvSpPr txBox="1"/>
          <p:nvPr/>
        </p:nvSpPr>
        <p:spPr>
          <a:xfrm>
            <a:off x="4435871" y="301960"/>
            <a:ext cx="5942391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F_dis_shr</a:t>
            </a:r>
            <a:r>
              <a:rPr lang="en-US" sz="900" dirty="0"/>
              <a:t> (</a:t>
            </a:r>
            <a:r>
              <a:rPr lang="en-US" sz="900" dirty="0" err="1"/>
              <a:t>c,m,e</a:t>
            </a:r>
            <a:r>
              <a:rPr lang="en-US" sz="900" dirty="0"/>
              <a:t>)</a:t>
            </a:r>
          </a:p>
          <a:p>
            <a:r>
              <a:rPr lang="en-US" sz="900" dirty="0"/>
              <a:t>From cat 2	</a:t>
            </a:r>
            <a:r>
              <a:rPr lang="en-US" sz="900" dirty="0">
                <a:solidFill>
                  <a:srgbClr val="FF0000"/>
                </a:solidFill>
              </a:rPr>
              <a:t>c: </a:t>
            </a:r>
            <a:r>
              <a:rPr lang="en-US" sz="900" dirty="0" err="1">
                <a:solidFill>
                  <a:srgbClr val="FF0000"/>
                </a:solidFill>
              </a:rPr>
              <a:t>PCBUnspecified</a:t>
            </a:r>
            <a:r>
              <a:rPr lang="en-US" sz="900" dirty="0">
                <a:solidFill>
                  <a:srgbClr val="FF0000"/>
                </a:solidFill>
              </a:rPr>
              <a:t> = 10%		e: Al = 20% 			 			e: Cu = 30%</a:t>
            </a:r>
          </a:p>
          <a:p>
            <a:r>
              <a:rPr lang="en-US" sz="900" dirty="0">
                <a:solidFill>
                  <a:srgbClr val="FF0000"/>
                </a:solidFill>
              </a:rPr>
              <a:t>	c: Cables = 20%			e: Al =1%			 			e: Cu = 90%</a:t>
            </a:r>
          </a:p>
          <a:p>
            <a:r>
              <a:rPr lang="en-US" sz="900" dirty="0"/>
              <a:t>	m: </a:t>
            </a:r>
            <a:r>
              <a:rPr lang="en-US" sz="900" dirty="0" err="1"/>
              <a:t>AluminiumAlloyUnspecified</a:t>
            </a:r>
            <a:r>
              <a:rPr lang="en-US" sz="900" dirty="0"/>
              <a:t> = 5%		e: Al  = 70%			 			e: Cu = 3%</a:t>
            </a:r>
          </a:p>
          <a:p>
            <a:r>
              <a:rPr lang="en-US" sz="900" dirty="0"/>
              <a:t>	m: Brass = 2% 			e: Al = 0% 			 			e: Cu = 5%</a:t>
            </a:r>
          </a:p>
          <a:p>
            <a:r>
              <a:rPr lang="en-US" sz="900" dirty="0"/>
              <a:t>	m: Bronze = 3%			e: Al = 0% 			 			e: Cu = 5%</a:t>
            </a:r>
          </a:p>
          <a:p>
            <a:r>
              <a:rPr lang="en-US" sz="900" dirty="0"/>
              <a:t>	m: </a:t>
            </a:r>
            <a:r>
              <a:rPr lang="en-US" sz="900" dirty="0" err="1"/>
              <a:t>CopperAlloyUnspecified</a:t>
            </a:r>
            <a:r>
              <a:rPr lang="en-US" sz="900" dirty="0"/>
              <a:t>= 1% 		e: Al = 2% 			 			e: Cu = 90%</a:t>
            </a:r>
          </a:p>
          <a:p>
            <a:endParaRPr lang="en-US" sz="900" dirty="0"/>
          </a:p>
          <a:p>
            <a:r>
              <a:rPr lang="en-US" sz="900" dirty="0"/>
              <a:t>From cat 6	</a:t>
            </a:r>
            <a:r>
              <a:rPr lang="en-US" sz="900" dirty="0">
                <a:solidFill>
                  <a:srgbClr val="FF0000"/>
                </a:solidFill>
              </a:rPr>
              <a:t>c: </a:t>
            </a:r>
            <a:r>
              <a:rPr lang="en-US" sz="900" dirty="0" err="1">
                <a:solidFill>
                  <a:srgbClr val="FF0000"/>
                </a:solidFill>
              </a:rPr>
              <a:t>PCBUnspecified</a:t>
            </a:r>
            <a:r>
              <a:rPr lang="en-US" sz="900" dirty="0">
                <a:solidFill>
                  <a:srgbClr val="FF0000"/>
                </a:solidFill>
              </a:rPr>
              <a:t> = 20%		e: Al = 30% 			 			e: Cu = 40%</a:t>
            </a:r>
          </a:p>
          <a:p>
            <a:r>
              <a:rPr lang="en-US" sz="900" dirty="0">
                <a:solidFill>
                  <a:srgbClr val="FF0000"/>
                </a:solidFill>
              </a:rPr>
              <a:t>	c: Cables = 10%			e: Al =2%			 			e: Cu = 91%</a:t>
            </a:r>
          </a:p>
          <a:p>
            <a:r>
              <a:rPr lang="en-US" sz="900" dirty="0">
                <a:solidFill>
                  <a:srgbClr val="FF0000"/>
                </a:solidFill>
              </a:rPr>
              <a:t>	m: </a:t>
            </a:r>
            <a:r>
              <a:rPr lang="en-US" sz="900" dirty="0" err="1">
                <a:solidFill>
                  <a:srgbClr val="FF0000"/>
                </a:solidFill>
              </a:rPr>
              <a:t>AluminiumAlloyUnspecified</a:t>
            </a:r>
            <a:r>
              <a:rPr lang="en-US" sz="900" dirty="0">
                <a:solidFill>
                  <a:srgbClr val="FF0000"/>
                </a:solidFill>
              </a:rPr>
              <a:t> = 4%		e: Al  = 71%			 			e: Cu = 4%</a:t>
            </a:r>
          </a:p>
          <a:p>
            <a:r>
              <a:rPr lang="en-US" sz="900" dirty="0"/>
              <a:t>	m: Brass = 5% 			e: Al = 0% 			 			e: Cu = 5%</a:t>
            </a:r>
          </a:p>
          <a:p>
            <a:r>
              <a:rPr lang="en-US" sz="900" dirty="0"/>
              <a:t>	m: Bronze = 7%			e: Al = 0% 			 			e: Cu = 5%</a:t>
            </a:r>
          </a:p>
          <a:p>
            <a:r>
              <a:rPr lang="en-US" sz="900" dirty="0"/>
              <a:t>	m: </a:t>
            </a:r>
            <a:r>
              <a:rPr lang="en-US" sz="900" dirty="0" err="1"/>
              <a:t>CopperAlloyUnspecified</a:t>
            </a:r>
            <a:r>
              <a:rPr lang="en-US" sz="900" dirty="0"/>
              <a:t>= 3% 		e: Al = 2% 			 			e: Cu = 90%</a:t>
            </a:r>
          </a:p>
          <a:p>
            <a:r>
              <a:rPr lang="en-US" sz="900" dirty="0"/>
              <a:t>…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		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</a:t>
            </a:r>
            <a:endParaRPr lang="en-GB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24D1FB-EBA6-0FD0-0F68-A540187EFDC7}"/>
              </a:ext>
            </a:extLst>
          </p:cNvPr>
          <p:cNvSpPr txBox="1"/>
          <p:nvPr/>
        </p:nvSpPr>
        <p:spPr>
          <a:xfrm flipH="1">
            <a:off x="5798445" y="5078712"/>
            <a:ext cx="54584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Here </a:t>
            </a:r>
            <a:r>
              <a:rPr lang="en-US" dirty="0" err="1">
                <a:solidFill>
                  <a:srgbClr val="FF0000"/>
                </a:solidFill>
              </a:rPr>
              <a:t>F_shr_out</a:t>
            </a:r>
            <a:r>
              <a:rPr lang="en-US" dirty="0">
                <a:solidFill>
                  <a:srgbClr val="FF0000"/>
                </a:solidFill>
              </a:rPr>
              <a:t> we can have SRM (s) in the MATTER: </a:t>
            </a:r>
          </a:p>
          <a:p>
            <a:r>
              <a:rPr lang="en-US" dirty="0">
                <a:solidFill>
                  <a:srgbClr val="FF0000"/>
                </a:solidFill>
              </a:rPr>
              <a:t>	- Fe (SRM) = ferrous rich scrap, </a:t>
            </a:r>
          </a:p>
          <a:p>
            <a:r>
              <a:rPr lang="en-US" dirty="0">
                <a:solidFill>
                  <a:srgbClr val="FF0000"/>
                </a:solidFill>
              </a:rPr>
              <a:t>	- Al (SRM) = </a:t>
            </a:r>
            <a:r>
              <a:rPr lang="en-US" dirty="0" err="1">
                <a:solidFill>
                  <a:srgbClr val="FF0000"/>
                </a:solidFill>
              </a:rPr>
              <a:t>aluminium</a:t>
            </a:r>
            <a:r>
              <a:rPr lang="en-US" dirty="0">
                <a:solidFill>
                  <a:srgbClr val="FF0000"/>
                </a:solidFill>
              </a:rPr>
              <a:t> rich scrap, </a:t>
            </a:r>
          </a:p>
          <a:p>
            <a:r>
              <a:rPr lang="en-US" dirty="0">
                <a:solidFill>
                  <a:srgbClr val="FF0000"/>
                </a:solidFill>
              </a:rPr>
              <a:t>	- Cu (SRM) = copper rich scrap. </a:t>
            </a:r>
          </a:p>
          <a:p>
            <a:r>
              <a:rPr lang="en-US" dirty="0">
                <a:solidFill>
                  <a:srgbClr val="FF0000"/>
                </a:solidFill>
              </a:rPr>
              <a:t>So </a:t>
            </a:r>
            <a:r>
              <a:rPr lang="en-US" dirty="0" err="1">
                <a:solidFill>
                  <a:srgbClr val="FF0000"/>
                </a:solidFill>
              </a:rPr>
              <a:t>F_shr_out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s,m,e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04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BD8008-3AB0-BCE4-DCE7-633AFB92C26B}"/>
              </a:ext>
            </a:extLst>
          </p:cNvPr>
          <p:cNvSpPr/>
          <p:nvPr/>
        </p:nvSpPr>
        <p:spPr>
          <a:xfrm>
            <a:off x="3795153" y="4407682"/>
            <a:ext cx="1281436" cy="92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shredder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4D1FBBD-2E64-E64B-89FE-F977E31625EC}"/>
              </a:ext>
            </a:extLst>
          </p:cNvPr>
          <p:cNvSpPr/>
          <p:nvPr/>
        </p:nvSpPr>
        <p:spPr>
          <a:xfrm rot="5400000">
            <a:off x="3397938" y="3149364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53F5DD-3EA9-B14D-8268-82A7C749DDE5}"/>
              </a:ext>
            </a:extLst>
          </p:cNvPr>
          <p:cNvSpPr/>
          <p:nvPr/>
        </p:nvSpPr>
        <p:spPr>
          <a:xfrm rot="2573257">
            <a:off x="1556052" y="4018367"/>
            <a:ext cx="2056629" cy="167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DD32B-4564-B317-A49B-92136A8A5540}"/>
              </a:ext>
            </a:extLst>
          </p:cNvPr>
          <p:cNvSpPr txBox="1"/>
          <p:nvPr/>
        </p:nvSpPr>
        <p:spPr>
          <a:xfrm rot="2622203">
            <a:off x="2134420" y="3686247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F_col_shr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6F43E-5330-8470-6E74-85BE2972A95C}"/>
              </a:ext>
            </a:extLst>
          </p:cNvPr>
          <p:cNvSpPr txBox="1"/>
          <p:nvPr/>
        </p:nvSpPr>
        <p:spPr>
          <a:xfrm rot="16200000">
            <a:off x="3477821" y="2985176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F_dis_shr</a:t>
            </a:r>
            <a:endParaRPr lang="en-GB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2C2BE35-2A72-0908-982F-2686ED3BA972}"/>
              </a:ext>
            </a:extLst>
          </p:cNvPr>
          <p:cNvSpPr/>
          <p:nvPr/>
        </p:nvSpPr>
        <p:spPr>
          <a:xfrm>
            <a:off x="5330000" y="4769834"/>
            <a:ext cx="1996636" cy="186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B19CA-8A11-3FF9-1381-8E5C7E58637A}"/>
              </a:ext>
            </a:extLst>
          </p:cNvPr>
          <p:cNvSpPr txBox="1"/>
          <p:nvPr/>
        </p:nvSpPr>
        <p:spPr>
          <a:xfrm>
            <a:off x="5640474" y="4400945"/>
            <a:ext cx="11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F_shr_out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C4985-BACB-28C2-39BB-413F06D19A64}"/>
              </a:ext>
            </a:extLst>
          </p:cNvPr>
          <p:cNvSpPr txBox="1"/>
          <p:nvPr/>
        </p:nvSpPr>
        <p:spPr>
          <a:xfrm>
            <a:off x="351104" y="3802521"/>
            <a:ext cx="1610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err="1"/>
              <a:t>F_col_shr</a:t>
            </a:r>
            <a:r>
              <a:rPr lang="en-US" sz="1050" dirty="0"/>
              <a:t>(</a:t>
            </a:r>
            <a:r>
              <a:rPr lang="en-US" sz="1050" dirty="0" err="1"/>
              <a:t>p,c,m,e</a:t>
            </a:r>
            <a:r>
              <a:rPr lang="en-US" sz="1050" dirty="0"/>
              <a:t>)</a:t>
            </a:r>
          </a:p>
          <a:p>
            <a:endParaRPr lang="en-US" sz="1050" dirty="0"/>
          </a:p>
          <a:p>
            <a:r>
              <a:rPr lang="en-US" sz="1050" dirty="0"/>
              <a:t>p: cat 1 …</a:t>
            </a:r>
          </a:p>
          <a:p>
            <a:r>
              <a:rPr lang="en-US" sz="1050" dirty="0"/>
              <a:t>p: cat 3…</a:t>
            </a:r>
          </a:p>
          <a:p>
            <a:r>
              <a:rPr lang="en-US" sz="1050" dirty="0"/>
              <a:t>p: cat 4…</a:t>
            </a:r>
          </a:p>
          <a:p>
            <a:r>
              <a:rPr lang="en-US" sz="1050" dirty="0"/>
              <a:t>p: cat 5…</a:t>
            </a:r>
          </a:p>
          <a:p>
            <a:endParaRPr lang="en-US" sz="1050" dirty="0"/>
          </a:p>
          <a:p>
            <a:r>
              <a:rPr lang="en-US" sz="1050" dirty="0"/>
              <a:t> </a:t>
            </a:r>
            <a:endParaRPr lang="en-GB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DCC03E-1A19-1DB4-1229-3704F46EC251}"/>
              </a:ext>
            </a:extLst>
          </p:cNvPr>
          <p:cNvSpPr txBox="1"/>
          <p:nvPr/>
        </p:nvSpPr>
        <p:spPr>
          <a:xfrm>
            <a:off x="4420528" y="267478"/>
            <a:ext cx="5942391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F_dis_shr</a:t>
            </a:r>
            <a:r>
              <a:rPr lang="en-US" sz="900" dirty="0"/>
              <a:t> (</a:t>
            </a:r>
            <a:r>
              <a:rPr lang="en-US" sz="900" dirty="0" err="1"/>
              <a:t>c,m,e</a:t>
            </a:r>
            <a:r>
              <a:rPr lang="en-US" sz="900" dirty="0"/>
              <a:t>)</a:t>
            </a:r>
          </a:p>
          <a:p>
            <a:r>
              <a:rPr lang="en-US" sz="900" dirty="0"/>
              <a:t>From cat 2	</a:t>
            </a:r>
            <a:r>
              <a:rPr lang="en-US" sz="900" dirty="0">
                <a:solidFill>
                  <a:srgbClr val="FF0000"/>
                </a:solidFill>
              </a:rPr>
              <a:t>c: </a:t>
            </a:r>
            <a:r>
              <a:rPr lang="en-US" sz="900" dirty="0" err="1">
                <a:solidFill>
                  <a:srgbClr val="FF0000"/>
                </a:solidFill>
              </a:rPr>
              <a:t>PCBUnspecified</a:t>
            </a:r>
            <a:r>
              <a:rPr lang="en-US" sz="900" dirty="0">
                <a:solidFill>
                  <a:srgbClr val="FF0000"/>
                </a:solidFill>
              </a:rPr>
              <a:t> = 10%		e: Al = 20% 			 			e: Cu = 30%</a:t>
            </a:r>
          </a:p>
          <a:p>
            <a:r>
              <a:rPr lang="en-US" sz="900" dirty="0">
                <a:solidFill>
                  <a:srgbClr val="FF0000"/>
                </a:solidFill>
              </a:rPr>
              <a:t>	c: Cables = 20%			e: Al =1%			 			e: Cu = 90%</a:t>
            </a:r>
          </a:p>
          <a:p>
            <a:r>
              <a:rPr lang="en-US" sz="900" dirty="0"/>
              <a:t>	m: </a:t>
            </a:r>
            <a:r>
              <a:rPr lang="en-US" sz="900" dirty="0" err="1"/>
              <a:t>AluminiumAlloyUnspecified</a:t>
            </a:r>
            <a:r>
              <a:rPr lang="en-US" sz="900" dirty="0"/>
              <a:t> = 5%		e: Al  = 70%			 			e: Cu = 3%</a:t>
            </a:r>
          </a:p>
          <a:p>
            <a:r>
              <a:rPr lang="en-US" sz="900" dirty="0"/>
              <a:t>	m: Brass = 2% 			e: Al = 0% 			 			e: Cu = 5%</a:t>
            </a:r>
          </a:p>
          <a:p>
            <a:r>
              <a:rPr lang="en-US" sz="900" dirty="0"/>
              <a:t>	m: Bronze = 3%			e: Al = 0% 			 			e: Cu = 5%</a:t>
            </a:r>
          </a:p>
          <a:p>
            <a:r>
              <a:rPr lang="en-US" sz="900" dirty="0"/>
              <a:t>	m: </a:t>
            </a:r>
            <a:r>
              <a:rPr lang="en-US" sz="900" dirty="0" err="1"/>
              <a:t>CopperAlloyUnspecified</a:t>
            </a:r>
            <a:r>
              <a:rPr lang="en-US" sz="900" dirty="0"/>
              <a:t>= 1% 		e: Al = 2% 			 			e: Cu = 90%</a:t>
            </a:r>
          </a:p>
          <a:p>
            <a:endParaRPr lang="en-US" sz="900" dirty="0"/>
          </a:p>
          <a:p>
            <a:r>
              <a:rPr lang="en-US" sz="900" dirty="0"/>
              <a:t>From cat 6	</a:t>
            </a:r>
            <a:r>
              <a:rPr lang="en-US" sz="900" dirty="0">
                <a:solidFill>
                  <a:srgbClr val="FF0000"/>
                </a:solidFill>
              </a:rPr>
              <a:t>c: </a:t>
            </a:r>
            <a:r>
              <a:rPr lang="en-US" sz="900" dirty="0" err="1">
                <a:solidFill>
                  <a:srgbClr val="FF0000"/>
                </a:solidFill>
              </a:rPr>
              <a:t>PCBUnspecified</a:t>
            </a:r>
            <a:r>
              <a:rPr lang="en-US" sz="900" dirty="0">
                <a:solidFill>
                  <a:srgbClr val="FF0000"/>
                </a:solidFill>
              </a:rPr>
              <a:t> = 20%		e: Al = 30% 			 			e: Cu = 40%</a:t>
            </a:r>
          </a:p>
          <a:p>
            <a:r>
              <a:rPr lang="en-US" sz="900" dirty="0">
                <a:solidFill>
                  <a:srgbClr val="FF0000"/>
                </a:solidFill>
              </a:rPr>
              <a:t>	c: Cables = 10%			e: Al =2%			 			e: Cu = 91%</a:t>
            </a:r>
          </a:p>
          <a:p>
            <a:r>
              <a:rPr lang="en-US" sz="900" dirty="0">
                <a:solidFill>
                  <a:srgbClr val="FF0000"/>
                </a:solidFill>
              </a:rPr>
              <a:t>	m: </a:t>
            </a:r>
            <a:r>
              <a:rPr lang="en-US" sz="900" dirty="0" err="1">
                <a:solidFill>
                  <a:srgbClr val="FF0000"/>
                </a:solidFill>
              </a:rPr>
              <a:t>AluminiumAlloyUnspecified</a:t>
            </a:r>
            <a:r>
              <a:rPr lang="en-US" sz="900" dirty="0">
                <a:solidFill>
                  <a:srgbClr val="FF0000"/>
                </a:solidFill>
              </a:rPr>
              <a:t> = 4%		e: Al  = 71%			 			e: Cu = 4%</a:t>
            </a:r>
          </a:p>
          <a:p>
            <a:r>
              <a:rPr lang="en-US" sz="900" dirty="0"/>
              <a:t>	m: Brass = 5% 			e: Al = 0% 			 			e: Cu = 5%</a:t>
            </a:r>
          </a:p>
          <a:p>
            <a:r>
              <a:rPr lang="en-US" sz="900" dirty="0"/>
              <a:t>	m: Bronze = 7%			e: Al = 0% 			 			e: Cu = 5%</a:t>
            </a:r>
          </a:p>
          <a:p>
            <a:r>
              <a:rPr lang="en-US" sz="900" dirty="0"/>
              <a:t>	m: </a:t>
            </a:r>
            <a:r>
              <a:rPr lang="en-US" sz="900" dirty="0" err="1"/>
              <a:t>CopperAlloyUnspecified</a:t>
            </a:r>
            <a:r>
              <a:rPr lang="en-US" sz="900" dirty="0"/>
              <a:t>= 3% 		e: Al = 2% 			 			e: Cu = 90%</a:t>
            </a:r>
          </a:p>
          <a:p>
            <a:r>
              <a:rPr lang="en-US" sz="900" dirty="0"/>
              <a:t>…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		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</a:t>
            </a:r>
            <a:endParaRPr lang="en-GB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24D1FB-EBA6-0FD0-0F68-A540187EFDC7}"/>
              </a:ext>
            </a:extLst>
          </p:cNvPr>
          <p:cNvSpPr txBox="1"/>
          <p:nvPr/>
        </p:nvSpPr>
        <p:spPr>
          <a:xfrm flipH="1">
            <a:off x="5640474" y="5151771"/>
            <a:ext cx="54584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Here </a:t>
            </a:r>
            <a:r>
              <a:rPr lang="en-US" dirty="0" err="1">
                <a:solidFill>
                  <a:srgbClr val="FF0000"/>
                </a:solidFill>
              </a:rPr>
              <a:t>F_shr_out</a:t>
            </a:r>
            <a:r>
              <a:rPr lang="en-US" dirty="0">
                <a:solidFill>
                  <a:srgbClr val="FF0000"/>
                </a:solidFill>
              </a:rPr>
              <a:t> we can have SRM (s) in the MATTER: </a:t>
            </a:r>
          </a:p>
          <a:p>
            <a:r>
              <a:rPr lang="en-US" dirty="0">
                <a:solidFill>
                  <a:srgbClr val="FF0000"/>
                </a:solidFill>
              </a:rPr>
              <a:t>	- Fe (SRM) = ferrous rich scrap, </a:t>
            </a:r>
          </a:p>
          <a:p>
            <a:r>
              <a:rPr lang="en-US" dirty="0">
                <a:solidFill>
                  <a:srgbClr val="FF0000"/>
                </a:solidFill>
              </a:rPr>
              <a:t>	- Al (SRM) = </a:t>
            </a:r>
            <a:r>
              <a:rPr lang="en-US" dirty="0" err="1">
                <a:solidFill>
                  <a:srgbClr val="FF0000"/>
                </a:solidFill>
              </a:rPr>
              <a:t>aluminium</a:t>
            </a:r>
            <a:r>
              <a:rPr lang="en-US" dirty="0">
                <a:solidFill>
                  <a:srgbClr val="FF0000"/>
                </a:solidFill>
              </a:rPr>
              <a:t> rich scrap, </a:t>
            </a:r>
          </a:p>
          <a:p>
            <a:r>
              <a:rPr lang="en-US" dirty="0">
                <a:solidFill>
                  <a:srgbClr val="FF0000"/>
                </a:solidFill>
              </a:rPr>
              <a:t>	- Cu (SRM) = copper rich scrap. </a:t>
            </a:r>
          </a:p>
          <a:p>
            <a:r>
              <a:rPr lang="en-US" dirty="0">
                <a:solidFill>
                  <a:srgbClr val="FF0000"/>
                </a:solidFill>
              </a:rPr>
              <a:t>So </a:t>
            </a:r>
            <a:r>
              <a:rPr lang="en-US" dirty="0" err="1">
                <a:solidFill>
                  <a:srgbClr val="FF0000"/>
                </a:solidFill>
              </a:rPr>
              <a:t>F_shr_out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s,m,e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7E85C2-7C6E-2FBF-638F-E2D3547874AC}"/>
              </a:ext>
            </a:extLst>
          </p:cNvPr>
          <p:cNvSpPr txBox="1"/>
          <p:nvPr/>
        </p:nvSpPr>
        <p:spPr>
          <a:xfrm>
            <a:off x="9088216" y="199877"/>
            <a:ext cx="343223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shredder TC</a:t>
            </a:r>
          </a:p>
          <a:p>
            <a:endParaRPr lang="en-US" sz="1200" dirty="0"/>
          </a:p>
          <a:p>
            <a:r>
              <a:rPr lang="en-US" sz="1200" dirty="0"/>
              <a:t>E.g.: </a:t>
            </a:r>
          </a:p>
          <a:p>
            <a:r>
              <a:rPr lang="en-US" sz="1200" dirty="0"/>
              <a:t>e(c)_</a:t>
            </a:r>
            <a:r>
              <a:rPr lang="en-US" sz="1200" dirty="0" err="1"/>
              <a:t>to_s</a:t>
            </a:r>
            <a:r>
              <a:rPr lang="en-US" sz="1200" dirty="0"/>
              <a:t>: </a:t>
            </a:r>
          </a:p>
          <a:p>
            <a:r>
              <a:rPr lang="en-US" sz="1200" dirty="0"/>
              <a:t>	Al: </a:t>
            </a:r>
          </a:p>
          <a:p>
            <a:r>
              <a:rPr lang="en-US" sz="1200" dirty="0"/>
              <a:t>	all c:</a:t>
            </a:r>
          </a:p>
          <a:p>
            <a:r>
              <a:rPr lang="en-US" sz="1200" dirty="0"/>
              <a:t>		Fe (SRM) = 2%</a:t>
            </a:r>
          </a:p>
          <a:p>
            <a:r>
              <a:rPr lang="en-US" sz="1200" dirty="0"/>
              <a:t>		Al (SRM) = 90%</a:t>
            </a:r>
          </a:p>
          <a:p>
            <a:r>
              <a:rPr lang="en-US" sz="1200" dirty="0"/>
              <a:t>		Cu (SRM) = 1%</a:t>
            </a:r>
          </a:p>
          <a:p>
            <a:r>
              <a:rPr lang="en-US" sz="1200" dirty="0"/>
              <a:t>	Cu: </a:t>
            </a:r>
          </a:p>
          <a:p>
            <a:r>
              <a:rPr lang="en-US" sz="1200" dirty="0"/>
              <a:t>	all c:</a:t>
            </a:r>
          </a:p>
          <a:p>
            <a:r>
              <a:rPr lang="en-US" sz="1200" dirty="0"/>
              <a:t>		Fe (SRM) = 1%</a:t>
            </a:r>
          </a:p>
          <a:p>
            <a:r>
              <a:rPr lang="en-US" sz="1200" dirty="0"/>
              <a:t>		Al (SRM) = 1%</a:t>
            </a:r>
          </a:p>
          <a:p>
            <a:r>
              <a:rPr lang="en-US" sz="1200" dirty="0"/>
              <a:t>		Cu (SRM) = 95%</a:t>
            </a:r>
          </a:p>
          <a:p>
            <a:endParaRPr lang="en-US" sz="1200" dirty="0"/>
          </a:p>
          <a:p>
            <a:r>
              <a:rPr lang="en-US" sz="1200" dirty="0" err="1"/>
              <a:t>m_to_s</a:t>
            </a:r>
            <a:r>
              <a:rPr lang="en-US" sz="1200" dirty="0"/>
              <a:t>: </a:t>
            </a:r>
          </a:p>
          <a:p>
            <a:r>
              <a:rPr lang="en-US" sz="1200" dirty="0"/>
              <a:t>	all m: 	</a:t>
            </a:r>
          </a:p>
          <a:p>
            <a:r>
              <a:rPr lang="en-US" sz="1200" dirty="0"/>
              <a:t>	Fe (SRM) = 15%</a:t>
            </a:r>
          </a:p>
          <a:p>
            <a:r>
              <a:rPr lang="en-US" sz="1200" dirty="0"/>
              <a:t>	Al (SRM) = 10%</a:t>
            </a:r>
          </a:p>
          <a:p>
            <a:r>
              <a:rPr lang="en-US" sz="1200" dirty="0"/>
              <a:t>	Cu (SRM) = 10%</a:t>
            </a:r>
          </a:p>
          <a:p>
            <a:endParaRPr lang="en-US" sz="1200" dirty="0"/>
          </a:p>
          <a:p>
            <a:r>
              <a:rPr lang="en-US" sz="1200" dirty="0"/>
              <a:t>	brass:</a:t>
            </a:r>
          </a:p>
          <a:p>
            <a:r>
              <a:rPr lang="en-US" sz="1200" dirty="0"/>
              <a:t>	Cu (SRM) = 70%</a:t>
            </a:r>
          </a:p>
          <a:p>
            <a:r>
              <a:rPr lang="en-US" sz="1200" dirty="0"/>
              <a:t>	Fe (SRM) = 10%</a:t>
            </a:r>
          </a:p>
          <a:p>
            <a:endParaRPr lang="en-US" sz="1200" dirty="0"/>
          </a:p>
          <a:p>
            <a:r>
              <a:rPr lang="en-US" sz="1200" dirty="0"/>
              <a:t>	</a:t>
            </a:r>
            <a:r>
              <a:rPr lang="en-US" sz="1200" dirty="0" err="1"/>
              <a:t>CopperAlloyUnsp</a:t>
            </a:r>
            <a:r>
              <a:rPr lang="en-US" sz="1200" dirty="0"/>
              <a:t>.</a:t>
            </a:r>
          </a:p>
          <a:p>
            <a:r>
              <a:rPr lang="en-US" sz="1200" dirty="0"/>
              <a:t>	Cu (SRM) = 90%</a:t>
            </a:r>
          </a:p>
          <a:p>
            <a:endParaRPr lang="en-US" sz="1200" dirty="0"/>
          </a:p>
          <a:p>
            <a:r>
              <a:rPr lang="en-US" sz="1200" dirty="0"/>
              <a:t>	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28265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92AA30-494A-48B6-B9A0-0F9239B02D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5f0efd-af34-4a8f-9bb5-f528a47a14ae"/>
    <ds:schemaRef ds:uri="07487076-d980-4c16-b3a0-35f4936cd6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D601A1-1CBA-4293-8A9C-34DDD8A670A0}">
  <ds:schemaRefs>
    <ds:schemaRef ds:uri="http://schemas.microsoft.com/office/2006/metadata/properties"/>
    <ds:schemaRef ds:uri="http://schemas.microsoft.com/office/infopath/2007/PartnerControls"/>
    <ds:schemaRef ds:uri="07487076-d980-4c16-b3a0-35f4936cd682"/>
    <ds:schemaRef ds:uri="285f0efd-af34-4a8f-9bb5-f528a47a14ae"/>
  </ds:schemaRefs>
</ds:datastoreItem>
</file>

<file path=customXml/itemProps3.xml><?xml version="1.0" encoding="utf-8"?>
<ds:datastoreItem xmlns:ds="http://schemas.openxmlformats.org/officeDocument/2006/customXml" ds:itemID="{D07E6175-AB8B-4279-BAB6-43AE440F37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2182</Words>
  <Application>Microsoft Office PowerPoint</Application>
  <PresentationFormat>Widescreen</PresentationFormat>
  <Paragraphs>220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Tales YAMAMOTO</dc:creator>
  <cp:lastModifiedBy>Tales YAMAMOTO</cp:lastModifiedBy>
  <cp:revision>3</cp:revision>
  <dcterms:created xsi:type="dcterms:W3CDTF">2023-06-27T06:11:23Z</dcterms:created>
  <dcterms:modified xsi:type="dcterms:W3CDTF">2023-07-12T07:25:48Z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