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521E79A-4CBD-455C-A84E-DE38A83BF1C4}">
  <a:tblStyle styleId="{7521E79A-4CBD-455C-A84E-DE38A83BF1C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schemas.openxmlformats.org/officeDocument/2006/relationships/slide" Target="slides/slide18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8efc994bf6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8efc994bf6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5ea0030fc1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5ea0030fc1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c1ea93563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c1ea93563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8efc994bf6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8efc994bf6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8efc994bf6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8efc994bf6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8efc994bf6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8efc994bf6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8efc994bf6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8efc994bf6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8efc994bf6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28efc994bf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8efc994bf6_0_3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8efc994bf6_0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c2094d66b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c2094d66b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28efc994bf6_0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28efc994bf6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c2094d66b5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2c2094d66b5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2c2094d66b5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2c2094d66b5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2c2094d66b5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2c2094d66b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2c2094d66b5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2c2094d66b5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2c2094d66b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2c2094d66b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2c2f90767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2c2f90767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2c2f90767a4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2c2f90767a4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575" y="656150"/>
            <a:ext cx="4300376" cy="35767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6228350" y="968250"/>
            <a:ext cx="579600" cy="3207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4616275" y="2401800"/>
            <a:ext cx="24078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2"/>
                </a:solidFill>
              </a:rPr>
              <a:t>∙ X        =     b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5115143" y="2186155"/>
            <a:ext cx="3841500" cy="716400"/>
          </a:xfrm>
          <a:prstGeom prst="parallelogram">
            <a:avLst>
              <a:gd fmla="val 111668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5903049" y="2374453"/>
            <a:ext cx="847200" cy="339900"/>
          </a:xfrm>
          <a:prstGeom prst="ellipse">
            <a:avLst/>
          </a:prstGeom>
          <a:solidFill>
            <a:srgbClr val="DD7E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C1</a:t>
            </a:r>
            <a:endParaRPr sz="1000"/>
          </a:p>
        </p:txBody>
      </p:sp>
      <p:sp>
        <p:nvSpPr>
          <p:cNvPr id="63" name="Google Shape;63;p14"/>
          <p:cNvSpPr/>
          <p:nvPr/>
        </p:nvSpPr>
        <p:spPr>
          <a:xfrm>
            <a:off x="7315769" y="2374453"/>
            <a:ext cx="847200" cy="339900"/>
          </a:xfrm>
          <a:prstGeom prst="ellipse">
            <a:avLst/>
          </a:prstGeom>
          <a:solidFill>
            <a:srgbClr val="DD7E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C2</a:t>
            </a:r>
            <a:endParaRPr sz="1000"/>
          </a:p>
        </p:txBody>
      </p:sp>
      <p:sp>
        <p:nvSpPr>
          <p:cNvPr id="64" name="Google Shape;64;p14"/>
          <p:cNvSpPr/>
          <p:nvPr/>
        </p:nvSpPr>
        <p:spPr>
          <a:xfrm>
            <a:off x="5111251" y="3192043"/>
            <a:ext cx="3841500" cy="716400"/>
          </a:xfrm>
          <a:prstGeom prst="parallelogram">
            <a:avLst>
              <a:gd fmla="val 111668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5899158" y="3380340"/>
            <a:ext cx="847200" cy="3399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M1</a:t>
            </a:r>
            <a:endParaRPr sz="1000"/>
          </a:p>
        </p:txBody>
      </p:sp>
      <p:sp>
        <p:nvSpPr>
          <p:cNvPr id="66" name="Google Shape;66;p14"/>
          <p:cNvSpPr/>
          <p:nvPr/>
        </p:nvSpPr>
        <p:spPr>
          <a:xfrm>
            <a:off x="7311877" y="3380340"/>
            <a:ext cx="847200" cy="3399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M2</a:t>
            </a:r>
            <a:endParaRPr sz="1000"/>
          </a:p>
        </p:txBody>
      </p:sp>
      <p:sp>
        <p:nvSpPr>
          <p:cNvPr id="67" name="Google Shape;67;p14"/>
          <p:cNvSpPr/>
          <p:nvPr/>
        </p:nvSpPr>
        <p:spPr>
          <a:xfrm>
            <a:off x="5115148" y="1125773"/>
            <a:ext cx="3841500" cy="716400"/>
          </a:xfrm>
          <a:prstGeom prst="parallelogram">
            <a:avLst>
              <a:gd fmla="val 111668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5903055" y="1314070"/>
            <a:ext cx="847200" cy="3399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P1</a:t>
            </a:r>
            <a:endParaRPr sz="1000"/>
          </a:p>
        </p:txBody>
      </p:sp>
      <p:sp>
        <p:nvSpPr>
          <p:cNvPr id="69" name="Google Shape;69;p14"/>
          <p:cNvSpPr/>
          <p:nvPr/>
        </p:nvSpPr>
        <p:spPr>
          <a:xfrm>
            <a:off x="7315774" y="1314070"/>
            <a:ext cx="847200" cy="3399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P2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5083949" y="4257011"/>
            <a:ext cx="3841500" cy="716400"/>
          </a:xfrm>
          <a:prstGeom prst="parallelogram">
            <a:avLst>
              <a:gd fmla="val 111668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7251270" y="4445258"/>
            <a:ext cx="847200" cy="3399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E2</a:t>
            </a:r>
            <a:endParaRPr sz="1000"/>
          </a:p>
        </p:txBody>
      </p:sp>
      <p:sp>
        <p:nvSpPr>
          <p:cNvPr id="72" name="Google Shape;72;p14"/>
          <p:cNvSpPr txBox="1"/>
          <p:nvPr/>
        </p:nvSpPr>
        <p:spPr>
          <a:xfrm rot="-2477680">
            <a:off x="4887024" y="1143149"/>
            <a:ext cx="1234219" cy="4469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D85C6"/>
                </a:solidFill>
              </a:rPr>
              <a:t>Product</a:t>
            </a:r>
            <a:endParaRPr>
              <a:solidFill>
                <a:srgbClr val="3D85C6"/>
              </a:solidFill>
            </a:endParaRPr>
          </a:p>
        </p:txBody>
      </p:sp>
      <p:sp>
        <p:nvSpPr>
          <p:cNvPr id="73" name="Google Shape;73;p14"/>
          <p:cNvSpPr txBox="1"/>
          <p:nvPr/>
        </p:nvSpPr>
        <p:spPr>
          <a:xfrm rot="-2477680">
            <a:off x="4819894" y="3251847"/>
            <a:ext cx="1234219" cy="4469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74EA7"/>
                </a:solidFill>
              </a:rPr>
              <a:t>Material</a:t>
            </a:r>
            <a:endParaRPr>
              <a:solidFill>
                <a:srgbClr val="674EA7"/>
              </a:solidFill>
            </a:endParaRPr>
          </a:p>
        </p:txBody>
      </p:sp>
      <p:sp>
        <p:nvSpPr>
          <p:cNvPr id="74" name="Google Shape;74;p14"/>
          <p:cNvSpPr txBox="1"/>
          <p:nvPr/>
        </p:nvSpPr>
        <p:spPr>
          <a:xfrm rot="-2477680">
            <a:off x="4818641" y="2245959"/>
            <a:ext cx="1234219" cy="4469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C0000"/>
                </a:solidFill>
              </a:rPr>
              <a:t>Component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75" name="Google Shape;75;p14"/>
          <p:cNvSpPr txBox="1"/>
          <p:nvPr/>
        </p:nvSpPr>
        <p:spPr>
          <a:xfrm rot="-2477680">
            <a:off x="4867894" y="4286970"/>
            <a:ext cx="1234219" cy="4469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8761D"/>
                </a:solidFill>
              </a:rPr>
              <a:t>Element</a:t>
            </a:r>
            <a:endParaRPr>
              <a:solidFill>
                <a:srgbClr val="38761D"/>
              </a:solidFill>
            </a:endParaRPr>
          </a:p>
        </p:txBody>
      </p:sp>
      <p:cxnSp>
        <p:nvCxnSpPr>
          <p:cNvPr id="76" name="Google Shape;76;p14"/>
          <p:cNvCxnSpPr>
            <a:stCxn id="68" idx="4"/>
            <a:endCxn id="62" idx="0"/>
          </p:cNvCxnSpPr>
          <p:nvPr/>
        </p:nvCxnSpPr>
        <p:spPr>
          <a:xfrm>
            <a:off x="6326655" y="1653970"/>
            <a:ext cx="0" cy="720600"/>
          </a:xfrm>
          <a:prstGeom prst="straightConnector1">
            <a:avLst/>
          </a:prstGeom>
          <a:noFill/>
          <a:ln cap="flat" cmpd="sng" w="28575">
            <a:solidFill>
              <a:srgbClr val="CC412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" name="Google Shape;77;p14"/>
          <p:cNvCxnSpPr>
            <a:stCxn id="68" idx="4"/>
            <a:endCxn id="63" idx="0"/>
          </p:cNvCxnSpPr>
          <p:nvPr/>
        </p:nvCxnSpPr>
        <p:spPr>
          <a:xfrm>
            <a:off x="6326655" y="1653970"/>
            <a:ext cx="1412700" cy="720600"/>
          </a:xfrm>
          <a:prstGeom prst="straightConnector1">
            <a:avLst/>
          </a:prstGeom>
          <a:noFill/>
          <a:ln cap="flat" cmpd="sng" w="9525">
            <a:solidFill>
              <a:srgbClr val="CC412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" name="Google Shape;78;p14"/>
          <p:cNvCxnSpPr/>
          <p:nvPr/>
        </p:nvCxnSpPr>
        <p:spPr>
          <a:xfrm flipH="1">
            <a:off x="6246549" y="2714353"/>
            <a:ext cx="3900" cy="666000"/>
          </a:xfrm>
          <a:prstGeom prst="straightConnector1">
            <a:avLst/>
          </a:prstGeom>
          <a:noFill/>
          <a:ln cap="flat" cmpd="sng" w="28575">
            <a:solidFill>
              <a:srgbClr val="8E7CC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" name="Google Shape;79;p14"/>
          <p:cNvCxnSpPr>
            <a:stCxn id="62" idx="4"/>
            <a:endCxn id="66" idx="0"/>
          </p:cNvCxnSpPr>
          <p:nvPr/>
        </p:nvCxnSpPr>
        <p:spPr>
          <a:xfrm>
            <a:off x="6326649" y="2714353"/>
            <a:ext cx="1408800" cy="666000"/>
          </a:xfrm>
          <a:prstGeom prst="straightConnector1">
            <a:avLst/>
          </a:prstGeom>
          <a:noFill/>
          <a:ln cap="flat" cmpd="sng" w="9525">
            <a:solidFill>
              <a:srgbClr val="8E7CC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" name="Google Shape;80;p14"/>
          <p:cNvCxnSpPr>
            <a:stCxn id="63" idx="4"/>
            <a:endCxn id="66" idx="0"/>
          </p:cNvCxnSpPr>
          <p:nvPr/>
        </p:nvCxnSpPr>
        <p:spPr>
          <a:xfrm flipH="1">
            <a:off x="7735469" y="2714353"/>
            <a:ext cx="3900" cy="666000"/>
          </a:xfrm>
          <a:prstGeom prst="straightConnector1">
            <a:avLst/>
          </a:prstGeom>
          <a:noFill/>
          <a:ln cap="flat" cmpd="sng" w="9525">
            <a:solidFill>
              <a:srgbClr val="8E7CC3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81" name="Google Shape;81;p14"/>
          <p:cNvCxnSpPr>
            <a:stCxn id="69" idx="4"/>
            <a:endCxn id="63" idx="0"/>
          </p:cNvCxnSpPr>
          <p:nvPr/>
        </p:nvCxnSpPr>
        <p:spPr>
          <a:xfrm>
            <a:off x="7739374" y="1653970"/>
            <a:ext cx="0" cy="720600"/>
          </a:xfrm>
          <a:prstGeom prst="straightConnector1">
            <a:avLst/>
          </a:prstGeom>
          <a:noFill/>
          <a:ln cap="flat" cmpd="sng" w="9525">
            <a:solidFill>
              <a:srgbClr val="CC4125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82" name="Google Shape;82;p14"/>
          <p:cNvCxnSpPr>
            <a:stCxn id="66" idx="4"/>
            <a:endCxn id="83" idx="0"/>
          </p:cNvCxnSpPr>
          <p:nvPr/>
        </p:nvCxnSpPr>
        <p:spPr>
          <a:xfrm flipH="1">
            <a:off x="6374377" y="3720240"/>
            <a:ext cx="1361100" cy="7251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" name="Google Shape;84;p14"/>
          <p:cNvCxnSpPr>
            <a:stCxn id="65" idx="4"/>
            <a:endCxn id="83" idx="0"/>
          </p:cNvCxnSpPr>
          <p:nvPr/>
        </p:nvCxnSpPr>
        <p:spPr>
          <a:xfrm>
            <a:off x="6322758" y="3720240"/>
            <a:ext cx="51600" cy="7251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" name="Google Shape;85;p14"/>
          <p:cNvCxnSpPr>
            <a:stCxn id="65" idx="4"/>
            <a:endCxn id="71" idx="0"/>
          </p:cNvCxnSpPr>
          <p:nvPr/>
        </p:nvCxnSpPr>
        <p:spPr>
          <a:xfrm>
            <a:off x="6322758" y="3720240"/>
            <a:ext cx="1352100" cy="7251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" name="Google Shape;86;p14"/>
          <p:cNvCxnSpPr>
            <a:stCxn id="69" idx="4"/>
            <a:endCxn id="62" idx="7"/>
          </p:cNvCxnSpPr>
          <p:nvPr/>
        </p:nvCxnSpPr>
        <p:spPr>
          <a:xfrm flipH="1">
            <a:off x="6626074" y="1653970"/>
            <a:ext cx="1113300" cy="770400"/>
          </a:xfrm>
          <a:prstGeom prst="straightConnector1">
            <a:avLst/>
          </a:prstGeom>
          <a:noFill/>
          <a:ln cap="flat" cmpd="sng" w="9525">
            <a:solidFill>
              <a:srgbClr val="CC4125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83" name="Google Shape;83;p14"/>
          <p:cNvSpPr/>
          <p:nvPr/>
        </p:nvSpPr>
        <p:spPr>
          <a:xfrm>
            <a:off x="5950795" y="4445258"/>
            <a:ext cx="847200" cy="3399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E1</a:t>
            </a:r>
            <a:endParaRPr sz="1000"/>
          </a:p>
        </p:txBody>
      </p:sp>
      <p:cxnSp>
        <p:nvCxnSpPr>
          <p:cNvPr id="87" name="Google Shape;87;p14"/>
          <p:cNvCxnSpPr/>
          <p:nvPr/>
        </p:nvCxnSpPr>
        <p:spPr>
          <a:xfrm flipH="1">
            <a:off x="6378169" y="2714353"/>
            <a:ext cx="3900" cy="666000"/>
          </a:xfrm>
          <a:prstGeom prst="straightConnector1">
            <a:avLst/>
          </a:prstGeom>
          <a:noFill/>
          <a:ln cap="flat" cmpd="sng" w="28575">
            <a:solidFill>
              <a:srgbClr val="8E7CC3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88" name="Google Shape;88;p14"/>
          <p:cNvCxnSpPr>
            <a:stCxn id="62" idx="4"/>
            <a:endCxn id="66" idx="1"/>
          </p:cNvCxnSpPr>
          <p:nvPr/>
        </p:nvCxnSpPr>
        <p:spPr>
          <a:xfrm>
            <a:off x="6326649" y="2714353"/>
            <a:ext cx="1109400" cy="715800"/>
          </a:xfrm>
          <a:prstGeom prst="straightConnector1">
            <a:avLst/>
          </a:prstGeom>
          <a:noFill/>
          <a:ln cap="flat" cmpd="sng" w="9525">
            <a:solidFill>
              <a:srgbClr val="8E7CC3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89" name="Google Shape;89;p14"/>
          <p:cNvCxnSpPr/>
          <p:nvPr/>
        </p:nvCxnSpPr>
        <p:spPr>
          <a:xfrm flipH="1">
            <a:off x="7832424" y="2714353"/>
            <a:ext cx="3900" cy="666000"/>
          </a:xfrm>
          <a:prstGeom prst="straightConnector1">
            <a:avLst/>
          </a:prstGeom>
          <a:noFill/>
          <a:ln cap="flat" cmpd="sng" w="9525">
            <a:solidFill>
              <a:srgbClr val="8E7CC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" name="Google Shape;90;p14"/>
          <p:cNvCxnSpPr>
            <a:stCxn id="63" idx="4"/>
          </p:cNvCxnSpPr>
          <p:nvPr/>
        </p:nvCxnSpPr>
        <p:spPr>
          <a:xfrm flipH="1">
            <a:off x="6492569" y="2714353"/>
            <a:ext cx="1246800" cy="672900"/>
          </a:xfrm>
          <a:prstGeom prst="straightConnector1">
            <a:avLst/>
          </a:prstGeom>
          <a:noFill/>
          <a:ln cap="flat" cmpd="sng" w="9525">
            <a:solidFill>
              <a:srgbClr val="8E7CC3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91" name="Google Shape;91;p14"/>
          <p:cNvCxnSpPr>
            <a:endCxn id="65" idx="0"/>
          </p:cNvCxnSpPr>
          <p:nvPr/>
        </p:nvCxnSpPr>
        <p:spPr>
          <a:xfrm flipH="1">
            <a:off x="6322758" y="2722740"/>
            <a:ext cx="1287900" cy="657600"/>
          </a:xfrm>
          <a:prstGeom prst="straightConnector1">
            <a:avLst/>
          </a:prstGeom>
          <a:noFill/>
          <a:ln cap="flat" cmpd="sng" w="9525">
            <a:solidFill>
              <a:srgbClr val="8E7CC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" name="Google Shape;92;p14"/>
          <p:cNvCxnSpPr>
            <a:stCxn id="66" idx="4"/>
            <a:endCxn id="71" idx="0"/>
          </p:cNvCxnSpPr>
          <p:nvPr/>
        </p:nvCxnSpPr>
        <p:spPr>
          <a:xfrm flipH="1">
            <a:off x="7674877" y="3720240"/>
            <a:ext cx="60600" cy="7251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" name="Google Shape;93;p14"/>
          <p:cNvSpPr txBox="1"/>
          <p:nvPr/>
        </p:nvSpPr>
        <p:spPr>
          <a:xfrm>
            <a:off x="7735450" y="3912775"/>
            <a:ext cx="4983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2"/>
                </a:solidFill>
              </a:rPr>
              <a:t>x8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1784125" y="1869225"/>
            <a:ext cx="23067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2"/>
                </a:solidFill>
              </a:rPr>
              <a:t>F1, P1, C1, ∅, ∅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5127473" y="108848"/>
            <a:ext cx="3841500" cy="716400"/>
          </a:xfrm>
          <a:prstGeom prst="parallelogram">
            <a:avLst>
              <a:gd fmla="val 111668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6601180" y="297145"/>
            <a:ext cx="847200" cy="339900"/>
          </a:xfrm>
          <a:prstGeom prst="ellipse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F</a:t>
            </a:r>
            <a:r>
              <a:rPr lang="en-GB" sz="1000"/>
              <a:t>1</a:t>
            </a:r>
            <a:endParaRPr sz="1000"/>
          </a:p>
        </p:txBody>
      </p:sp>
      <p:sp>
        <p:nvSpPr>
          <p:cNvPr id="97" name="Google Shape;97;p14"/>
          <p:cNvSpPr txBox="1"/>
          <p:nvPr/>
        </p:nvSpPr>
        <p:spPr>
          <a:xfrm rot="-2477680">
            <a:off x="4899349" y="126224"/>
            <a:ext cx="1234219" cy="4469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BF9000"/>
                </a:solidFill>
              </a:rPr>
              <a:t>Flow</a:t>
            </a:r>
            <a:endParaRPr>
              <a:solidFill>
                <a:srgbClr val="BF9000"/>
              </a:solidFill>
            </a:endParaRPr>
          </a:p>
        </p:txBody>
      </p:sp>
      <p:cxnSp>
        <p:nvCxnSpPr>
          <p:cNvPr id="98" name="Google Shape;98;p14"/>
          <p:cNvCxnSpPr/>
          <p:nvPr/>
        </p:nvCxnSpPr>
        <p:spPr>
          <a:xfrm flipH="1">
            <a:off x="6295855" y="637095"/>
            <a:ext cx="698100" cy="677100"/>
          </a:xfrm>
          <a:prstGeom prst="straightConnector1">
            <a:avLst/>
          </a:prstGeom>
          <a:noFill/>
          <a:ln cap="flat" cmpd="sng" w="28575">
            <a:solidFill>
              <a:srgbClr val="6D9EE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" name="Google Shape;99;p14"/>
          <p:cNvCxnSpPr>
            <a:stCxn id="94" idx="3"/>
          </p:cNvCxnSpPr>
          <p:nvPr/>
        </p:nvCxnSpPr>
        <p:spPr>
          <a:xfrm flipH="1" rot="10800000">
            <a:off x="4090825" y="1985775"/>
            <a:ext cx="2232600" cy="5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" name="Google Shape;100;p14"/>
          <p:cNvSpPr txBox="1"/>
          <p:nvPr/>
        </p:nvSpPr>
        <p:spPr>
          <a:xfrm>
            <a:off x="2086775" y="881813"/>
            <a:ext cx="23067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2"/>
                </a:solidFill>
              </a:rPr>
              <a:t>F1, P1, ∅, ∅, ∅</a:t>
            </a:r>
            <a:endParaRPr sz="2000">
              <a:solidFill>
                <a:schemeClr val="dk2"/>
              </a:solidFill>
            </a:endParaRPr>
          </a:p>
        </p:txBody>
      </p:sp>
      <p:cxnSp>
        <p:nvCxnSpPr>
          <p:cNvPr id="101" name="Google Shape;101;p14"/>
          <p:cNvCxnSpPr>
            <a:stCxn id="100" idx="3"/>
          </p:cNvCxnSpPr>
          <p:nvPr/>
        </p:nvCxnSpPr>
        <p:spPr>
          <a:xfrm flipH="1" rot="10800000">
            <a:off x="4393475" y="998363"/>
            <a:ext cx="2232600" cy="5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" name="Google Shape;102;p14"/>
          <p:cNvSpPr txBox="1"/>
          <p:nvPr/>
        </p:nvSpPr>
        <p:spPr>
          <a:xfrm>
            <a:off x="1690375" y="2877400"/>
            <a:ext cx="23067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2"/>
                </a:solidFill>
              </a:rPr>
              <a:t>F1, P1, C1, M1, ∅</a:t>
            </a:r>
            <a:endParaRPr sz="2000">
              <a:solidFill>
                <a:schemeClr val="dk2"/>
              </a:solidFill>
            </a:endParaRPr>
          </a:p>
        </p:txBody>
      </p:sp>
      <p:cxnSp>
        <p:nvCxnSpPr>
          <p:cNvPr id="103" name="Google Shape;103;p14"/>
          <p:cNvCxnSpPr>
            <a:stCxn id="102" idx="3"/>
          </p:cNvCxnSpPr>
          <p:nvPr/>
        </p:nvCxnSpPr>
        <p:spPr>
          <a:xfrm flipH="1" rot="10800000">
            <a:off x="3997075" y="2972650"/>
            <a:ext cx="2258400" cy="7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4"/>
          <p:cNvCxnSpPr>
            <a:stCxn id="96" idx="4"/>
            <a:endCxn id="69" idx="0"/>
          </p:cNvCxnSpPr>
          <p:nvPr/>
        </p:nvCxnSpPr>
        <p:spPr>
          <a:xfrm>
            <a:off x="7024780" y="637045"/>
            <a:ext cx="714600" cy="677100"/>
          </a:xfrm>
          <a:prstGeom prst="straightConnector1">
            <a:avLst/>
          </a:prstGeom>
          <a:noFill/>
          <a:ln cap="flat" cmpd="sng" w="9525">
            <a:solidFill>
              <a:srgbClr val="6D9EE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5" name="Google Shape;105;p14"/>
          <p:cNvSpPr txBox="1"/>
          <p:nvPr/>
        </p:nvSpPr>
        <p:spPr>
          <a:xfrm>
            <a:off x="1690375" y="3182200"/>
            <a:ext cx="23067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2"/>
                </a:solidFill>
              </a:rPr>
              <a:t>F1, P2, C1, M1, ∅</a:t>
            </a:r>
            <a:endParaRPr sz="2000">
              <a:solidFill>
                <a:schemeClr val="dk2"/>
              </a:solidFill>
            </a:endParaRPr>
          </a:p>
        </p:txBody>
      </p:sp>
      <p:cxnSp>
        <p:nvCxnSpPr>
          <p:cNvPr id="106" name="Google Shape;106;p14"/>
          <p:cNvCxnSpPr>
            <a:stCxn id="105" idx="3"/>
          </p:cNvCxnSpPr>
          <p:nvPr/>
        </p:nvCxnSpPr>
        <p:spPr>
          <a:xfrm flipH="1" rot="10800000">
            <a:off x="3997075" y="3021850"/>
            <a:ext cx="2381700" cy="33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7" name="Google Shape;107;p14"/>
          <p:cNvSpPr txBox="1"/>
          <p:nvPr/>
        </p:nvSpPr>
        <p:spPr>
          <a:xfrm>
            <a:off x="79400" y="41275"/>
            <a:ext cx="44103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2"/>
                </a:solidFill>
              </a:rPr>
              <a:t>Meaning of ‘∅’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/>
          <p:nvPr/>
        </p:nvSpPr>
        <p:spPr>
          <a:xfrm>
            <a:off x="4981975" y="3781175"/>
            <a:ext cx="216000" cy="2160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3550825" y="3781175"/>
            <a:ext cx="216000" cy="2160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3058475" y="3781175"/>
            <a:ext cx="216000" cy="2160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383350" y="297925"/>
            <a:ext cx="84360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2"/>
                </a:solidFill>
              </a:rPr>
              <a:t>(</a:t>
            </a:r>
            <a:r>
              <a:rPr lang="en-GB" sz="1700">
                <a:solidFill>
                  <a:schemeClr val="dk2"/>
                </a:solidFill>
              </a:rPr>
              <a:t>F2,∅,</a:t>
            </a:r>
            <a:r>
              <a:rPr lang="en-GB" sz="1700">
                <a:solidFill>
                  <a:schemeClr val="dk2"/>
                </a:solidFill>
              </a:rPr>
              <a:t>∅</a:t>
            </a:r>
            <a:r>
              <a:rPr lang="en-GB" sz="1700">
                <a:solidFill>
                  <a:schemeClr val="dk2"/>
                </a:solidFill>
              </a:rPr>
              <a:t>,</a:t>
            </a:r>
            <a:r>
              <a:rPr lang="en-GB" sz="1700">
                <a:solidFill>
                  <a:schemeClr val="dk1"/>
                </a:solidFill>
              </a:rPr>
              <a:t>M1</a:t>
            </a:r>
            <a:r>
              <a:rPr lang="en-GB" sz="1700">
                <a:solidFill>
                  <a:schemeClr val="dk2"/>
                </a:solidFill>
              </a:rPr>
              <a:t>,∅)   </a:t>
            </a:r>
            <a:r>
              <a:rPr lang="en-GB" sz="1700">
                <a:solidFill>
                  <a:srgbClr val="CC0000"/>
                </a:solidFill>
              </a:rPr>
              <a:t>=</a:t>
            </a:r>
            <a:r>
              <a:rPr lang="en-GB" sz="1700">
                <a:solidFill>
                  <a:schemeClr val="dk2"/>
                </a:solidFill>
              </a:rPr>
              <a:t>   </a:t>
            </a:r>
            <a:r>
              <a:rPr b="1" lang="en-GB" sz="1700">
                <a:solidFill>
                  <a:schemeClr val="dk2"/>
                </a:solidFill>
              </a:rPr>
              <a:t>α</a:t>
            </a:r>
            <a:r>
              <a:rPr lang="en-GB" sz="1700">
                <a:solidFill>
                  <a:schemeClr val="dk2"/>
                </a:solidFill>
              </a:rPr>
              <a:t>∙</a:t>
            </a:r>
            <a:r>
              <a:rPr lang="en-GB" sz="1700">
                <a:solidFill>
                  <a:schemeClr val="dk2"/>
                </a:solidFill>
              </a:rPr>
              <a:t>(F1,P1,C1,</a:t>
            </a:r>
            <a:r>
              <a:rPr lang="en-GB" sz="1700">
                <a:solidFill>
                  <a:schemeClr val="dk1"/>
                </a:solidFill>
              </a:rPr>
              <a:t>M1</a:t>
            </a:r>
            <a:r>
              <a:rPr lang="en-GB" sz="1700">
                <a:solidFill>
                  <a:schemeClr val="dk2"/>
                </a:solidFill>
              </a:rPr>
              <a:t>,∅) </a:t>
            </a:r>
            <a:r>
              <a:rPr lang="en-GB" sz="1700">
                <a:solidFill>
                  <a:srgbClr val="4A86E8"/>
                </a:solidFill>
              </a:rPr>
              <a:t>+</a:t>
            </a:r>
            <a:r>
              <a:rPr lang="en-GB" sz="1700">
                <a:solidFill>
                  <a:schemeClr val="dk2"/>
                </a:solidFill>
              </a:rPr>
              <a:t> </a:t>
            </a:r>
            <a:r>
              <a:rPr b="1" lang="en-GB" sz="1700">
                <a:solidFill>
                  <a:schemeClr val="dk2"/>
                </a:solidFill>
              </a:rPr>
              <a:t>β</a:t>
            </a:r>
            <a:r>
              <a:rPr lang="en-GB" sz="1700">
                <a:solidFill>
                  <a:schemeClr val="dk2"/>
                </a:solidFill>
              </a:rPr>
              <a:t>∙(F1,P1,C2,</a:t>
            </a:r>
            <a:r>
              <a:rPr lang="en-GB" sz="1700">
                <a:solidFill>
                  <a:schemeClr val="dk1"/>
                </a:solidFill>
              </a:rPr>
              <a:t>M1</a:t>
            </a:r>
            <a:r>
              <a:rPr lang="en-GB" sz="1700">
                <a:solidFill>
                  <a:schemeClr val="dk2"/>
                </a:solidFill>
              </a:rPr>
              <a:t>,∅)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634775" y="831325"/>
            <a:ext cx="67884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2"/>
                </a:solidFill>
              </a:rPr>
              <a:t>(F2,∅,∅,M1,∅)  </a:t>
            </a:r>
            <a:r>
              <a:rPr lang="en-GB" sz="1700">
                <a:solidFill>
                  <a:srgbClr val="8E7CC3"/>
                </a:solidFill>
              </a:rPr>
              <a:t>-</a:t>
            </a:r>
            <a:r>
              <a:rPr lang="en-GB" sz="1700">
                <a:solidFill>
                  <a:schemeClr val="dk2"/>
                </a:solidFill>
              </a:rPr>
              <a:t> </a:t>
            </a:r>
            <a:r>
              <a:rPr b="1" lang="en-GB" sz="1700">
                <a:solidFill>
                  <a:schemeClr val="dk2"/>
                </a:solidFill>
              </a:rPr>
              <a:t>α</a:t>
            </a:r>
            <a:r>
              <a:rPr lang="en-GB" sz="1700">
                <a:solidFill>
                  <a:schemeClr val="dk2"/>
                </a:solidFill>
              </a:rPr>
              <a:t>∙(F1,P1,C1,M1,∅)  </a:t>
            </a:r>
            <a:r>
              <a:rPr lang="en-GB" sz="1700">
                <a:solidFill>
                  <a:srgbClr val="8E7CC3"/>
                </a:solidFill>
              </a:rPr>
              <a:t>-</a:t>
            </a:r>
            <a:r>
              <a:rPr lang="en-GB" sz="1700">
                <a:solidFill>
                  <a:schemeClr val="dk2"/>
                </a:solidFill>
              </a:rPr>
              <a:t> </a:t>
            </a:r>
            <a:r>
              <a:rPr b="1" lang="en-GB" sz="1700">
                <a:solidFill>
                  <a:schemeClr val="dk2"/>
                </a:solidFill>
              </a:rPr>
              <a:t>β</a:t>
            </a:r>
            <a:r>
              <a:rPr lang="en-GB" sz="1700">
                <a:solidFill>
                  <a:schemeClr val="dk2"/>
                </a:solidFill>
              </a:rPr>
              <a:t>∙(F1,P1,C2,M1,∅)   </a:t>
            </a:r>
            <a:r>
              <a:rPr lang="en-GB" sz="1700">
                <a:solidFill>
                  <a:srgbClr val="CC0000"/>
                </a:solidFill>
              </a:rPr>
              <a:t>=</a:t>
            </a:r>
            <a:r>
              <a:rPr lang="en-GB" sz="1700">
                <a:solidFill>
                  <a:schemeClr val="dk2"/>
                </a:solidFill>
              </a:rPr>
              <a:t>   0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2158525" y="3071275"/>
            <a:ext cx="4021200" cy="1757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783325" y="3691175"/>
            <a:ext cx="13752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</a:rPr>
              <a:t>F2,∅,∅,M1,∅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2911625" y="1998175"/>
            <a:ext cx="509700" cy="10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</a:rPr>
              <a:t>F1,P1,C1,M1,∅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463850" y="1998175"/>
            <a:ext cx="509700" cy="10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</a:rPr>
              <a:t>F1,P1,C2,M1,∅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3460825" y="3691175"/>
            <a:ext cx="3960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2"/>
                </a:solidFill>
              </a:rPr>
              <a:t>- </a:t>
            </a:r>
            <a:r>
              <a:rPr b="1" lang="en-GB" sz="1300">
                <a:solidFill>
                  <a:schemeClr val="dk2"/>
                </a:solidFill>
              </a:rPr>
              <a:t>β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2968475" y="3691175"/>
            <a:ext cx="3960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2"/>
                </a:solidFill>
              </a:rPr>
              <a:t>- </a:t>
            </a:r>
            <a:r>
              <a:rPr b="1" lang="en-GB" sz="1300">
                <a:solidFill>
                  <a:schemeClr val="dk2"/>
                </a:solidFill>
              </a:rPr>
              <a:t>α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891975" y="3691175"/>
            <a:ext cx="396000" cy="3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2"/>
                </a:solidFill>
              </a:rPr>
              <a:t>1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861825" y="1998175"/>
            <a:ext cx="509700" cy="107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</a:rPr>
              <a:t>F2,∅,∅,M1,∅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/>
          <p:nvPr/>
        </p:nvSpPr>
        <p:spPr>
          <a:xfrm>
            <a:off x="5115143" y="2186155"/>
            <a:ext cx="3841500" cy="716400"/>
          </a:xfrm>
          <a:prstGeom prst="parallelogram">
            <a:avLst>
              <a:gd fmla="val 111668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5903049" y="2374453"/>
            <a:ext cx="847200" cy="339900"/>
          </a:xfrm>
          <a:prstGeom prst="ellipse">
            <a:avLst/>
          </a:prstGeom>
          <a:solidFill>
            <a:srgbClr val="DD7E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C1</a:t>
            </a:r>
            <a:endParaRPr sz="1000"/>
          </a:p>
        </p:txBody>
      </p:sp>
      <p:sp>
        <p:nvSpPr>
          <p:cNvPr id="131" name="Google Shape;131;p16"/>
          <p:cNvSpPr/>
          <p:nvPr/>
        </p:nvSpPr>
        <p:spPr>
          <a:xfrm>
            <a:off x="7315769" y="2374453"/>
            <a:ext cx="847200" cy="339900"/>
          </a:xfrm>
          <a:prstGeom prst="ellipse">
            <a:avLst/>
          </a:prstGeom>
          <a:solidFill>
            <a:srgbClr val="DD7E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C2</a:t>
            </a:r>
            <a:endParaRPr sz="1000"/>
          </a:p>
        </p:txBody>
      </p:sp>
      <p:sp>
        <p:nvSpPr>
          <p:cNvPr id="132" name="Google Shape;132;p16"/>
          <p:cNvSpPr/>
          <p:nvPr/>
        </p:nvSpPr>
        <p:spPr>
          <a:xfrm>
            <a:off x="5111251" y="3192043"/>
            <a:ext cx="3841500" cy="716400"/>
          </a:xfrm>
          <a:prstGeom prst="parallelogram">
            <a:avLst>
              <a:gd fmla="val 111668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899158" y="3380340"/>
            <a:ext cx="847200" cy="3399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M1</a:t>
            </a:r>
            <a:endParaRPr sz="1000"/>
          </a:p>
        </p:txBody>
      </p:sp>
      <p:sp>
        <p:nvSpPr>
          <p:cNvPr id="134" name="Google Shape;134;p16"/>
          <p:cNvSpPr/>
          <p:nvPr/>
        </p:nvSpPr>
        <p:spPr>
          <a:xfrm>
            <a:off x="7311877" y="3380340"/>
            <a:ext cx="847200" cy="3399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M2</a:t>
            </a:r>
            <a:endParaRPr sz="1000"/>
          </a:p>
        </p:txBody>
      </p:sp>
      <p:sp>
        <p:nvSpPr>
          <p:cNvPr id="135" name="Google Shape;135;p16"/>
          <p:cNvSpPr/>
          <p:nvPr/>
        </p:nvSpPr>
        <p:spPr>
          <a:xfrm>
            <a:off x="5115148" y="1125773"/>
            <a:ext cx="3841500" cy="716400"/>
          </a:xfrm>
          <a:prstGeom prst="parallelogram">
            <a:avLst>
              <a:gd fmla="val 111668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5903055" y="1314070"/>
            <a:ext cx="847200" cy="3399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P1</a:t>
            </a:r>
            <a:endParaRPr sz="1000"/>
          </a:p>
        </p:txBody>
      </p:sp>
      <p:sp>
        <p:nvSpPr>
          <p:cNvPr id="137" name="Google Shape;137;p16"/>
          <p:cNvSpPr/>
          <p:nvPr/>
        </p:nvSpPr>
        <p:spPr>
          <a:xfrm>
            <a:off x="7315774" y="1314070"/>
            <a:ext cx="847200" cy="3399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P2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5083949" y="4257011"/>
            <a:ext cx="3841500" cy="716400"/>
          </a:xfrm>
          <a:prstGeom prst="parallelogram">
            <a:avLst>
              <a:gd fmla="val 111668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7251270" y="4445258"/>
            <a:ext cx="847200" cy="3399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E2</a:t>
            </a:r>
            <a:endParaRPr sz="1000"/>
          </a:p>
        </p:txBody>
      </p:sp>
      <p:sp>
        <p:nvSpPr>
          <p:cNvPr id="140" name="Google Shape;140;p16"/>
          <p:cNvSpPr txBox="1"/>
          <p:nvPr/>
        </p:nvSpPr>
        <p:spPr>
          <a:xfrm rot="-2477680">
            <a:off x="4887024" y="1143149"/>
            <a:ext cx="1234219" cy="4469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D85C6"/>
                </a:solidFill>
              </a:rPr>
              <a:t>Product</a:t>
            </a:r>
            <a:endParaRPr>
              <a:solidFill>
                <a:srgbClr val="3D85C6"/>
              </a:solidFill>
            </a:endParaRPr>
          </a:p>
        </p:txBody>
      </p:sp>
      <p:sp>
        <p:nvSpPr>
          <p:cNvPr id="141" name="Google Shape;141;p16"/>
          <p:cNvSpPr txBox="1"/>
          <p:nvPr/>
        </p:nvSpPr>
        <p:spPr>
          <a:xfrm rot="-2477680">
            <a:off x="4819894" y="3251847"/>
            <a:ext cx="1234219" cy="4469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74EA7"/>
                </a:solidFill>
              </a:rPr>
              <a:t>Material</a:t>
            </a:r>
            <a:endParaRPr>
              <a:solidFill>
                <a:srgbClr val="674EA7"/>
              </a:solidFill>
            </a:endParaRPr>
          </a:p>
        </p:txBody>
      </p:sp>
      <p:sp>
        <p:nvSpPr>
          <p:cNvPr id="142" name="Google Shape;142;p16"/>
          <p:cNvSpPr txBox="1"/>
          <p:nvPr/>
        </p:nvSpPr>
        <p:spPr>
          <a:xfrm rot="-2477680">
            <a:off x="4818641" y="2245959"/>
            <a:ext cx="1234219" cy="4469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C0000"/>
                </a:solidFill>
              </a:rPr>
              <a:t>Component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143" name="Google Shape;143;p16"/>
          <p:cNvSpPr txBox="1"/>
          <p:nvPr/>
        </p:nvSpPr>
        <p:spPr>
          <a:xfrm rot="-2477680">
            <a:off x="4867894" y="4286970"/>
            <a:ext cx="1234219" cy="4469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8761D"/>
                </a:solidFill>
              </a:rPr>
              <a:t>Element</a:t>
            </a:r>
            <a:endParaRPr>
              <a:solidFill>
                <a:srgbClr val="38761D"/>
              </a:solidFill>
            </a:endParaRPr>
          </a:p>
        </p:txBody>
      </p:sp>
      <p:cxnSp>
        <p:nvCxnSpPr>
          <p:cNvPr id="144" name="Google Shape;144;p16"/>
          <p:cNvCxnSpPr>
            <a:stCxn id="136" idx="4"/>
            <a:endCxn id="130" idx="0"/>
          </p:cNvCxnSpPr>
          <p:nvPr/>
        </p:nvCxnSpPr>
        <p:spPr>
          <a:xfrm>
            <a:off x="6326655" y="1653970"/>
            <a:ext cx="0" cy="720600"/>
          </a:xfrm>
          <a:prstGeom prst="straightConnector1">
            <a:avLst/>
          </a:prstGeom>
          <a:noFill/>
          <a:ln cap="flat" cmpd="sng" w="28575">
            <a:solidFill>
              <a:srgbClr val="CC412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" name="Google Shape;145;p16"/>
          <p:cNvCxnSpPr>
            <a:stCxn id="136" idx="4"/>
            <a:endCxn id="131" idx="0"/>
          </p:cNvCxnSpPr>
          <p:nvPr/>
        </p:nvCxnSpPr>
        <p:spPr>
          <a:xfrm>
            <a:off x="6326655" y="1653970"/>
            <a:ext cx="1412700" cy="720600"/>
          </a:xfrm>
          <a:prstGeom prst="straightConnector1">
            <a:avLst/>
          </a:prstGeom>
          <a:noFill/>
          <a:ln cap="flat" cmpd="sng" w="9525">
            <a:solidFill>
              <a:srgbClr val="CC412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" name="Google Shape;146;p16"/>
          <p:cNvCxnSpPr/>
          <p:nvPr/>
        </p:nvCxnSpPr>
        <p:spPr>
          <a:xfrm flipH="1">
            <a:off x="6246549" y="2714353"/>
            <a:ext cx="3900" cy="666000"/>
          </a:xfrm>
          <a:prstGeom prst="straightConnector1">
            <a:avLst/>
          </a:prstGeom>
          <a:noFill/>
          <a:ln cap="flat" cmpd="sng" w="9525">
            <a:solidFill>
              <a:srgbClr val="8E7CC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" name="Google Shape;147;p16"/>
          <p:cNvCxnSpPr>
            <a:stCxn id="130" idx="4"/>
            <a:endCxn id="134" idx="0"/>
          </p:cNvCxnSpPr>
          <p:nvPr/>
        </p:nvCxnSpPr>
        <p:spPr>
          <a:xfrm>
            <a:off x="6326649" y="2714353"/>
            <a:ext cx="1408800" cy="666000"/>
          </a:xfrm>
          <a:prstGeom prst="straightConnector1">
            <a:avLst/>
          </a:prstGeom>
          <a:noFill/>
          <a:ln cap="flat" cmpd="sng" w="9525">
            <a:solidFill>
              <a:srgbClr val="8E7CC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" name="Google Shape;148;p16"/>
          <p:cNvCxnSpPr>
            <a:stCxn id="131" idx="4"/>
            <a:endCxn id="134" idx="0"/>
          </p:cNvCxnSpPr>
          <p:nvPr/>
        </p:nvCxnSpPr>
        <p:spPr>
          <a:xfrm flipH="1">
            <a:off x="7735469" y="2714353"/>
            <a:ext cx="3900" cy="666000"/>
          </a:xfrm>
          <a:prstGeom prst="straightConnector1">
            <a:avLst/>
          </a:prstGeom>
          <a:noFill/>
          <a:ln cap="flat" cmpd="sng" w="9525">
            <a:solidFill>
              <a:srgbClr val="8E7CC3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49" name="Google Shape;149;p16"/>
          <p:cNvCxnSpPr>
            <a:stCxn id="137" idx="4"/>
            <a:endCxn id="131" idx="0"/>
          </p:cNvCxnSpPr>
          <p:nvPr/>
        </p:nvCxnSpPr>
        <p:spPr>
          <a:xfrm>
            <a:off x="7739374" y="1653970"/>
            <a:ext cx="0" cy="720600"/>
          </a:xfrm>
          <a:prstGeom prst="straightConnector1">
            <a:avLst/>
          </a:prstGeom>
          <a:noFill/>
          <a:ln cap="flat" cmpd="sng" w="9525">
            <a:solidFill>
              <a:srgbClr val="CC4125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50" name="Google Shape;150;p16"/>
          <p:cNvCxnSpPr>
            <a:stCxn id="134" idx="4"/>
            <a:endCxn id="151" idx="0"/>
          </p:cNvCxnSpPr>
          <p:nvPr/>
        </p:nvCxnSpPr>
        <p:spPr>
          <a:xfrm flipH="1">
            <a:off x="6374377" y="3720240"/>
            <a:ext cx="1361100" cy="7251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" name="Google Shape;152;p16"/>
          <p:cNvCxnSpPr>
            <a:stCxn id="133" idx="4"/>
            <a:endCxn id="151" idx="0"/>
          </p:cNvCxnSpPr>
          <p:nvPr/>
        </p:nvCxnSpPr>
        <p:spPr>
          <a:xfrm>
            <a:off x="6322758" y="3720240"/>
            <a:ext cx="51600" cy="7251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" name="Google Shape;153;p16"/>
          <p:cNvCxnSpPr>
            <a:stCxn id="133" idx="4"/>
            <a:endCxn id="139" idx="0"/>
          </p:cNvCxnSpPr>
          <p:nvPr/>
        </p:nvCxnSpPr>
        <p:spPr>
          <a:xfrm>
            <a:off x="6322758" y="3720240"/>
            <a:ext cx="1352100" cy="7251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" name="Google Shape;154;p16"/>
          <p:cNvCxnSpPr>
            <a:stCxn id="137" idx="4"/>
            <a:endCxn id="130" idx="7"/>
          </p:cNvCxnSpPr>
          <p:nvPr/>
        </p:nvCxnSpPr>
        <p:spPr>
          <a:xfrm flipH="1">
            <a:off x="6626074" y="1653970"/>
            <a:ext cx="1113300" cy="770400"/>
          </a:xfrm>
          <a:prstGeom prst="straightConnector1">
            <a:avLst/>
          </a:prstGeom>
          <a:noFill/>
          <a:ln cap="flat" cmpd="sng" w="28575">
            <a:solidFill>
              <a:srgbClr val="CC4125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51" name="Google Shape;151;p16"/>
          <p:cNvSpPr/>
          <p:nvPr/>
        </p:nvSpPr>
        <p:spPr>
          <a:xfrm>
            <a:off x="5950795" y="4445258"/>
            <a:ext cx="847200" cy="3399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E1</a:t>
            </a:r>
            <a:endParaRPr sz="1000"/>
          </a:p>
        </p:txBody>
      </p:sp>
      <p:cxnSp>
        <p:nvCxnSpPr>
          <p:cNvPr id="155" name="Google Shape;155;p16"/>
          <p:cNvCxnSpPr/>
          <p:nvPr/>
        </p:nvCxnSpPr>
        <p:spPr>
          <a:xfrm flipH="1">
            <a:off x="6378169" y="2714353"/>
            <a:ext cx="3900" cy="666000"/>
          </a:xfrm>
          <a:prstGeom prst="straightConnector1">
            <a:avLst/>
          </a:prstGeom>
          <a:noFill/>
          <a:ln cap="flat" cmpd="sng" w="9525">
            <a:solidFill>
              <a:srgbClr val="8E7CC3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56" name="Google Shape;156;p16"/>
          <p:cNvCxnSpPr>
            <a:stCxn id="130" idx="4"/>
            <a:endCxn id="134" idx="1"/>
          </p:cNvCxnSpPr>
          <p:nvPr/>
        </p:nvCxnSpPr>
        <p:spPr>
          <a:xfrm>
            <a:off x="6326649" y="2714353"/>
            <a:ext cx="1109400" cy="715800"/>
          </a:xfrm>
          <a:prstGeom prst="straightConnector1">
            <a:avLst/>
          </a:prstGeom>
          <a:noFill/>
          <a:ln cap="flat" cmpd="sng" w="9525">
            <a:solidFill>
              <a:srgbClr val="8E7CC3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57" name="Google Shape;157;p16"/>
          <p:cNvCxnSpPr/>
          <p:nvPr/>
        </p:nvCxnSpPr>
        <p:spPr>
          <a:xfrm flipH="1">
            <a:off x="7832424" y="2714353"/>
            <a:ext cx="3900" cy="666000"/>
          </a:xfrm>
          <a:prstGeom prst="straightConnector1">
            <a:avLst/>
          </a:prstGeom>
          <a:noFill/>
          <a:ln cap="flat" cmpd="sng" w="9525">
            <a:solidFill>
              <a:srgbClr val="8E7CC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" name="Google Shape;158;p16"/>
          <p:cNvCxnSpPr>
            <a:stCxn id="131" idx="4"/>
          </p:cNvCxnSpPr>
          <p:nvPr/>
        </p:nvCxnSpPr>
        <p:spPr>
          <a:xfrm flipH="1">
            <a:off x="6492569" y="2714353"/>
            <a:ext cx="1246800" cy="672900"/>
          </a:xfrm>
          <a:prstGeom prst="straightConnector1">
            <a:avLst/>
          </a:prstGeom>
          <a:noFill/>
          <a:ln cap="flat" cmpd="sng" w="9525">
            <a:solidFill>
              <a:srgbClr val="8E7CC3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59" name="Google Shape;159;p16"/>
          <p:cNvCxnSpPr>
            <a:endCxn id="133" idx="0"/>
          </p:cNvCxnSpPr>
          <p:nvPr/>
        </p:nvCxnSpPr>
        <p:spPr>
          <a:xfrm flipH="1">
            <a:off x="6322758" y="2722740"/>
            <a:ext cx="1287900" cy="657600"/>
          </a:xfrm>
          <a:prstGeom prst="straightConnector1">
            <a:avLst/>
          </a:prstGeom>
          <a:noFill/>
          <a:ln cap="flat" cmpd="sng" w="9525">
            <a:solidFill>
              <a:srgbClr val="8E7CC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" name="Google Shape;160;p16"/>
          <p:cNvCxnSpPr>
            <a:stCxn id="134" idx="4"/>
            <a:endCxn id="139" idx="0"/>
          </p:cNvCxnSpPr>
          <p:nvPr/>
        </p:nvCxnSpPr>
        <p:spPr>
          <a:xfrm flipH="1">
            <a:off x="7674877" y="3720240"/>
            <a:ext cx="60600" cy="7251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" name="Google Shape;161;p16"/>
          <p:cNvSpPr txBox="1"/>
          <p:nvPr/>
        </p:nvSpPr>
        <p:spPr>
          <a:xfrm>
            <a:off x="7735450" y="3912775"/>
            <a:ext cx="4983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2"/>
                </a:solidFill>
              </a:rPr>
              <a:t>x8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1784125" y="1869225"/>
            <a:ext cx="23067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2"/>
                </a:solidFill>
              </a:rPr>
              <a:t>F1, : , C1, ∅, ∅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5127473" y="108848"/>
            <a:ext cx="3841500" cy="716400"/>
          </a:xfrm>
          <a:prstGeom prst="parallelogram">
            <a:avLst>
              <a:gd fmla="val 111668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6"/>
          <p:cNvSpPr/>
          <p:nvPr/>
        </p:nvSpPr>
        <p:spPr>
          <a:xfrm>
            <a:off x="6601180" y="297145"/>
            <a:ext cx="847200" cy="339900"/>
          </a:xfrm>
          <a:prstGeom prst="ellipse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F1</a:t>
            </a:r>
            <a:endParaRPr sz="1000"/>
          </a:p>
        </p:txBody>
      </p:sp>
      <p:sp>
        <p:nvSpPr>
          <p:cNvPr id="165" name="Google Shape;165;p16"/>
          <p:cNvSpPr txBox="1"/>
          <p:nvPr/>
        </p:nvSpPr>
        <p:spPr>
          <a:xfrm rot="-2477680">
            <a:off x="4899349" y="126224"/>
            <a:ext cx="1234219" cy="4469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BF9000"/>
                </a:solidFill>
              </a:rPr>
              <a:t>Flow</a:t>
            </a:r>
            <a:endParaRPr>
              <a:solidFill>
                <a:srgbClr val="BF9000"/>
              </a:solidFill>
            </a:endParaRPr>
          </a:p>
        </p:txBody>
      </p:sp>
      <p:cxnSp>
        <p:nvCxnSpPr>
          <p:cNvPr id="166" name="Google Shape;166;p16"/>
          <p:cNvCxnSpPr/>
          <p:nvPr/>
        </p:nvCxnSpPr>
        <p:spPr>
          <a:xfrm flipH="1">
            <a:off x="6295855" y="637095"/>
            <a:ext cx="698100" cy="677100"/>
          </a:xfrm>
          <a:prstGeom prst="straightConnector1">
            <a:avLst/>
          </a:prstGeom>
          <a:noFill/>
          <a:ln cap="flat" cmpd="sng" w="9525">
            <a:solidFill>
              <a:srgbClr val="6D9EE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" name="Google Shape;167;p16"/>
          <p:cNvCxnSpPr>
            <a:stCxn id="164" idx="4"/>
            <a:endCxn id="137" idx="0"/>
          </p:cNvCxnSpPr>
          <p:nvPr/>
        </p:nvCxnSpPr>
        <p:spPr>
          <a:xfrm>
            <a:off x="7024780" y="637045"/>
            <a:ext cx="714600" cy="677100"/>
          </a:xfrm>
          <a:prstGeom prst="straightConnector1">
            <a:avLst/>
          </a:prstGeom>
          <a:noFill/>
          <a:ln cap="flat" cmpd="sng" w="9525">
            <a:solidFill>
              <a:srgbClr val="6D9EE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" name="Google Shape;168;p16"/>
          <p:cNvCxnSpPr/>
          <p:nvPr/>
        </p:nvCxnSpPr>
        <p:spPr>
          <a:xfrm flipH="1" rot="10800000">
            <a:off x="4090825" y="1905675"/>
            <a:ext cx="2250300" cy="13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6"/>
          <p:cNvCxnSpPr>
            <a:stCxn id="162" idx="3"/>
          </p:cNvCxnSpPr>
          <p:nvPr/>
        </p:nvCxnSpPr>
        <p:spPr>
          <a:xfrm>
            <a:off x="4090825" y="2039175"/>
            <a:ext cx="3002700" cy="5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16"/>
          <p:cNvSpPr txBox="1"/>
          <p:nvPr/>
        </p:nvSpPr>
        <p:spPr>
          <a:xfrm>
            <a:off x="1728225" y="2940550"/>
            <a:ext cx="23067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2"/>
                </a:solidFill>
              </a:rPr>
              <a:t>F1, : , : , M1, ∅</a:t>
            </a:r>
            <a:endParaRPr sz="2000">
              <a:solidFill>
                <a:schemeClr val="dk2"/>
              </a:solidFill>
            </a:endParaRPr>
          </a:p>
        </p:txBody>
      </p:sp>
      <p:cxnSp>
        <p:nvCxnSpPr>
          <p:cNvPr id="171" name="Google Shape;171;p16"/>
          <p:cNvCxnSpPr>
            <a:stCxn id="170" idx="3"/>
          </p:cNvCxnSpPr>
          <p:nvPr/>
        </p:nvCxnSpPr>
        <p:spPr>
          <a:xfrm flipH="1" rot="10800000">
            <a:off x="4034925" y="2972500"/>
            <a:ext cx="2213700" cy="13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" name="Google Shape;172;p16"/>
          <p:cNvCxnSpPr>
            <a:stCxn id="170" idx="3"/>
          </p:cNvCxnSpPr>
          <p:nvPr/>
        </p:nvCxnSpPr>
        <p:spPr>
          <a:xfrm flipH="1" rot="10800000">
            <a:off x="4034925" y="3003400"/>
            <a:ext cx="2349300" cy="10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" name="Google Shape;173;p16"/>
          <p:cNvCxnSpPr>
            <a:stCxn id="170" idx="3"/>
          </p:cNvCxnSpPr>
          <p:nvPr/>
        </p:nvCxnSpPr>
        <p:spPr>
          <a:xfrm>
            <a:off x="4034925" y="3110500"/>
            <a:ext cx="2750400" cy="3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" name="Google Shape;174;p16"/>
          <p:cNvCxnSpPr>
            <a:stCxn id="170" idx="3"/>
          </p:cNvCxnSpPr>
          <p:nvPr/>
        </p:nvCxnSpPr>
        <p:spPr>
          <a:xfrm>
            <a:off x="4034925" y="3110500"/>
            <a:ext cx="2688600" cy="15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16"/>
          <p:cNvSpPr txBox="1"/>
          <p:nvPr/>
        </p:nvSpPr>
        <p:spPr>
          <a:xfrm>
            <a:off x="79400" y="41275"/>
            <a:ext cx="44103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2"/>
                </a:solidFill>
              </a:rPr>
              <a:t>Difference between ∅ and ‘all’</a:t>
            </a:r>
            <a:endParaRPr sz="2000">
              <a:solidFill>
                <a:schemeClr val="dk2"/>
              </a:solidFill>
            </a:endParaRPr>
          </a:p>
        </p:txBody>
      </p:sp>
      <p:cxnSp>
        <p:nvCxnSpPr>
          <p:cNvPr id="176" name="Google Shape;176;p16"/>
          <p:cNvCxnSpPr>
            <a:stCxn id="164" idx="2"/>
            <a:endCxn id="130" idx="2"/>
          </p:cNvCxnSpPr>
          <p:nvPr/>
        </p:nvCxnSpPr>
        <p:spPr>
          <a:xfrm flipH="1">
            <a:off x="5903080" y="467095"/>
            <a:ext cx="698100" cy="2077200"/>
          </a:xfrm>
          <a:prstGeom prst="curvedConnector3">
            <a:avLst>
              <a:gd fmla="val 112513" name="adj1"/>
            </a:avLst>
          </a:prstGeom>
          <a:noFill/>
          <a:ln cap="flat" cmpd="sng" w="28575">
            <a:solidFill>
              <a:srgbClr val="CC412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7" name="Google Shape;177;p16"/>
          <p:cNvCxnSpPr>
            <a:stCxn id="162" idx="3"/>
          </p:cNvCxnSpPr>
          <p:nvPr/>
        </p:nvCxnSpPr>
        <p:spPr>
          <a:xfrm flipH="1" rot="10800000">
            <a:off x="4090825" y="1988175"/>
            <a:ext cx="1686000" cy="5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16"/>
          <p:cNvCxnSpPr/>
          <p:nvPr/>
        </p:nvCxnSpPr>
        <p:spPr>
          <a:xfrm flipH="1">
            <a:off x="6246549" y="2714353"/>
            <a:ext cx="3900" cy="666000"/>
          </a:xfrm>
          <a:prstGeom prst="straightConnector1">
            <a:avLst/>
          </a:prstGeom>
          <a:noFill/>
          <a:ln cap="flat" cmpd="sng" w="28575">
            <a:solidFill>
              <a:srgbClr val="8E7CC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9" name="Google Shape;179;p16"/>
          <p:cNvCxnSpPr/>
          <p:nvPr/>
        </p:nvCxnSpPr>
        <p:spPr>
          <a:xfrm flipH="1">
            <a:off x="6378169" y="2714353"/>
            <a:ext cx="3900" cy="666000"/>
          </a:xfrm>
          <a:prstGeom prst="straightConnector1">
            <a:avLst/>
          </a:prstGeom>
          <a:noFill/>
          <a:ln cap="flat" cmpd="sng" w="28575">
            <a:solidFill>
              <a:srgbClr val="8E7CC3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80" name="Google Shape;180;p16"/>
          <p:cNvCxnSpPr/>
          <p:nvPr/>
        </p:nvCxnSpPr>
        <p:spPr>
          <a:xfrm flipH="1">
            <a:off x="6492569" y="2714353"/>
            <a:ext cx="1246800" cy="672900"/>
          </a:xfrm>
          <a:prstGeom prst="straightConnector1">
            <a:avLst/>
          </a:prstGeom>
          <a:noFill/>
          <a:ln cap="flat" cmpd="sng" w="28575">
            <a:solidFill>
              <a:srgbClr val="8E7CC3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81" name="Google Shape;181;p16"/>
          <p:cNvCxnSpPr/>
          <p:nvPr/>
        </p:nvCxnSpPr>
        <p:spPr>
          <a:xfrm flipH="1">
            <a:off x="6322758" y="2722740"/>
            <a:ext cx="1287900" cy="657600"/>
          </a:xfrm>
          <a:prstGeom prst="straightConnector1">
            <a:avLst/>
          </a:prstGeom>
          <a:noFill/>
          <a:ln cap="flat" cmpd="sng" w="28575">
            <a:solidFill>
              <a:srgbClr val="8E7CC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2" name="Google Shape;182;p16"/>
          <p:cNvSpPr txBox="1"/>
          <p:nvPr/>
        </p:nvSpPr>
        <p:spPr>
          <a:xfrm>
            <a:off x="1255425" y="3572875"/>
            <a:ext cx="23067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2"/>
                </a:solidFill>
              </a:rPr>
              <a:t>F1, P1 , C1, ∅, ∅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2"/>
                </a:solidFill>
              </a:rPr>
              <a:t>F1, P2 , C1, ∅, ∅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183" name="Google Shape;183;p16"/>
          <p:cNvSpPr txBox="1"/>
          <p:nvPr/>
        </p:nvSpPr>
        <p:spPr>
          <a:xfrm>
            <a:off x="1255425" y="4182475"/>
            <a:ext cx="23067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2"/>
                </a:solidFill>
              </a:rPr>
              <a:t>F1,  ∅ , C1, ∅, ∅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38" y="57651"/>
            <a:ext cx="5356822" cy="160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8450" y="775275"/>
            <a:ext cx="2955899" cy="2458526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7"/>
          <p:cNvSpPr txBox="1"/>
          <p:nvPr/>
        </p:nvSpPr>
        <p:spPr>
          <a:xfrm>
            <a:off x="177075" y="2022763"/>
            <a:ext cx="23067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row:   F0, P1, C1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65700" y="283700"/>
            <a:ext cx="5394300" cy="98400"/>
          </a:xfrm>
          <a:prstGeom prst="rect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7"/>
          <p:cNvSpPr txBox="1"/>
          <p:nvPr/>
        </p:nvSpPr>
        <p:spPr>
          <a:xfrm>
            <a:off x="3377475" y="2022763"/>
            <a:ext cx="23067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col</a:t>
            </a:r>
            <a:r>
              <a:rPr lang="en-GB" sz="1600">
                <a:solidFill>
                  <a:schemeClr val="dk2"/>
                </a:solidFill>
              </a:rPr>
              <a:t>:    F0, P1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46950" y="1256350"/>
            <a:ext cx="5394300" cy="98400"/>
          </a:xfrm>
          <a:prstGeom prst="rect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7"/>
          <p:cNvSpPr txBox="1"/>
          <p:nvPr/>
        </p:nvSpPr>
        <p:spPr>
          <a:xfrm>
            <a:off x="177075" y="2784775"/>
            <a:ext cx="25488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row:   F0, P1, C2, M1, Al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95" name="Google Shape;195;p17"/>
          <p:cNvSpPr txBox="1"/>
          <p:nvPr/>
        </p:nvSpPr>
        <p:spPr>
          <a:xfrm>
            <a:off x="3377475" y="2784775"/>
            <a:ext cx="25488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col:    </a:t>
            </a:r>
            <a:r>
              <a:rPr lang="en-GB" sz="1600">
                <a:solidFill>
                  <a:schemeClr val="dk2"/>
                </a:solidFill>
              </a:rPr>
              <a:t>F0, P1, C2, M1, ∅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96" name="Google Shape;196;p17"/>
          <p:cNvSpPr txBox="1"/>
          <p:nvPr/>
        </p:nvSpPr>
        <p:spPr>
          <a:xfrm>
            <a:off x="177200" y="2022775"/>
            <a:ext cx="31260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row:   F0, P1, C1, ∅, ∅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97" name="Google Shape;197;p17"/>
          <p:cNvSpPr txBox="1"/>
          <p:nvPr/>
        </p:nvSpPr>
        <p:spPr>
          <a:xfrm>
            <a:off x="3377475" y="2022775"/>
            <a:ext cx="28146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col:    F0, P1, ∅, ∅, ∅</a:t>
            </a:r>
            <a:endParaRPr b="1" sz="1600">
              <a:solidFill>
                <a:schemeClr val="dk2"/>
              </a:solidFill>
            </a:endParaRPr>
          </a:p>
        </p:txBody>
      </p:sp>
      <p:graphicFrame>
        <p:nvGraphicFramePr>
          <p:cNvPr id="198" name="Google Shape;198;p17"/>
          <p:cNvGraphicFramePr/>
          <p:nvPr/>
        </p:nvGraphicFramePr>
        <p:xfrm>
          <a:off x="227413" y="3935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{7521E79A-4CBD-455C-A84E-DE38A83BF1C4}</a:tableStyleId>
              </a:tblPr>
              <a:tblGrid>
                <a:gridCol w="903725"/>
                <a:gridCol w="903725"/>
                <a:gridCol w="903725"/>
                <a:gridCol w="903725"/>
                <a:gridCol w="903725"/>
              </a:tblGrid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Inflow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Input layer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(input sub-layer)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Outflow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Output layer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9" name="Google Shape;199;p17"/>
          <p:cNvSpPr/>
          <p:nvPr/>
        </p:nvSpPr>
        <p:spPr>
          <a:xfrm>
            <a:off x="2938600" y="3935800"/>
            <a:ext cx="1807500" cy="428700"/>
          </a:xfrm>
          <a:prstGeom prst="rect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7"/>
          <p:cNvSpPr/>
          <p:nvPr/>
        </p:nvSpPr>
        <p:spPr>
          <a:xfrm>
            <a:off x="227425" y="3935800"/>
            <a:ext cx="2671200" cy="428700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7"/>
          <p:cNvSpPr txBox="1"/>
          <p:nvPr/>
        </p:nvSpPr>
        <p:spPr>
          <a:xfrm>
            <a:off x="3521800" y="4428500"/>
            <a:ext cx="6411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B45F06"/>
                </a:solidFill>
              </a:rPr>
              <a:t>row</a:t>
            </a:r>
            <a:endParaRPr sz="1600">
              <a:solidFill>
                <a:srgbClr val="B45F06"/>
              </a:solidFill>
            </a:endParaRPr>
          </a:p>
        </p:txBody>
      </p:sp>
      <p:sp>
        <p:nvSpPr>
          <p:cNvPr id="202" name="Google Shape;202;p17"/>
          <p:cNvSpPr txBox="1"/>
          <p:nvPr/>
        </p:nvSpPr>
        <p:spPr>
          <a:xfrm>
            <a:off x="1235800" y="4428500"/>
            <a:ext cx="6411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3C78D8"/>
                </a:solidFill>
              </a:rPr>
              <a:t>col</a:t>
            </a:r>
            <a:endParaRPr sz="1600">
              <a:solidFill>
                <a:srgbClr val="3C78D8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/>
          <p:nvPr/>
        </p:nvSpPr>
        <p:spPr>
          <a:xfrm>
            <a:off x="5115143" y="2186155"/>
            <a:ext cx="3841500" cy="716400"/>
          </a:xfrm>
          <a:prstGeom prst="parallelogram">
            <a:avLst>
              <a:gd fmla="val 111668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8"/>
          <p:cNvSpPr/>
          <p:nvPr/>
        </p:nvSpPr>
        <p:spPr>
          <a:xfrm>
            <a:off x="5903049" y="2374453"/>
            <a:ext cx="847200" cy="339900"/>
          </a:xfrm>
          <a:prstGeom prst="ellipse">
            <a:avLst/>
          </a:prstGeom>
          <a:solidFill>
            <a:srgbClr val="DD7E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C1</a:t>
            </a:r>
            <a:endParaRPr sz="1000"/>
          </a:p>
        </p:txBody>
      </p:sp>
      <p:sp>
        <p:nvSpPr>
          <p:cNvPr id="209" name="Google Shape;209;p18"/>
          <p:cNvSpPr/>
          <p:nvPr/>
        </p:nvSpPr>
        <p:spPr>
          <a:xfrm>
            <a:off x="7315769" y="2374453"/>
            <a:ext cx="847200" cy="339900"/>
          </a:xfrm>
          <a:prstGeom prst="ellipse">
            <a:avLst/>
          </a:prstGeom>
          <a:solidFill>
            <a:srgbClr val="DD7E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C2</a:t>
            </a:r>
            <a:endParaRPr sz="1000"/>
          </a:p>
        </p:txBody>
      </p:sp>
      <p:sp>
        <p:nvSpPr>
          <p:cNvPr id="210" name="Google Shape;210;p18"/>
          <p:cNvSpPr/>
          <p:nvPr/>
        </p:nvSpPr>
        <p:spPr>
          <a:xfrm>
            <a:off x="5111251" y="3192043"/>
            <a:ext cx="3841500" cy="716400"/>
          </a:xfrm>
          <a:prstGeom prst="parallelogram">
            <a:avLst>
              <a:gd fmla="val 111668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8"/>
          <p:cNvSpPr/>
          <p:nvPr/>
        </p:nvSpPr>
        <p:spPr>
          <a:xfrm>
            <a:off x="5899158" y="3380340"/>
            <a:ext cx="847200" cy="3399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M1</a:t>
            </a:r>
            <a:endParaRPr sz="1000"/>
          </a:p>
        </p:txBody>
      </p:sp>
      <p:sp>
        <p:nvSpPr>
          <p:cNvPr id="212" name="Google Shape;212;p18"/>
          <p:cNvSpPr/>
          <p:nvPr/>
        </p:nvSpPr>
        <p:spPr>
          <a:xfrm>
            <a:off x="7311877" y="3380340"/>
            <a:ext cx="847200" cy="3399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M2</a:t>
            </a:r>
            <a:endParaRPr sz="1000"/>
          </a:p>
        </p:txBody>
      </p:sp>
      <p:sp>
        <p:nvSpPr>
          <p:cNvPr id="213" name="Google Shape;213;p18"/>
          <p:cNvSpPr/>
          <p:nvPr/>
        </p:nvSpPr>
        <p:spPr>
          <a:xfrm>
            <a:off x="5115148" y="1125773"/>
            <a:ext cx="3841500" cy="716400"/>
          </a:xfrm>
          <a:prstGeom prst="parallelogram">
            <a:avLst>
              <a:gd fmla="val 111668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8"/>
          <p:cNvSpPr/>
          <p:nvPr/>
        </p:nvSpPr>
        <p:spPr>
          <a:xfrm>
            <a:off x="5903055" y="1314070"/>
            <a:ext cx="847200" cy="3399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P1</a:t>
            </a:r>
            <a:endParaRPr sz="1000"/>
          </a:p>
        </p:txBody>
      </p:sp>
      <p:sp>
        <p:nvSpPr>
          <p:cNvPr id="215" name="Google Shape;215;p18"/>
          <p:cNvSpPr/>
          <p:nvPr/>
        </p:nvSpPr>
        <p:spPr>
          <a:xfrm>
            <a:off x="7315774" y="1314070"/>
            <a:ext cx="847200" cy="3399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P2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16" name="Google Shape;216;p18"/>
          <p:cNvSpPr/>
          <p:nvPr/>
        </p:nvSpPr>
        <p:spPr>
          <a:xfrm>
            <a:off x="5083949" y="4257011"/>
            <a:ext cx="3841500" cy="716400"/>
          </a:xfrm>
          <a:prstGeom prst="parallelogram">
            <a:avLst>
              <a:gd fmla="val 111668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8"/>
          <p:cNvSpPr/>
          <p:nvPr/>
        </p:nvSpPr>
        <p:spPr>
          <a:xfrm>
            <a:off x="7251270" y="4445258"/>
            <a:ext cx="847200" cy="3399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E2</a:t>
            </a:r>
            <a:endParaRPr sz="1000"/>
          </a:p>
        </p:txBody>
      </p:sp>
      <p:sp>
        <p:nvSpPr>
          <p:cNvPr id="218" name="Google Shape;218;p18"/>
          <p:cNvSpPr txBox="1"/>
          <p:nvPr/>
        </p:nvSpPr>
        <p:spPr>
          <a:xfrm rot="-2477680">
            <a:off x="4887024" y="1143149"/>
            <a:ext cx="1234219" cy="4469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D85C6"/>
                </a:solidFill>
              </a:rPr>
              <a:t>Product</a:t>
            </a:r>
            <a:endParaRPr>
              <a:solidFill>
                <a:srgbClr val="3D85C6"/>
              </a:solidFill>
            </a:endParaRPr>
          </a:p>
        </p:txBody>
      </p:sp>
      <p:sp>
        <p:nvSpPr>
          <p:cNvPr id="219" name="Google Shape;219;p18"/>
          <p:cNvSpPr txBox="1"/>
          <p:nvPr/>
        </p:nvSpPr>
        <p:spPr>
          <a:xfrm rot="-2477680">
            <a:off x="4819894" y="3251847"/>
            <a:ext cx="1234219" cy="4469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74EA7"/>
                </a:solidFill>
              </a:rPr>
              <a:t>Material</a:t>
            </a:r>
            <a:endParaRPr>
              <a:solidFill>
                <a:srgbClr val="674EA7"/>
              </a:solidFill>
            </a:endParaRPr>
          </a:p>
        </p:txBody>
      </p:sp>
      <p:sp>
        <p:nvSpPr>
          <p:cNvPr id="220" name="Google Shape;220;p18"/>
          <p:cNvSpPr txBox="1"/>
          <p:nvPr/>
        </p:nvSpPr>
        <p:spPr>
          <a:xfrm rot="-2477680">
            <a:off x="4818641" y="2245959"/>
            <a:ext cx="1234219" cy="4469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C0000"/>
                </a:solidFill>
              </a:rPr>
              <a:t>Component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221" name="Google Shape;221;p18"/>
          <p:cNvSpPr txBox="1"/>
          <p:nvPr/>
        </p:nvSpPr>
        <p:spPr>
          <a:xfrm rot="-2477680">
            <a:off x="4867894" y="4286970"/>
            <a:ext cx="1234219" cy="4469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8761D"/>
                </a:solidFill>
              </a:rPr>
              <a:t>Element</a:t>
            </a:r>
            <a:endParaRPr>
              <a:solidFill>
                <a:srgbClr val="38761D"/>
              </a:solidFill>
            </a:endParaRPr>
          </a:p>
        </p:txBody>
      </p:sp>
      <p:cxnSp>
        <p:nvCxnSpPr>
          <p:cNvPr id="222" name="Google Shape;222;p18"/>
          <p:cNvCxnSpPr>
            <a:stCxn id="214" idx="4"/>
            <a:endCxn id="208" idx="0"/>
          </p:cNvCxnSpPr>
          <p:nvPr/>
        </p:nvCxnSpPr>
        <p:spPr>
          <a:xfrm>
            <a:off x="6326655" y="1653970"/>
            <a:ext cx="0" cy="720600"/>
          </a:xfrm>
          <a:prstGeom prst="straightConnector1">
            <a:avLst/>
          </a:prstGeom>
          <a:noFill/>
          <a:ln cap="flat" cmpd="sng" w="9525">
            <a:solidFill>
              <a:srgbClr val="CC412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3" name="Google Shape;223;p18"/>
          <p:cNvCxnSpPr>
            <a:stCxn id="214" idx="4"/>
            <a:endCxn id="209" idx="0"/>
          </p:cNvCxnSpPr>
          <p:nvPr/>
        </p:nvCxnSpPr>
        <p:spPr>
          <a:xfrm>
            <a:off x="6326655" y="1653970"/>
            <a:ext cx="1412700" cy="720600"/>
          </a:xfrm>
          <a:prstGeom prst="straightConnector1">
            <a:avLst/>
          </a:prstGeom>
          <a:noFill/>
          <a:ln cap="flat" cmpd="sng" w="9525">
            <a:solidFill>
              <a:srgbClr val="CC412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4" name="Google Shape;224;p18"/>
          <p:cNvCxnSpPr/>
          <p:nvPr/>
        </p:nvCxnSpPr>
        <p:spPr>
          <a:xfrm flipH="1">
            <a:off x="6246549" y="2714353"/>
            <a:ext cx="3900" cy="666000"/>
          </a:xfrm>
          <a:prstGeom prst="straightConnector1">
            <a:avLst/>
          </a:prstGeom>
          <a:noFill/>
          <a:ln cap="flat" cmpd="sng" w="9525">
            <a:solidFill>
              <a:srgbClr val="8E7CC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" name="Google Shape;225;p18"/>
          <p:cNvCxnSpPr>
            <a:stCxn id="208" idx="4"/>
            <a:endCxn id="212" idx="0"/>
          </p:cNvCxnSpPr>
          <p:nvPr/>
        </p:nvCxnSpPr>
        <p:spPr>
          <a:xfrm>
            <a:off x="6326649" y="2714353"/>
            <a:ext cx="1408800" cy="666000"/>
          </a:xfrm>
          <a:prstGeom prst="straightConnector1">
            <a:avLst/>
          </a:prstGeom>
          <a:noFill/>
          <a:ln cap="flat" cmpd="sng" w="9525">
            <a:solidFill>
              <a:srgbClr val="8E7CC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6" name="Google Shape;226;p18"/>
          <p:cNvCxnSpPr>
            <a:stCxn id="209" idx="4"/>
            <a:endCxn id="212" idx="0"/>
          </p:cNvCxnSpPr>
          <p:nvPr/>
        </p:nvCxnSpPr>
        <p:spPr>
          <a:xfrm flipH="1">
            <a:off x="7735469" y="2714353"/>
            <a:ext cx="3900" cy="666000"/>
          </a:xfrm>
          <a:prstGeom prst="straightConnector1">
            <a:avLst/>
          </a:prstGeom>
          <a:noFill/>
          <a:ln cap="flat" cmpd="sng" w="9525">
            <a:solidFill>
              <a:srgbClr val="8E7CC3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27" name="Google Shape;227;p18"/>
          <p:cNvCxnSpPr>
            <a:stCxn id="215" idx="4"/>
            <a:endCxn id="209" idx="0"/>
          </p:cNvCxnSpPr>
          <p:nvPr/>
        </p:nvCxnSpPr>
        <p:spPr>
          <a:xfrm>
            <a:off x="7739374" y="1653970"/>
            <a:ext cx="0" cy="720600"/>
          </a:xfrm>
          <a:prstGeom prst="straightConnector1">
            <a:avLst/>
          </a:prstGeom>
          <a:noFill/>
          <a:ln cap="flat" cmpd="sng" w="9525">
            <a:solidFill>
              <a:srgbClr val="CC4125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28" name="Google Shape;228;p18"/>
          <p:cNvCxnSpPr>
            <a:stCxn id="212" idx="4"/>
            <a:endCxn id="229" idx="0"/>
          </p:cNvCxnSpPr>
          <p:nvPr/>
        </p:nvCxnSpPr>
        <p:spPr>
          <a:xfrm flipH="1">
            <a:off x="6374377" y="3720240"/>
            <a:ext cx="1361100" cy="7251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0" name="Google Shape;230;p18"/>
          <p:cNvCxnSpPr>
            <a:stCxn id="211" idx="4"/>
            <a:endCxn id="229" idx="0"/>
          </p:cNvCxnSpPr>
          <p:nvPr/>
        </p:nvCxnSpPr>
        <p:spPr>
          <a:xfrm>
            <a:off x="6322758" y="3720240"/>
            <a:ext cx="51600" cy="7251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1" name="Google Shape;231;p18"/>
          <p:cNvCxnSpPr>
            <a:stCxn id="211" idx="4"/>
            <a:endCxn id="217" idx="0"/>
          </p:cNvCxnSpPr>
          <p:nvPr/>
        </p:nvCxnSpPr>
        <p:spPr>
          <a:xfrm>
            <a:off x="6322758" y="3720240"/>
            <a:ext cx="1352100" cy="7251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" name="Google Shape;232;p18"/>
          <p:cNvCxnSpPr>
            <a:stCxn id="215" idx="4"/>
            <a:endCxn id="208" idx="7"/>
          </p:cNvCxnSpPr>
          <p:nvPr/>
        </p:nvCxnSpPr>
        <p:spPr>
          <a:xfrm flipH="1">
            <a:off x="6626074" y="1653970"/>
            <a:ext cx="1113300" cy="770400"/>
          </a:xfrm>
          <a:prstGeom prst="straightConnector1">
            <a:avLst/>
          </a:prstGeom>
          <a:noFill/>
          <a:ln cap="flat" cmpd="sng" w="9525">
            <a:solidFill>
              <a:srgbClr val="CC4125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29" name="Google Shape;229;p18"/>
          <p:cNvSpPr/>
          <p:nvPr/>
        </p:nvSpPr>
        <p:spPr>
          <a:xfrm>
            <a:off x="5950795" y="4445258"/>
            <a:ext cx="847200" cy="3399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E1</a:t>
            </a:r>
            <a:endParaRPr sz="1000"/>
          </a:p>
        </p:txBody>
      </p:sp>
      <p:cxnSp>
        <p:nvCxnSpPr>
          <p:cNvPr id="233" name="Google Shape;233;p18"/>
          <p:cNvCxnSpPr/>
          <p:nvPr/>
        </p:nvCxnSpPr>
        <p:spPr>
          <a:xfrm flipH="1">
            <a:off x="6378169" y="2714353"/>
            <a:ext cx="3900" cy="666000"/>
          </a:xfrm>
          <a:prstGeom prst="straightConnector1">
            <a:avLst/>
          </a:prstGeom>
          <a:noFill/>
          <a:ln cap="flat" cmpd="sng" w="9525">
            <a:solidFill>
              <a:srgbClr val="8E7CC3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34" name="Google Shape;234;p18"/>
          <p:cNvCxnSpPr>
            <a:stCxn id="208" idx="4"/>
            <a:endCxn id="212" idx="1"/>
          </p:cNvCxnSpPr>
          <p:nvPr/>
        </p:nvCxnSpPr>
        <p:spPr>
          <a:xfrm>
            <a:off x="6326649" y="2714353"/>
            <a:ext cx="1109400" cy="715800"/>
          </a:xfrm>
          <a:prstGeom prst="straightConnector1">
            <a:avLst/>
          </a:prstGeom>
          <a:noFill/>
          <a:ln cap="flat" cmpd="sng" w="9525">
            <a:solidFill>
              <a:srgbClr val="8E7CC3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35" name="Google Shape;235;p18"/>
          <p:cNvCxnSpPr/>
          <p:nvPr/>
        </p:nvCxnSpPr>
        <p:spPr>
          <a:xfrm flipH="1">
            <a:off x="7832424" y="2714353"/>
            <a:ext cx="3900" cy="666000"/>
          </a:xfrm>
          <a:prstGeom prst="straightConnector1">
            <a:avLst/>
          </a:prstGeom>
          <a:noFill/>
          <a:ln cap="flat" cmpd="sng" w="9525">
            <a:solidFill>
              <a:srgbClr val="8E7CC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6" name="Google Shape;236;p18"/>
          <p:cNvCxnSpPr>
            <a:stCxn id="209" idx="4"/>
          </p:cNvCxnSpPr>
          <p:nvPr/>
        </p:nvCxnSpPr>
        <p:spPr>
          <a:xfrm flipH="1">
            <a:off x="6492569" y="2714353"/>
            <a:ext cx="1246800" cy="672900"/>
          </a:xfrm>
          <a:prstGeom prst="straightConnector1">
            <a:avLst/>
          </a:prstGeom>
          <a:noFill/>
          <a:ln cap="flat" cmpd="sng" w="9525">
            <a:solidFill>
              <a:srgbClr val="8E7CC3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37" name="Google Shape;237;p18"/>
          <p:cNvCxnSpPr>
            <a:endCxn id="211" idx="0"/>
          </p:cNvCxnSpPr>
          <p:nvPr/>
        </p:nvCxnSpPr>
        <p:spPr>
          <a:xfrm flipH="1">
            <a:off x="6322758" y="2722740"/>
            <a:ext cx="1287900" cy="657600"/>
          </a:xfrm>
          <a:prstGeom prst="straightConnector1">
            <a:avLst/>
          </a:prstGeom>
          <a:noFill/>
          <a:ln cap="flat" cmpd="sng" w="9525">
            <a:solidFill>
              <a:srgbClr val="8E7CC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8" name="Google Shape;238;p18"/>
          <p:cNvCxnSpPr>
            <a:stCxn id="212" idx="4"/>
            <a:endCxn id="217" idx="0"/>
          </p:cNvCxnSpPr>
          <p:nvPr/>
        </p:nvCxnSpPr>
        <p:spPr>
          <a:xfrm flipH="1">
            <a:off x="7674877" y="3720240"/>
            <a:ext cx="60600" cy="7251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9" name="Google Shape;239;p18"/>
          <p:cNvSpPr txBox="1"/>
          <p:nvPr/>
        </p:nvSpPr>
        <p:spPr>
          <a:xfrm>
            <a:off x="7735450" y="3912775"/>
            <a:ext cx="4983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2"/>
                </a:solidFill>
              </a:rPr>
              <a:t>x8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40" name="Google Shape;240;p18"/>
          <p:cNvSpPr/>
          <p:nvPr/>
        </p:nvSpPr>
        <p:spPr>
          <a:xfrm>
            <a:off x="5127473" y="108848"/>
            <a:ext cx="3841500" cy="716400"/>
          </a:xfrm>
          <a:prstGeom prst="parallelogram">
            <a:avLst>
              <a:gd fmla="val 111668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8"/>
          <p:cNvSpPr/>
          <p:nvPr/>
        </p:nvSpPr>
        <p:spPr>
          <a:xfrm>
            <a:off x="6601180" y="297145"/>
            <a:ext cx="847200" cy="339900"/>
          </a:xfrm>
          <a:prstGeom prst="ellipse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F1</a:t>
            </a:r>
            <a:endParaRPr sz="1000"/>
          </a:p>
        </p:txBody>
      </p:sp>
      <p:sp>
        <p:nvSpPr>
          <p:cNvPr id="242" name="Google Shape;242;p18"/>
          <p:cNvSpPr txBox="1"/>
          <p:nvPr/>
        </p:nvSpPr>
        <p:spPr>
          <a:xfrm rot="-2477680">
            <a:off x="4899349" y="126224"/>
            <a:ext cx="1234219" cy="4469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BF9000"/>
                </a:solidFill>
              </a:rPr>
              <a:t>Flow</a:t>
            </a:r>
            <a:endParaRPr>
              <a:solidFill>
                <a:srgbClr val="BF9000"/>
              </a:solidFill>
            </a:endParaRPr>
          </a:p>
        </p:txBody>
      </p:sp>
      <p:cxnSp>
        <p:nvCxnSpPr>
          <p:cNvPr id="243" name="Google Shape;243;p18"/>
          <p:cNvCxnSpPr/>
          <p:nvPr/>
        </p:nvCxnSpPr>
        <p:spPr>
          <a:xfrm flipH="1">
            <a:off x="6295855" y="637095"/>
            <a:ext cx="698100" cy="677100"/>
          </a:xfrm>
          <a:prstGeom prst="straightConnector1">
            <a:avLst/>
          </a:prstGeom>
          <a:noFill/>
          <a:ln cap="flat" cmpd="sng" w="9525">
            <a:solidFill>
              <a:srgbClr val="6D9EE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4" name="Google Shape;244;p18"/>
          <p:cNvCxnSpPr>
            <a:stCxn id="241" idx="4"/>
            <a:endCxn id="215" idx="0"/>
          </p:cNvCxnSpPr>
          <p:nvPr/>
        </p:nvCxnSpPr>
        <p:spPr>
          <a:xfrm>
            <a:off x="7024780" y="637045"/>
            <a:ext cx="714600" cy="677100"/>
          </a:xfrm>
          <a:prstGeom prst="straightConnector1">
            <a:avLst/>
          </a:prstGeom>
          <a:noFill/>
          <a:ln cap="flat" cmpd="sng" w="9525">
            <a:solidFill>
              <a:srgbClr val="6D9EE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5" name="Google Shape;245;p18"/>
          <p:cNvSpPr txBox="1"/>
          <p:nvPr/>
        </p:nvSpPr>
        <p:spPr>
          <a:xfrm>
            <a:off x="53375" y="548475"/>
            <a:ext cx="21297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=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F1, P1, ∅, ∅, ∅</a:t>
            </a:r>
            <a:endParaRPr sz="1600">
              <a:solidFill>
                <a:schemeClr val="dk2"/>
              </a:solidFill>
            </a:endParaRPr>
          </a:p>
        </p:txBody>
      </p:sp>
      <p:graphicFrame>
        <p:nvGraphicFramePr>
          <p:cNvPr id="246" name="Google Shape;246;p18"/>
          <p:cNvGraphicFramePr/>
          <p:nvPr/>
        </p:nvGraphicFramePr>
        <p:xfrm>
          <a:off x="53363" y="70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{7521E79A-4CBD-455C-A84E-DE38A83BF1C4}</a:tableStyleId>
              </a:tblPr>
              <a:tblGrid>
                <a:gridCol w="792000"/>
                <a:gridCol w="792000"/>
                <a:gridCol w="792000"/>
                <a:gridCol w="792000"/>
                <a:gridCol w="792000"/>
              </a:tblGrid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Inflow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Input layer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(input sub-layer)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Outflow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Output layer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P1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7" name="Google Shape;247;p18"/>
          <p:cNvSpPr/>
          <p:nvPr/>
        </p:nvSpPr>
        <p:spPr>
          <a:xfrm>
            <a:off x="53375" y="285150"/>
            <a:ext cx="1584000" cy="214200"/>
          </a:xfrm>
          <a:prstGeom prst="rect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48" name="Google Shape;248;p18"/>
          <p:cNvGraphicFramePr/>
          <p:nvPr/>
        </p:nvGraphicFramePr>
        <p:xfrm>
          <a:off x="53363" y="1516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{7521E79A-4CBD-455C-A84E-DE38A83BF1C4}</a:tableStyleId>
              </a:tblPr>
              <a:tblGrid>
                <a:gridCol w="792000"/>
                <a:gridCol w="792000"/>
                <a:gridCol w="792000"/>
                <a:gridCol w="792000"/>
                <a:gridCol w="792000"/>
              </a:tblGrid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Inflow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Input layer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(input sub-layer)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Outflow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Output layer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C</a:t>
                      </a:r>
                      <a:r>
                        <a:rPr lang="en-GB" sz="800"/>
                        <a:t>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49" name="Google Shape;249;p18"/>
          <p:cNvCxnSpPr/>
          <p:nvPr/>
        </p:nvCxnSpPr>
        <p:spPr>
          <a:xfrm flipH="1">
            <a:off x="6295855" y="628695"/>
            <a:ext cx="698100" cy="677100"/>
          </a:xfrm>
          <a:prstGeom prst="straightConnector1">
            <a:avLst/>
          </a:prstGeom>
          <a:noFill/>
          <a:ln cap="flat" cmpd="sng" w="28575">
            <a:solidFill>
              <a:srgbClr val="6D9EE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0" name="Google Shape;250;p18"/>
          <p:cNvSpPr txBox="1"/>
          <p:nvPr/>
        </p:nvSpPr>
        <p:spPr>
          <a:xfrm>
            <a:off x="0" y="1974500"/>
            <a:ext cx="21297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=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F1, : , C1, ∅, ∅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51" name="Google Shape;251;p18"/>
          <p:cNvSpPr/>
          <p:nvPr/>
        </p:nvSpPr>
        <p:spPr>
          <a:xfrm>
            <a:off x="53375" y="1731250"/>
            <a:ext cx="1584000" cy="214200"/>
          </a:xfrm>
          <a:prstGeom prst="rect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2" name="Google Shape;252;p18"/>
          <p:cNvCxnSpPr/>
          <p:nvPr/>
        </p:nvCxnSpPr>
        <p:spPr>
          <a:xfrm>
            <a:off x="6326655" y="1653970"/>
            <a:ext cx="0" cy="720600"/>
          </a:xfrm>
          <a:prstGeom prst="straightConnector1">
            <a:avLst/>
          </a:prstGeom>
          <a:noFill/>
          <a:ln cap="flat" cmpd="sng" w="28575">
            <a:solidFill>
              <a:srgbClr val="CC412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3" name="Google Shape;253;p18"/>
          <p:cNvCxnSpPr/>
          <p:nvPr/>
        </p:nvCxnSpPr>
        <p:spPr>
          <a:xfrm flipH="1">
            <a:off x="6626074" y="1653970"/>
            <a:ext cx="1113300" cy="770400"/>
          </a:xfrm>
          <a:prstGeom prst="straightConnector1">
            <a:avLst/>
          </a:prstGeom>
          <a:noFill/>
          <a:ln cap="flat" cmpd="sng" w="28575">
            <a:solidFill>
              <a:srgbClr val="CC4125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54" name="Google Shape;254;p18"/>
          <p:cNvSpPr txBox="1"/>
          <p:nvPr/>
        </p:nvSpPr>
        <p:spPr>
          <a:xfrm>
            <a:off x="53375" y="2572900"/>
            <a:ext cx="30303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F1 M1  =  </a:t>
            </a:r>
            <a:r>
              <a:rPr lang="en-GB" sz="1600">
                <a:solidFill>
                  <a:schemeClr val="dk2"/>
                </a:solidFill>
              </a:rPr>
              <a:t>F1, : , : , M1, ∅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F1 E1  =  F1, : , : , : , E1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255" name="Google Shape;255;p18"/>
          <p:cNvSpPr txBox="1"/>
          <p:nvPr/>
        </p:nvSpPr>
        <p:spPr>
          <a:xfrm>
            <a:off x="53375" y="3507650"/>
            <a:ext cx="3380700" cy="157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F1 P1 C1  =  F1, P1, C1,  ∅ , ∅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F1 P1 M1  =  F1, P1,  :   , M1, ∅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F1 P1 E1  =  F1, P1,   :  ,   :   , E1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F1 C1 M1  =  F1,  :  , C1,  M1, ∅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F1 C1 E1  =  F1, P1, C1,   :   , E1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F1 M1 E1  =  F1, P1,   : ,  M1, E1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9"/>
          <p:cNvSpPr/>
          <p:nvPr/>
        </p:nvSpPr>
        <p:spPr>
          <a:xfrm>
            <a:off x="5115143" y="2186155"/>
            <a:ext cx="3841500" cy="716400"/>
          </a:xfrm>
          <a:prstGeom prst="parallelogram">
            <a:avLst>
              <a:gd fmla="val 111668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9"/>
          <p:cNvSpPr/>
          <p:nvPr/>
        </p:nvSpPr>
        <p:spPr>
          <a:xfrm>
            <a:off x="5903049" y="2374453"/>
            <a:ext cx="847200" cy="339900"/>
          </a:xfrm>
          <a:prstGeom prst="ellipse">
            <a:avLst/>
          </a:prstGeom>
          <a:solidFill>
            <a:srgbClr val="DD7E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C1</a:t>
            </a:r>
            <a:endParaRPr sz="1000"/>
          </a:p>
        </p:txBody>
      </p:sp>
      <p:sp>
        <p:nvSpPr>
          <p:cNvPr id="262" name="Google Shape;262;p19"/>
          <p:cNvSpPr/>
          <p:nvPr/>
        </p:nvSpPr>
        <p:spPr>
          <a:xfrm>
            <a:off x="7315769" y="2374453"/>
            <a:ext cx="847200" cy="339900"/>
          </a:xfrm>
          <a:prstGeom prst="ellipse">
            <a:avLst/>
          </a:prstGeom>
          <a:solidFill>
            <a:srgbClr val="DD7E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C2</a:t>
            </a:r>
            <a:endParaRPr sz="1000"/>
          </a:p>
        </p:txBody>
      </p:sp>
      <p:sp>
        <p:nvSpPr>
          <p:cNvPr id="263" name="Google Shape;263;p19"/>
          <p:cNvSpPr/>
          <p:nvPr/>
        </p:nvSpPr>
        <p:spPr>
          <a:xfrm>
            <a:off x="5111251" y="3192043"/>
            <a:ext cx="3841500" cy="716400"/>
          </a:xfrm>
          <a:prstGeom prst="parallelogram">
            <a:avLst>
              <a:gd fmla="val 111668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9"/>
          <p:cNvSpPr/>
          <p:nvPr/>
        </p:nvSpPr>
        <p:spPr>
          <a:xfrm>
            <a:off x="5899158" y="3380340"/>
            <a:ext cx="847200" cy="3399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M1</a:t>
            </a:r>
            <a:endParaRPr sz="1000"/>
          </a:p>
        </p:txBody>
      </p:sp>
      <p:sp>
        <p:nvSpPr>
          <p:cNvPr id="265" name="Google Shape;265;p19"/>
          <p:cNvSpPr/>
          <p:nvPr/>
        </p:nvSpPr>
        <p:spPr>
          <a:xfrm>
            <a:off x="7311877" y="3380340"/>
            <a:ext cx="847200" cy="3399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M2</a:t>
            </a:r>
            <a:endParaRPr sz="1000"/>
          </a:p>
        </p:txBody>
      </p:sp>
      <p:sp>
        <p:nvSpPr>
          <p:cNvPr id="266" name="Google Shape;266;p19"/>
          <p:cNvSpPr/>
          <p:nvPr/>
        </p:nvSpPr>
        <p:spPr>
          <a:xfrm>
            <a:off x="5115148" y="1125773"/>
            <a:ext cx="3841500" cy="716400"/>
          </a:xfrm>
          <a:prstGeom prst="parallelogram">
            <a:avLst>
              <a:gd fmla="val 111668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9"/>
          <p:cNvSpPr/>
          <p:nvPr/>
        </p:nvSpPr>
        <p:spPr>
          <a:xfrm>
            <a:off x="5903055" y="1314070"/>
            <a:ext cx="847200" cy="3399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P1</a:t>
            </a:r>
            <a:endParaRPr sz="1000"/>
          </a:p>
        </p:txBody>
      </p:sp>
      <p:sp>
        <p:nvSpPr>
          <p:cNvPr id="268" name="Google Shape;268;p19"/>
          <p:cNvSpPr/>
          <p:nvPr/>
        </p:nvSpPr>
        <p:spPr>
          <a:xfrm>
            <a:off x="7315774" y="1314070"/>
            <a:ext cx="847200" cy="3399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P2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5083949" y="4257011"/>
            <a:ext cx="3841500" cy="716400"/>
          </a:xfrm>
          <a:prstGeom prst="parallelogram">
            <a:avLst>
              <a:gd fmla="val 111668" name="adj"/>
            </a:avLst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9"/>
          <p:cNvSpPr/>
          <p:nvPr/>
        </p:nvSpPr>
        <p:spPr>
          <a:xfrm>
            <a:off x="7251270" y="4445258"/>
            <a:ext cx="847200" cy="3399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E2</a:t>
            </a:r>
            <a:endParaRPr sz="1000"/>
          </a:p>
        </p:txBody>
      </p:sp>
      <p:sp>
        <p:nvSpPr>
          <p:cNvPr id="271" name="Google Shape;271;p19"/>
          <p:cNvSpPr txBox="1"/>
          <p:nvPr/>
        </p:nvSpPr>
        <p:spPr>
          <a:xfrm rot="-2477680">
            <a:off x="4887024" y="1143149"/>
            <a:ext cx="1234219" cy="4469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D85C6"/>
                </a:solidFill>
              </a:rPr>
              <a:t>Product</a:t>
            </a:r>
            <a:endParaRPr>
              <a:solidFill>
                <a:srgbClr val="3D85C6"/>
              </a:solidFill>
            </a:endParaRPr>
          </a:p>
        </p:txBody>
      </p:sp>
      <p:sp>
        <p:nvSpPr>
          <p:cNvPr id="272" name="Google Shape;272;p19"/>
          <p:cNvSpPr txBox="1"/>
          <p:nvPr/>
        </p:nvSpPr>
        <p:spPr>
          <a:xfrm rot="-2477680">
            <a:off x="4819894" y="3251847"/>
            <a:ext cx="1234219" cy="4469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74EA7"/>
                </a:solidFill>
              </a:rPr>
              <a:t>Material</a:t>
            </a:r>
            <a:endParaRPr>
              <a:solidFill>
                <a:srgbClr val="674EA7"/>
              </a:solidFill>
            </a:endParaRPr>
          </a:p>
        </p:txBody>
      </p:sp>
      <p:sp>
        <p:nvSpPr>
          <p:cNvPr id="273" name="Google Shape;273;p19"/>
          <p:cNvSpPr txBox="1"/>
          <p:nvPr/>
        </p:nvSpPr>
        <p:spPr>
          <a:xfrm rot="-2477680">
            <a:off x="4818641" y="2245959"/>
            <a:ext cx="1234219" cy="4469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C0000"/>
                </a:solidFill>
              </a:rPr>
              <a:t>Component</a:t>
            </a:r>
            <a:endParaRPr>
              <a:solidFill>
                <a:srgbClr val="CC0000"/>
              </a:solidFill>
            </a:endParaRPr>
          </a:p>
        </p:txBody>
      </p:sp>
      <p:sp>
        <p:nvSpPr>
          <p:cNvPr id="274" name="Google Shape;274;p19"/>
          <p:cNvSpPr txBox="1"/>
          <p:nvPr/>
        </p:nvSpPr>
        <p:spPr>
          <a:xfrm rot="-2477680">
            <a:off x="4867894" y="4286970"/>
            <a:ext cx="1234219" cy="4469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8761D"/>
                </a:solidFill>
              </a:rPr>
              <a:t>Element</a:t>
            </a:r>
            <a:endParaRPr>
              <a:solidFill>
                <a:srgbClr val="38761D"/>
              </a:solidFill>
            </a:endParaRPr>
          </a:p>
        </p:txBody>
      </p:sp>
      <p:cxnSp>
        <p:nvCxnSpPr>
          <p:cNvPr id="275" name="Google Shape;275;p19"/>
          <p:cNvCxnSpPr>
            <a:stCxn id="267" idx="4"/>
            <a:endCxn id="261" idx="0"/>
          </p:cNvCxnSpPr>
          <p:nvPr/>
        </p:nvCxnSpPr>
        <p:spPr>
          <a:xfrm>
            <a:off x="6326655" y="1653970"/>
            <a:ext cx="0" cy="720600"/>
          </a:xfrm>
          <a:prstGeom prst="straightConnector1">
            <a:avLst/>
          </a:prstGeom>
          <a:noFill/>
          <a:ln cap="flat" cmpd="sng" w="9525">
            <a:solidFill>
              <a:srgbClr val="CC412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6" name="Google Shape;276;p19"/>
          <p:cNvCxnSpPr>
            <a:stCxn id="267" idx="4"/>
            <a:endCxn id="262" idx="0"/>
          </p:cNvCxnSpPr>
          <p:nvPr/>
        </p:nvCxnSpPr>
        <p:spPr>
          <a:xfrm>
            <a:off x="6326655" y="1653970"/>
            <a:ext cx="1412700" cy="720600"/>
          </a:xfrm>
          <a:prstGeom prst="straightConnector1">
            <a:avLst/>
          </a:prstGeom>
          <a:noFill/>
          <a:ln cap="flat" cmpd="sng" w="9525">
            <a:solidFill>
              <a:srgbClr val="CC412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7" name="Google Shape;277;p19"/>
          <p:cNvCxnSpPr/>
          <p:nvPr/>
        </p:nvCxnSpPr>
        <p:spPr>
          <a:xfrm flipH="1">
            <a:off x="6246549" y="2714353"/>
            <a:ext cx="3900" cy="666000"/>
          </a:xfrm>
          <a:prstGeom prst="straightConnector1">
            <a:avLst/>
          </a:prstGeom>
          <a:noFill/>
          <a:ln cap="flat" cmpd="sng" w="9525">
            <a:solidFill>
              <a:srgbClr val="8E7CC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8" name="Google Shape;278;p19"/>
          <p:cNvCxnSpPr>
            <a:stCxn id="261" idx="4"/>
            <a:endCxn id="265" idx="0"/>
          </p:cNvCxnSpPr>
          <p:nvPr/>
        </p:nvCxnSpPr>
        <p:spPr>
          <a:xfrm>
            <a:off x="6326649" y="2714353"/>
            <a:ext cx="1408800" cy="666000"/>
          </a:xfrm>
          <a:prstGeom prst="straightConnector1">
            <a:avLst/>
          </a:prstGeom>
          <a:noFill/>
          <a:ln cap="flat" cmpd="sng" w="9525">
            <a:solidFill>
              <a:srgbClr val="8E7CC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9" name="Google Shape;279;p19"/>
          <p:cNvCxnSpPr>
            <a:stCxn id="262" idx="4"/>
            <a:endCxn id="265" idx="0"/>
          </p:cNvCxnSpPr>
          <p:nvPr/>
        </p:nvCxnSpPr>
        <p:spPr>
          <a:xfrm flipH="1">
            <a:off x="7735469" y="2714353"/>
            <a:ext cx="3900" cy="666000"/>
          </a:xfrm>
          <a:prstGeom prst="straightConnector1">
            <a:avLst/>
          </a:prstGeom>
          <a:noFill/>
          <a:ln cap="flat" cmpd="sng" w="9525">
            <a:solidFill>
              <a:srgbClr val="8E7CC3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80" name="Google Shape;280;p19"/>
          <p:cNvCxnSpPr>
            <a:stCxn id="268" idx="4"/>
            <a:endCxn id="262" idx="0"/>
          </p:cNvCxnSpPr>
          <p:nvPr/>
        </p:nvCxnSpPr>
        <p:spPr>
          <a:xfrm>
            <a:off x="7739374" y="1653970"/>
            <a:ext cx="0" cy="720600"/>
          </a:xfrm>
          <a:prstGeom prst="straightConnector1">
            <a:avLst/>
          </a:prstGeom>
          <a:noFill/>
          <a:ln cap="flat" cmpd="sng" w="9525">
            <a:solidFill>
              <a:srgbClr val="CC4125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81" name="Google Shape;281;p19"/>
          <p:cNvCxnSpPr>
            <a:stCxn id="265" idx="4"/>
            <a:endCxn id="282" idx="0"/>
          </p:cNvCxnSpPr>
          <p:nvPr/>
        </p:nvCxnSpPr>
        <p:spPr>
          <a:xfrm flipH="1">
            <a:off x="6374377" y="3720240"/>
            <a:ext cx="1361100" cy="7251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3" name="Google Shape;283;p19"/>
          <p:cNvCxnSpPr>
            <a:stCxn id="264" idx="4"/>
            <a:endCxn id="282" idx="0"/>
          </p:cNvCxnSpPr>
          <p:nvPr/>
        </p:nvCxnSpPr>
        <p:spPr>
          <a:xfrm>
            <a:off x="6322758" y="3720240"/>
            <a:ext cx="51600" cy="7251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4" name="Google Shape;284;p19"/>
          <p:cNvCxnSpPr>
            <a:stCxn id="264" idx="4"/>
            <a:endCxn id="270" idx="0"/>
          </p:cNvCxnSpPr>
          <p:nvPr/>
        </p:nvCxnSpPr>
        <p:spPr>
          <a:xfrm>
            <a:off x="6322758" y="3720240"/>
            <a:ext cx="1352100" cy="7251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5" name="Google Shape;285;p19"/>
          <p:cNvCxnSpPr>
            <a:stCxn id="268" idx="4"/>
            <a:endCxn id="261" idx="7"/>
          </p:cNvCxnSpPr>
          <p:nvPr/>
        </p:nvCxnSpPr>
        <p:spPr>
          <a:xfrm flipH="1">
            <a:off x="6626074" y="1653970"/>
            <a:ext cx="1113300" cy="770400"/>
          </a:xfrm>
          <a:prstGeom prst="straightConnector1">
            <a:avLst/>
          </a:prstGeom>
          <a:noFill/>
          <a:ln cap="flat" cmpd="sng" w="9525">
            <a:solidFill>
              <a:srgbClr val="CC4125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82" name="Google Shape;282;p19"/>
          <p:cNvSpPr/>
          <p:nvPr/>
        </p:nvSpPr>
        <p:spPr>
          <a:xfrm>
            <a:off x="5950795" y="4445258"/>
            <a:ext cx="847200" cy="3399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E1</a:t>
            </a:r>
            <a:endParaRPr sz="1000"/>
          </a:p>
        </p:txBody>
      </p:sp>
      <p:cxnSp>
        <p:nvCxnSpPr>
          <p:cNvPr id="286" name="Google Shape;286;p19"/>
          <p:cNvCxnSpPr/>
          <p:nvPr/>
        </p:nvCxnSpPr>
        <p:spPr>
          <a:xfrm flipH="1">
            <a:off x="6378169" y="2714353"/>
            <a:ext cx="3900" cy="666000"/>
          </a:xfrm>
          <a:prstGeom prst="straightConnector1">
            <a:avLst/>
          </a:prstGeom>
          <a:noFill/>
          <a:ln cap="flat" cmpd="sng" w="9525">
            <a:solidFill>
              <a:srgbClr val="8E7CC3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87" name="Google Shape;287;p19"/>
          <p:cNvCxnSpPr>
            <a:stCxn id="261" idx="4"/>
            <a:endCxn id="265" idx="1"/>
          </p:cNvCxnSpPr>
          <p:nvPr/>
        </p:nvCxnSpPr>
        <p:spPr>
          <a:xfrm>
            <a:off x="6326649" y="2714353"/>
            <a:ext cx="1109400" cy="715800"/>
          </a:xfrm>
          <a:prstGeom prst="straightConnector1">
            <a:avLst/>
          </a:prstGeom>
          <a:noFill/>
          <a:ln cap="flat" cmpd="sng" w="9525">
            <a:solidFill>
              <a:srgbClr val="8E7CC3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88" name="Google Shape;288;p19"/>
          <p:cNvCxnSpPr/>
          <p:nvPr/>
        </p:nvCxnSpPr>
        <p:spPr>
          <a:xfrm flipH="1">
            <a:off x="7832424" y="2714353"/>
            <a:ext cx="3900" cy="666000"/>
          </a:xfrm>
          <a:prstGeom prst="straightConnector1">
            <a:avLst/>
          </a:prstGeom>
          <a:noFill/>
          <a:ln cap="flat" cmpd="sng" w="9525">
            <a:solidFill>
              <a:srgbClr val="8E7CC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9" name="Google Shape;289;p19"/>
          <p:cNvCxnSpPr>
            <a:stCxn id="262" idx="4"/>
          </p:cNvCxnSpPr>
          <p:nvPr/>
        </p:nvCxnSpPr>
        <p:spPr>
          <a:xfrm flipH="1">
            <a:off x="6492569" y="2714353"/>
            <a:ext cx="1246800" cy="672900"/>
          </a:xfrm>
          <a:prstGeom prst="straightConnector1">
            <a:avLst/>
          </a:prstGeom>
          <a:noFill/>
          <a:ln cap="flat" cmpd="sng" w="9525">
            <a:solidFill>
              <a:srgbClr val="8E7CC3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290" name="Google Shape;290;p19"/>
          <p:cNvCxnSpPr>
            <a:endCxn id="264" idx="0"/>
          </p:cNvCxnSpPr>
          <p:nvPr/>
        </p:nvCxnSpPr>
        <p:spPr>
          <a:xfrm flipH="1">
            <a:off x="6322758" y="2722740"/>
            <a:ext cx="1287900" cy="657600"/>
          </a:xfrm>
          <a:prstGeom prst="straightConnector1">
            <a:avLst/>
          </a:prstGeom>
          <a:noFill/>
          <a:ln cap="flat" cmpd="sng" w="9525">
            <a:solidFill>
              <a:srgbClr val="8E7CC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1" name="Google Shape;291;p19"/>
          <p:cNvCxnSpPr>
            <a:stCxn id="265" idx="4"/>
            <a:endCxn id="270" idx="0"/>
          </p:cNvCxnSpPr>
          <p:nvPr/>
        </p:nvCxnSpPr>
        <p:spPr>
          <a:xfrm flipH="1">
            <a:off x="7674877" y="3720240"/>
            <a:ext cx="60600" cy="7251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2" name="Google Shape;292;p19"/>
          <p:cNvSpPr txBox="1"/>
          <p:nvPr/>
        </p:nvSpPr>
        <p:spPr>
          <a:xfrm>
            <a:off x="7735450" y="3912775"/>
            <a:ext cx="4983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2"/>
                </a:solidFill>
              </a:rPr>
              <a:t>x8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293" name="Google Shape;293;p19"/>
          <p:cNvSpPr/>
          <p:nvPr/>
        </p:nvSpPr>
        <p:spPr>
          <a:xfrm>
            <a:off x="5127473" y="108848"/>
            <a:ext cx="3841500" cy="716400"/>
          </a:xfrm>
          <a:prstGeom prst="parallelogram">
            <a:avLst>
              <a:gd fmla="val 111668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9"/>
          <p:cNvSpPr/>
          <p:nvPr/>
        </p:nvSpPr>
        <p:spPr>
          <a:xfrm>
            <a:off x="6601180" y="297145"/>
            <a:ext cx="847200" cy="339900"/>
          </a:xfrm>
          <a:prstGeom prst="ellipse">
            <a:avLst/>
          </a:prstGeom>
          <a:solidFill>
            <a:srgbClr val="FFD9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F2</a:t>
            </a:r>
            <a:endParaRPr sz="1000"/>
          </a:p>
        </p:txBody>
      </p:sp>
      <p:sp>
        <p:nvSpPr>
          <p:cNvPr id="295" name="Google Shape;295;p19"/>
          <p:cNvSpPr txBox="1"/>
          <p:nvPr/>
        </p:nvSpPr>
        <p:spPr>
          <a:xfrm rot="-2477680">
            <a:off x="4899349" y="126224"/>
            <a:ext cx="1234219" cy="44690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BF9000"/>
                </a:solidFill>
              </a:rPr>
              <a:t>Flow</a:t>
            </a:r>
            <a:endParaRPr>
              <a:solidFill>
                <a:srgbClr val="BF9000"/>
              </a:solidFill>
            </a:endParaRPr>
          </a:p>
        </p:txBody>
      </p:sp>
      <p:cxnSp>
        <p:nvCxnSpPr>
          <p:cNvPr id="296" name="Google Shape;296;p19"/>
          <p:cNvCxnSpPr/>
          <p:nvPr/>
        </p:nvCxnSpPr>
        <p:spPr>
          <a:xfrm flipH="1">
            <a:off x="6295855" y="637095"/>
            <a:ext cx="698100" cy="677100"/>
          </a:xfrm>
          <a:prstGeom prst="straightConnector1">
            <a:avLst/>
          </a:prstGeom>
          <a:noFill/>
          <a:ln cap="flat" cmpd="sng" w="9525">
            <a:solidFill>
              <a:srgbClr val="6D9EE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7" name="Google Shape;297;p19"/>
          <p:cNvCxnSpPr>
            <a:stCxn id="294" idx="4"/>
            <a:endCxn id="268" idx="0"/>
          </p:cNvCxnSpPr>
          <p:nvPr/>
        </p:nvCxnSpPr>
        <p:spPr>
          <a:xfrm>
            <a:off x="7024780" y="637045"/>
            <a:ext cx="714600" cy="677100"/>
          </a:xfrm>
          <a:prstGeom prst="straightConnector1">
            <a:avLst/>
          </a:prstGeom>
          <a:noFill/>
          <a:ln cap="flat" cmpd="sng" w="9525">
            <a:solidFill>
              <a:srgbClr val="6D9EE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8" name="Google Shape;298;p19"/>
          <p:cNvSpPr txBox="1"/>
          <p:nvPr/>
        </p:nvSpPr>
        <p:spPr>
          <a:xfrm>
            <a:off x="53375" y="548475"/>
            <a:ext cx="21297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=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F1, :, C1, ∅, ∅</a:t>
            </a:r>
            <a:endParaRPr sz="1600">
              <a:solidFill>
                <a:schemeClr val="dk2"/>
              </a:solidFill>
            </a:endParaRPr>
          </a:p>
        </p:txBody>
      </p:sp>
      <p:graphicFrame>
        <p:nvGraphicFramePr>
          <p:cNvPr id="299" name="Google Shape;299;p19"/>
          <p:cNvGraphicFramePr/>
          <p:nvPr/>
        </p:nvGraphicFramePr>
        <p:xfrm>
          <a:off x="53363" y="70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{7521E79A-4CBD-455C-A84E-DE38A83BF1C4}</a:tableStyleId>
              </a:tblPr>
              <a:tblGrid>
                <a:gridCol w="792000"/>
                <a:gridCol w="792000"/>
                <a:gridCol w="792000"/>
                <a:gridCol w="792000"/>
                <a:gridCol w="792000"/>
              </a:tblGrid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Inflow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Input layer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(input sub-layer)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Outflow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Output layer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C</a:t>
                      </a:r>
                      <a:r>
                        <a:rPr lang="en-GB" sz="800"/>
                        <a:t>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F2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C1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0" name="Google Shape;300;p19"/>
          <p:cNvSpPr txBox="1"/>
          <p:nvPr/>
        </p:nvSpPr>
        <p:spPr>
          <a:xfrm>
            <a:off x="2590425" y="548475"/>
            <a:ext cx="21297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=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F2, :, C1, ∅, ∅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301" name="Google Shape;301;p19"/>
          <p:cNvSpPr txBox="1"/>
          <p:nvPr/>
        </p:nvSpPr>
        <p:spPr>
          <a:xfrm>
            <a:off x="2590425" y="1318525"/>
            <a:ext cx="2129700" cy="8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or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F2, ∅, C1, ∅, ∅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?</a:t>
            </a:r>
            <a:endParaRPr sz="1600">
              <a:solidFill>
                <a:schemeClr val="dk2"/>
              </a:solidFill>
            </a:endParaRPr>
          </a:p>
        </p:txBody>
      </p:sp>
      <p:cxnSp>
        <p:nvCxnSpPr>
          <p:cNvPr id="302" name="Google Shape;302;p19"/>
          <p:cNvCxnSpPr>
            <a:stCxn id="294" idx="4"/>
            <a:endCxn id="261" idx="0"/>
          </p:cNvCxnSpPr>
          <p:nvPr/>
        </p:nvCxnSpPr>
        <p:spPr>
          <a:xfrm flipH="1">
            <a:off x="6326680" y="637045"/>
            <a:ext cx="698100" cy="1737300"/>
          </a:xfrm>
          <a:prstGeom prst="straightConnector1">
            <a:avLst/>
          </a:prstGeom>
          <a:noFill/>
          <a:ln cap="flat" cmpd="sng" w="9525">
            <a:solidFill>
              <a:srgbClr val="6D9EE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3" name="Google Shape;303;p19"/>
          <p:cNvCxnSpPr>
            <a:stCxn id="294" idx="4"/>
            <a:endCxn id="262" idx="0"/>
          </p:cNvCxnSpPr>
          <p:nvPr/>
        </p:nvCxnSpPr>
        <p:spPr>
          <a:xfrm>
            <a:off x="7024780" y="637045"/>
            <a:ext cx="714600" cy="1737300"/>
          </a:xfrm>
          <a:prstGeom prst="straightConnector1">
            <a:avLst/>
          </a:prstGeom>
          <a:noFill/>
          <a:ln cap="flat" cmpd="sng" w="9525">
            <a:solidFill>
              <a:srgbClr val="6D9EEB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8" name="Google Shape;308;p20"/>
          <p:cNvGraphicFramePr/>
          <p:nvPr/>
        </p:nvGraphicFramePr>
        <p:xfrm>
          <a:off x="53363" y="299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{7521E79A-4CBD-455C-A84E-DE38A83BF1C4}</a:tableStyleId>
              </a:tblPr>
              <a:tblGrid>
                <a:gridCol w="792000"/>
                <a:gridCol w="792000"/>
                <a:gridCol w="792000"/>
                <a:gridCol w="792000"/>
                <a:gridCol w="792000"/>
              </a:tblGrid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Inflow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Input layer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(input sub-layer)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Outflow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Output layer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P*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F2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C1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09" name="Google Shape;309;p20"/>
          <p:cNvGraphicFramePr/>
          <p:nvPr/>
        </p:nvGraphicFramePr>
        <p:xfrm>
          <a:off x="53363" y="299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{7521E79A-4CBD-455C-A84E-DE38A83BF1C4}</a:tableStyleId>
              </a:tblPr>
              <a:tblGrid>
                <a:gridCol w="792000"/>
                <a:gridCol w="792000"/>
                <a:gridCol w="792000"/>
                <a:gridCol w="792000"/>
                <a:gridCol w="792000"/>
              </a:tblGrid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Inflow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Input layer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(input sub-layer)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Outflow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Output layer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P</a:t>
                      </a:r>
                      <a:r>
                        <a:rPr lang="en-GB" sz="800"/>
                        <a:t>*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(C1)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F2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C</a:t>
                      </a:r>
                      <a:r>
                        <a:rPr lang="en-GB" sz="800"/>
                        <a:t>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0" name="Google Shape;310;p20"/>
          <p:cNvSpPr txBox="1"/>
          <p:nvPr/>
        </p:nvSpPr>
        <p:spPr>
          <a:xfrm>
            <a:off x="-175225" y="1539075"/>
            <a:ext cx="21297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=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P1 , C1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P2 , C1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P3 , C1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2"/>
                </a:solidFill>
              </a:rPr>
              <a:t>F1, P4 , C1 , ∅ , ∅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11" name="Google Shape;311;p20"/>
          <p:cNvSpPr txBox="1"/>
          <p:nvPr/>
        </p:nvSpPr>
        <p:spPr>
          <a:xfrm>
            <a:off x="-175225" y="929475"/>
            <a:ext cx="21297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=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P* , C1 , ∅ , ∅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12" name="Google Shape;312;p20"/>
          <p:cNvSpPr txBox="1"/>
          <p:nvPr/>
        </p:nvSpPr>
        <p:spPr>
          <a:xfrm>
            <a:off x="2369500" y="929475"/>
            <a:ext cx="21297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=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F2, ∅ , C1 , ∅ , ∅</a:t>
            </a:r>
            <a:endParaRPr>
              <a:solidFill>
                <a:schemeClr val="dk2"/>
              </a:solidFill>
            </a:endParaRPr>
          </a:p>
        </p:txBody>
      </p:sp>
      <p:graphicFrame>
        <p:nvGraphicFramePr>
          <p:cNvPr id="313" name="Google Shape;313;p20"/>
          <p:cNvGraphicFramePr/>
          <p:nvPr/>
        </p:nvGraphicFramePr>
        <p:xfrm>
          <a:off x="5791188" y="299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{7521E79A-4CBD-455C-A84E-DE38A83BF1C4}</a:tableStyleId>
              </a:tblPr>
              <a:tblGrid>
                <a:gridCol w="892000"/>
                <a:gridCol w="892000"/>
                <a:gridCol w="892000"/>
              </a:tblGrid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Inflow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Input layer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(input sub-layer)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C1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4" name="Google Shape;314;p20"/>
          <p:cNvSpPr txBox="1"/>
          <p:nvPr/>
        </p:nvSpPr>
        <p:spPr>
          <a:xfrm>
            <a:off x="6073175" y="929475"/>
            <a:ext cx="21297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=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: , C1 , ∅ , ∅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15" name="Google Shape;315;p20"/>
          <p:cNvSpPr txBox="1"/>
          <p:nvPr/>
        </p:nvSpPr>
        <p:spPr>
          <a:xfrm>
            <a:off x="2369500" y="1539075"/>
            <a:ext cx="2129700" cy="130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=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F2, ∅ , C1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F2, ∅ , C1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F2, ∅ , C1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2"/>
                </a:solidFill>
              </a:rPr>
              <a:t>F2, ∅ , C1 , ∅ , ∅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0" name="Google Shape;320;p21"/>
          <p:cNvGraphicFramePr/>
          <p:nvPr/>
        </p:nvGraphicFramePr>
        <p:xfrm>
          <a:off x="53363" y="299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{7521E79A-4CBD-455C-A84E-DE38A83BF1C4}</a:tableStyleId>
              </a:tblPr>
              <a:tblGrid>
                <a:gridCol w="792000"/>
                <a:gridCol w="792000"/>
                <a:gridCol w="792000"/>
                <a:gridCol w="792000"/>
                <a:gridCol w="792000"/>
              </a:tblGrid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Inflow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Input layer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(input sub-layer)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Outflow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Output layer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P*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F2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P*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1" name="Google Shape;321;p21"/>
          <p:cNvSpPr txBox="1"/>
          <p:nvPr/>
        </p:nvSpPr>
        <p:spPr>
          <a:xfrm>
            <a:off x="-175225" y="1310475"/>
            <a:ext cx="21297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=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P1 , ∅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P2 , ∅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P3 , ∅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P4 , ∅ , ∅ , ∅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22" name="Google Shape;322;p21"/>
          <p:cNvSpPr txBox="1"/>
          <p:nvPr/>
        </p:nvSpPr>
        <p:spPr>
          <a:xfrm>
            <a:off x="-175225" y="700875"/>
            <a:ext cx="21297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=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P* , ∅ , ∅ , ∅</a:t>
            </a:r>
            <a:endParaRPr>
              <a:solidFill>
                <a:schemeClr val="dk2"/>
              </a:solidFill>
            </a:endParaRPr>
          </a:p>
        </p:txBody>
      </p:sp>
      <p:graphicFrame>
        <p:nvGraphicFramePr>
          <p:cNvPr id="323" name="Google Shape;323;p21"/>
          <p:cNvGraphicFramePr/>
          <p:nvPr/>
        </p:nvGraphicFramePr>
        <p:xfrm>
          <a:off x="5791188" y="299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{7521E79A-4CBD-455C-A84E-DE38A83BF1C4}</a:tableStyleId>
              </a:tblPr>
              <a:tblGrid>
                <a:gridCol w="892000"/>
                <a:gridCol w="892000"/>
                <a:gridCol w="892000"/>
              </a:tblGrid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Inflow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Input layer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(input sub-layer)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C ?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324" name="Google Shape;324;p21"/>
          <p:cNvCxnSpPr/>
          <p:nvPr/>
        </p:nvCxnSpPr>
        <p:spPr>
          <a:xfrm>
            <a:off x="5791075" y="296025"/>
            <a:ext cx="2670300" cy="4257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" name="Google Shape;325;p21"/>
          <p:cNvCxnSpPr/>
          <p:nvPr/>
        </p:nvCxnSpPr>
        <p:spPr>
          <a:xfrm flipH="1" rot="10800000">
            <a:off x="5784900" y="302075"/>
            <a:ext cx="2688900" cy="4380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6" name="Google Shape;326;p21"/>
          <p:cNvSpPr txBox="1"/>
          <p:nvPr/>
        </p:nvSpPr>
        <p:spPr>
          <a:xfrm>
            <a:off x="2186975" y="1310475"/>
            <a:ext cx="21297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=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F2, P* , ∅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F2, P* , ∅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F2, P* , ∅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F2, P* , ∅ , ∅ , ∅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27" name="Google Shape;327;p21"/>
          <p:cNvSpPr txBox="1"/>
          <p:nvPr/>
        </p:nvSpPr>
        <p:spPr>
          <a:xfrm>
            <a:off x="2186975" y="700875"/>
            <a:ext cx="21297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=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F2, P* , ∅ , ∅ , ∅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28" name="Google Shape;328;p21"/>
          <p:cNvSpPr txBox="1"/>
          <p:nvPr/>
        </p:nvSpPr>
        <p:spPr>
          <a:xfrm>
            <a:off x="-175225" y="2682075"/>
            <a:ext cx="21297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=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2"/>
                </a:solidFill>
              </a:rPr>
              <a:t>F1, P1</a:t>
            </a:r>
            <a:r>
              <a:rPr lang="en-GB">
                <a:solidFill>
                  <a:schemeClr val="dk2"/>
                </a:solidFill>
              </a:rPr>
              <a:t> , ∅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“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“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“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29" name="Google Shape;329;p21"/>
          <p:cNvSpPr txBox="1"/>
          <p:nvPr/>
        </p:nvSpPr>
        <p:spPr>
          <a:xfrm>
            <a:off x="2186975" y="2682075"/>
            <a:ext cx="21297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=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F2, P1 , </a:t>
            </a:r>
            <a:r>
              <a:rPr lang="en-GB">
                <a:solidFill>
                  <a:schemeClr val="dk2"/>
                </a:solidFill>
              </a:rPr>
              <a:t>∅</a:t>
            </a:r>
            <a:r>
              <a:rPr lang="en-GB">
                <a:solidFill>
                  <a:schemeClr val="dk2"/>
                </a:solidFill>
              </a:rPr>
              <a:t>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F2, P2 , ∅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F2, P3 , ∅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2"/>
                </a:solidFill>
              </a:rPr>
              <a:t>F2, P4 , ∅ , ∅ , ∅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30" name="Google Shape;330;p21"/>
          <p:cNvSpPr txBox="1"/>
          <p:nvPr/>
        </p:nvSpPr>
        <p:spPr>
          <a:xfrm>
            <a:off x="2186975" y="3901275"/>
            <a:ext cx="21297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F2, P1 , ∅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F2, P2 , ∅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F2, P3 , ∅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F2, P4 , ∅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31" name="Google Shape;331;p21"/>
          <p:cNvSpPr txBox="1"/>
          <p:nvPr/>
        </p:nvSpPr>
        <p:spPr>
          <a:xfrm>
            <a:off x="-175225" y="3901275"/>
            <a:ext cx="21297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P2 , ∅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“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“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“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32" name="Google Shape;332;p21"/>
          <p:cNvSpPr txBox="1"/>
          <p:nvPr/>
        </p:nvSpPr>
        <p:spPr>
          <a:xfrm>
            <a:off x="2186975" y="2682075"/>
            <a:ext cx="21297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=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F2, P1 , ∅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trike="sngStrike">
                <a:solidFill>
                  <a:srgbClr val="B7B7B7"/>
                </a:solidFill>
              </a:rPr>
              <a:t>F2, P2 , ∅ , ∅ , ∅</a:t>
            </a:r>
            <a:endParaRPr strike="sngStrike">
              <a:solidFill>
                <a:srgbClr val="B7B7B7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trike="sngStrike">
                <a:solidFill>
                  <a:srgbClr val="B7B7B7"/>
                </a:solidFill>
              </a:rPr>
              <a:t>F2, P3 , ∅ , ∅ , ∅</a:t>
            </a:r>
            <a:endParaRPr strike="sngStrike">
              <a:solidFill>
                <a:srgbClr val="B7B7B7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trike="sngStrike">
                <a:solidFill>
                  <a:srgbClr val="B7B7B7"/>
                </a:solidFill>
              </a:rPr>
              <a:t>F2, P4 , ∅ , ∅ , ∅</a:t>
            </a:r>
            <a:endParaRPr strike="sngStrike">
              <a:solidFill>
                <a:srgbClr val="B7B7B7"/>
              </a:solidFill>
            </a:endParaRPr>
          </a:p>
        </p:txBody>
      </p:sp>
      <p:sp>
        <p:nvSpPr>
          <p:cNvPr id="333" name="Google Shape;333;p21"/>
          <p:cNvSpPr txBox="1"/>
          <p:nvPr/>
        </p:nvSpPr>
        <p:spPr>
          <a:xfrm>
            <a:off x="2186975" y="3901275"/>
            <a:ext cx="21297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trike="sngStrike">
                <a:solidFill>
                  <a:srgbClr val="9E9E9E"/>
                </a:solidFill>
              </a:rPr>
              <a:t>F2, P1 , ∅ , ∅ , ∅</a:t>
            </a:r>
            <a:endParaRPr strike="sngStrike">
              <a:solidFill>
                <a:srgbClr val="9E9E9E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F2, P2 , ∅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trike="sngStrike">
                <a:solidFill>
                  <a:srgbClr val="9E9E9E"/>
                </a:solidFill>
              </a:rPr>
              <a:t>F2, P3 , ∅ , ∅ , ∅</a:t>
            </a:r>
            <a:endParaRPr strike="sngStrike">
              <a:solidFill>
                <a:srgbClr val="9E9E9E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trike="sngStrike">
                <a:solidFill>
                  <a:srgbClr val="9E9E9E"/>
                </a:solidFill>
              </a:rPr>
              <a:t>F2, P4 , ∅ , ∅ , ∅</a:t>
            </a:r>
            <a:endParaRPr strike="sngStrike">
              <a:solidFill>
                <a:srgbClr val="9E9E9E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8" name="Google Shape;338;p22"/>
          <p:cNvGraphicFramePr/>
          <p:nvPr/>
        </p:nvGraphicFramePr>
        <p:xfrm>
          <a:off x="53363" y="299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{7521E79A-4CBD-455C-A84E-DE38A83BF1C4}</a:tableStyleId>
              </a:tblPr>
              <a:tblGrid>
                <a:gridCol w="792000"/>
                <a:gridCol w="792000"/>
                <a:gridCol w="792000"/>
                <a:gridCol w="792000"/>
                <a:gridCol w="792000"/>
              </a:tblGrid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Inflow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Input layer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(input sub-layer)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Outflow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Output layer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P*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F2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C</a:t>
                      </a:r>
                      <a:r>
                        <a:rPr lang="en-GB" sz="800"/>
                        <a:t>*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9" name="Google Shape;339;p22"/>
          <p:cNvSpPr txBox="1"/>
          <p:nvPr/>
        </p:nvSpPr>
        <p:spPr>
          <a:xfrm>
            <a:off x="-175225" y="1310475"/>
            <a:ext cx="21297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=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P1 , ∅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P2 , ∅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P3 , ∅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P4 , ∅ , ∅ , ∅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40" name="Google Shape;340;p22"/>
          <p:cNvSpPr txBox="1"/>
          <p:nvPr/>
        </p:nvSpPr>
        <p:spPr>
          <a:xfrm>
            <a:off x="-175225" y="700875"/>
            <a:ext cx="21297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=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P* , ∅ , ∅ , ∅</a:t>
            </a:r>
            <a:endParaRPr>
              <a:solidFill>
                <a:schemeClr val="dk2"/>
              </a:solidFill>
            </a:endParaRPr>
          </a:p>
        </p:txBody>
      </p:sp>
      <p:graphicFrame>
        <p:nvGraphicFramePr>
          <p:cNvPr id="341" name="Google Shape;341;p22"/>
          <p:cNvGraphicFramePr/>
          <p:nvPr/>
        </p:nvGraphicFramePr>
        <p:xfrm>
          <a:off x="5791188" y="299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{7521E79A-4CBD-455C-A84E-DE38A83BF1C4}</a:tableStyleId>
              </a:tblPr>
              <a:tblGrid>
                <a:gridCol w="892000"/>
                <a:gridCol w="892000"/>
                <a:gridCol w="892000"/>
              </a:tblGrid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Inflow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Input layer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(input sub-layer)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C ?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342" name="Google Shape;342;p22"/>
          <p:cNvCxnSpPr/>
          <p:nvPr/>
        </p:nvCxnSpPr>
        <p:spPr>
          <a:xfrm>
            <a:off x="5791075" y="296025"/>
            <a:ext cx="2670300" cy="4257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" name="Google Shape;343;p22"/>
          <p:cNvCxnSpPr/>
          <p:nvPr/>
        </p:nvCxnSpPr>
        <p:spPr>
          <a:xfrm flipH="1" rot="10800000">
            <a:off x="5784900" y="302075"/>
            <a:ext cx="2688900" cy="4380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4" name="Google Shape;344;p22"/>
          <p:cNvSpPr txBox="1"/>
          <p:nvPr/>
        </p:nvSpPr>
        <p:spPr>
          <a:xfrm>
            <a:off x="2186975" y="1310475"/>
            <a:ext cx="21297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=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F2, : , C*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F2, : , C*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F2, : , C*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F2, : , C* , ∅ , ∅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45" name="Google Shape;345;p22"/>
          <p:cNvSpPr txBox="1"/>
          <p:nvPr/>
        </p:nvSpPr>
        <p:spPr>
          <a:xfrm>
            <a:off x="2186975" y="700875"/>
            <a:ext cx="21297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=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F2, : , C* , ∅ , ∅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46" name="Google Shape;346;p22"/>
          <p:cNvSpPr txBox="1"/>
          <p:nvPr/>
        </p:nvSpPr>
        <p:spPr>
          <a:xfrm>
            <a:off x="-175225" y="2682075"/>
            <a:ext cx="21297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=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2"/>
                </a:solidFill>
              </a:rPr>
              <a:t>F1, P1</a:t>
            </a:r>
            <a:r>
              <a:rPr lang="en-GB">
                <a:solidFill>
                  <a:schemeClr val="dk2"/>
                </a:solidFill>
              </a:rPr>
              <a:t> , ∅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“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“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“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47" name="Google Shape;347;p22"/>
          <p:cNvSpPr txBox="1"/>
          <p:nvPr/>
        </p:nvSpPr>
        <p:spPr>
          <a:xfrm>
            <a:off x="2186975" y="2682075"/>
            <a:ext cx="21297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=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F2, : , C1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F2, : , C2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F2, : , C3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48" name="Google Shape;348;p22"/>
          <p:cNvSpPr txBox="1"/>
          <p:nvPr/>
        </p:nvSpPr>
        <p:spPr>
          <a:xfrm>
            <a:off x="2186975" y="3901275"/>
            <a:ext cx="21297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F2, : , C1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F2, : , C2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F2, : , C3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49" name="Google Shape;349;p22"/>
          <p:cNvSpPr txBox="1"/>
          <p:nvPr/>
        </p:nvSpPr>
        <p:spPr>
          <a:xfrm>
            <a:off x="-175225" y="3901275"/>
            <a:ext cx="21297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P2 , ∅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“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“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“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50" name="Google Shape;350;p22"/>
          <p:cNvSpPr txBox="1"/>
          <p:nvPr/>
        </p:nvSpPr>
        <p:spPr>
          <a:xfrm>
            <a:off x="4886900" y="2682075"/>
            <a:ext cx="21297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F2, P1 , C1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F2, P1 , C2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F2, P1 , C3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51" name="Google Shape;351;p22"/>
          <p:cNvSpPr txBox="1"/>
          <p:nvPr/>
        </p:nvSpPr>
        <p:spPr>
          <a:xfrm>
            <a:off x="7014300" y="2682075"/>
            <a:ext cx="21297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trike="sngStrike">
                <a:solidFill>
                  <a:schemeClr val="dk2"/>
                </a:solidFill>
              </a:rPr>
              <a:t>F2, P2 , C1 , ∅ , ∅</a:t>
            </a:r>
            <a:endParaRPr strike="sngStrike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trike="sngStrike">
                <a:solidFill>
                  <a:schemeClr val="dk2"/>
                </a:solidFill>
              </a:rPr>
              <a:t>F2, P2 , C2 , ∅ , ∅</a:t>
            </a:r>
            <a:endParaRPr strike="sngStrike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trike="sngStrike">
                <a:solidFill>
                  <a:schemeClr val="dk2"/>
                </a:solidFill>
              </a:rPr>
              <a:t>F2, P2 , C3 , ∅ , ∅</a:t>
            </a:r>
            <a:endParaRPr strike="sngStrike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52" name="Google Shape;352;p22"/>
          <p:cNvSpPr txBox="1"/>
          <p:nvPr/>
        </p:nvSpPr>
        <p:spPr>
          <a:xfrm>
            <a:off x="4886900" y="3748875"/>
            <a:ext cx="21297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trike="sngStrike">
                <a:solidFill>
                  <a:schemeClr val="dk2"/>
                </a:solidFill>
              </a:rPr>
              <a:t>F2, P1 , C1 , ∅ , ∅</a:t>
            </a:r>
            <a:endParaRPr strike="sngStrike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trike="sngStrike">
                <a:solidFill>
                  <a:schemeClr val="dk2"/>
                </a:solidFill>
              </a:rPr>
              <a:t>F2, P1 , C2 , ∅ , ∅</a:t>
            </a:r>
            <a:endParaRPr strike="sngStrike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trike="sngStrike">
                <a:solidFill>
                  <a:schemeClr val="dk2"/>
                </a:solidFill>
              </a:rPr>
              <a:t>F2, P1 , C3 , ∅ , ∅</a:t>
            </a:r>
            <a:endParaRPr strike="sngStrike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53" name="Google Shape;353;p22"/>
          <p:cNvSpPr txBox="1"/>
          <p:nvPr/>
        </p:nvSpPr>
        <p:spPr>
          <a:xfrm>
            <a:off x="7014300" y="3748875"/>
            <a:ext cx="21297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F2, P2 , C1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F2, P2 , C2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F2, P2 , C3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354" name="Google Shape;354;p22"/>
          <p:cNvCxnSpPr/>
          <p:nvPr/>
        </p:nvCxnSpPr>
        <p:spPr>
          <a:xfrm flipH="1" rot="10800000">
            <a:off x="4612488" y="3318375"/>
            <a:ext cx="277200" cy="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5" name="Google Shape;355;p22"/>
          <p:cNvCxnSpPr/>
          <p:nvPr/>
        </p:nvCxnSpPr>
        <p:spPr>
          <a:xfrm flipH="1" rot="10800000">
            <a:off x="4612488" y="4385175"/>
            <a:ext cx="277200" cy="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0" name="Google Shape;360;p23"/>
          <p:cNvGraphicFramePr/>
          <p:nvPr/>
        </p:nvGraphicFramePr>
        <p:xfrm>
          <a:off x="53363" y="299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{7521E79A-4CBD-455C-A84E-DE38A83BF1C4}</a:tableStyleId>
              </a:tblPr>
              <a:tblGrid>
                <a:gridCol w="792000"/>
                <a:gridCol w="792000"/>
                <a:gridCol w="792000"/>
                <a:gridCol w="792000"/>
                <a:gridCol w="792000"/>
              </a:tblGrid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Inflow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Input layer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(input sub-layer)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Outflow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Output layer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C1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F2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C1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F1</a:t>
                      </a:r>
                      <a:endParaRPr sz="8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P1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C1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F2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C1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1" name="Google Shape;361;p23"/>
          <p:cNvSpPr txBox="1"/>
          <p:nvPr/>
        </p:nvSpPr>
        <p:spPr>
          <a:xfrm>
            <a:off x="205775" y="1081875"/>
            <a:ext cx="21297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=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F1,  :  , C1, ∅ , ∅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362" name="Google Shape;362;p23"/>
          <p:cNvSpPr txBox="1"/>
          <p:nvPr/>
        </p:nvSpPr>
        <p:spPr>
          <a:xfrm>
            <a:off x="205775" y="1532900"/>
            <a:ext cx="2129700" cy="12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=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F1, P1 , C1, ∅ , ∅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F1, P2 , C1, ∅ , ∅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F1, P3 , C1, ∅ , ∅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F1, P4 , C1, ∅ , ∅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363" name="Google Shape;363;p23"/>
          <p:cNvSpPr/>
          <p:nvPr/>
        </p:nvSpPr>
        <p:spPr>
          <a:xfrm>
            <a:off x="53375" y="513750"/>
            <a:ext cx="1584000" cy="180000"/>
          </a:xfrm>
          <a:prstGeom prst="rect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3"/>
          <p:cNvSpPr/>
          <p:nvPr/>
        </p:nvSpPr>
        <p:spPr>
          <a:xfrm>
            <a:off x="366875" y="1282800"/>
            <a:ext cx="1807500" cy="327000"/>
          </a:xfrm>
          <a:prstGeom prst="rect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3"/>
          <p:cNvSpPr/>
          <p:nvPr/>
        </p:nvSpPr>
        <p:spPr>
          <a:xfrm>
            <a:off x="366875" y="1780600"/>
            <a:ext cx="1807500" cy="1064400"/>
          </a:xfrm>
          <a:prstGeom prst="rect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3"/>
          <p:cNvSpPr/>
          <p:nvPr/>
        </p:nvSpPr>
        <p:spPr>
          <a:xfrm>
            <a:off x="53375" y="769800"/>
            <a:ext cx="2711100" cy="180000"/>
          </a:xfrm>
          <a:prstGeom prst="rect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3"/>
          <p:cNvSpPr txBox="1"/>
          <p:nvPr/>
        </p:nvSpPr>
        <p:spPr>
          <a:xfrm>
            <a:off x="205775" y="3139275"/>
            <a:ext cx="21297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F1, P1, C1, ∅ , ∅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368" name="Google Shape;368;p23"/>
          <p:cNvSpPr/>
          <p:nvPr/>
        </p:nvSpPr>
        <p:spPr>
          <a:xfrm>
            <a:off x="366875" y="3217425"/>
            <a:ext cx="1807500" cy="327000"/>
          </a:xfrm>
          <a:prstGeom prst="rect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9" name="Google Shape;369;p23"/>
          <p:cNvCxnSpPr/>
          <p:nvPr/>
        </p:nvCxnSpPr>
        <p:spPr>
          <a:xfrm flipH="1">
            <a:off x="2291550" y="1920625"/>
            <a:ext cx="240900" cy="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0" name="Google Shape;370;p23"/>
          <p:cNvCxnSpPr/>
          <p:nvPr/>
        </p:nvCxnSpPr>
        <p:spPr>
          <a:xfrm flipH="1">
            <a:off x="2291550" y="3379125"/>
            <a:ext cx="240900" cy="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4"/>
          <p:cNvSpPr/>
          <p:nvPr/>
        </p:nvSpPr>
        <p:spPr>
          <a:xfrm>
            <a:off x="-86350" y="-55500"/>
            <a:ext cx="5951400" cy="2880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76" name="Google Shape;376;p24"/>
          <p:cNvGraphicFramePr/>
          <p:nvPr/>
        </p:nvGraphicFramePr>
        <p:xfrm>
          <a:off x="53363" y="70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{7521E79A-4CBD-455C-A84E-DE38A83BF1C4}</a:tableStyleId>
              </a:tblPr>
              <a:tblGrid>
                <a:gridCol w="660000"/>
                <a:gridCol w="660000"/>
                <a:gridCol w="660000"/>
                <a:gridCol w="660000"/>
                <a:gridCol w="660000"/>
                <a:gridCol w="660000"/>
              </a:tblGrid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Inflow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Input layer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(input sub-layer)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Outflow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Output layer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a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P*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F2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M1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b</a:t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F1</a:t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P1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F2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M1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c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C*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F2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M1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d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F1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C1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F2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M1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e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M1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F2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M1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F1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P*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C1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F2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M1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g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P1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C1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F2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M1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h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F1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P*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M1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F2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M1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P1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M1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F2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M1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j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F1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C*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M1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F2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M1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</a:rPr>
                        <a:t>k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</a:rPr>
                        <a:t>F1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C1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M1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F2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M1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7" name="Google Shape;377;p24"/>
          <p:cNvSpPr txBox="1"/>
          <p:nvPr/>
        </p:nvSpPr>
        <p:spPr>
          <a:xfrm>
            <a:off x="794250" y="2817425"/>
            <a:ext cx="21297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P1, C1,  ∅ ,  ∅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378" name="Google Shape;378;p24"/>
          <p:cNvCxnSpPr/>
          <p:nvPr/>
        </p:nvCxnSpPr>
        <p:spPr>
          <a:xfrm flipH="1">
            <a:off x="4013375" y="423175"/>
            <a:ext cx="240900" cy="36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9" name="Google Shape;379;p24"/>
          <p:cNvCxnSpPr/>
          <p:nvPr/>
        </p:nvCxnSpPr>
        <p:spPr>
          <a:xfrm flipH="1">
            <a:off x="4013375" y="632950"/>
            <a:ext cx="240900" cy="3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0" name="Google Shape;380;p24"/>
          <p:cNvCxnSpPr/>
          <p:nvPr/>
        </p:nvCxnSpPr>
        <p:spPr>
          <a:xfrm flipH="1">
            <a:off x="4013375" y="1068713"/>
            <a:ext cx="240900" cy="3600"/>
          </a:xfrm>
          <a:prstGeom prst="straightConnector1">
            <a:avLst/>
          </a:prstGeom>
          <a:noFill/>
          <a:ln cap="flat" cmpd="sng" w="19050">
            <a:solidFill>
              <a:srgbClr val="FFD9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1" name="Google Shape;381;p24"/>
          <p:cNvCxnSpPr/>
          <p:nvPr/>
        </p:nvCxnSpPr>
        <p:spPr>
          <a:xfrm flipH="1">
            <a:off x="4013375" y="1281663"/>
            <a:ext cx="240900" cy="36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2" name="Google Shape;382;p24"/>
          <p:cNvCxnSpPr/>
          <p:nvPr/>
        </p:nvCxnSpPr>
        <p:spPr>
          <a:xfrm flipH="1">
            <a:off x="4013375" y="1497788"/>
            <a:ext cx="240900" cy="3600"/>
          </a:xfrm>
          <a:prstGeom prst="straightConnector1">
            <a:avLst/>
          </a:prstGeom>
          <a:noFill/>
          <a:ln cap="flat" cmpd="sng" w="19050">
            <a:solidFill>
              <a:srgbClr val="00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3" name="Google Shape;383;p24"/>
          <p:cNvCxnSpPr/>
          <p:nvPr/>
        </p:nvCxnSpPr>
        <p:spPr>
          <a:xfrm flipH="1">
            <a:off x="4013375" y="1714250"/>
            <a:ext cx="240900" cy="36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4" name="Google Shape;384;p24"/>
          <p:cNvCxnSpPr/>
          <p:nvPr/>
        </p:nvCxnSpPr>
        <p:spPr>
          <a:xfrm flipH="1">
            <a:off x="4013375" y="1930375"/>
            <a:ext cx="240900" cy="3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5" name="Google Shape;385;p24"/>
          <p:cNvCxnSpPr/>
          <p:nvPr/>
        </p:nvCxnSpPr>
        <p:spPr>
          <a:xfrm flipH="1">
            <a:off x="4013375" y="2146500"/>
            <a:ext cx="240900" cy="36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6" name="Google Shape;386;p24"/>
          <p:cNvCxnSpPr/>
          <p:nvPr/>
        </p:nvCxnSpPr>
        <p:spPr>
          <a:xfrm flipH="1">
            <a:off x="4013375" y="2362625"/>
            <a:ext cx="240900" cy="3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7" name="Google Shape;387;p24"/>
          <p:cNvCxnSpPr/>
          <p:nvPr/>
        </p:nvCxnSpPr>
        <p:spPr>
          <a:xfrm flipH="1">
            <a:off x="4013375" y="2578750"/>
            <a:ext cx="240900" cy="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8" name="Google Shape;388;p24"/>
          <p:cNvCxnSpPr/>
          <p:nvPr/>
        </p:nvCxnSpPr>
        <p:spPr>
          <a:xfrm flipH="1">
            <a:off x="4013375" y="850838"/>
            <a:ext cx="240900" cy="36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9" name="Google Shape;389;p24"/>
          <p:cNvSpPr txBox="1"/>
          <p:nvPr/>
        </p:nvSpPr>
        <p:spPr>
          <a:xfrm>
            <a:off x="4311250" y="194575"/>
            <a:ext cx="8517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80000"/>
                </a:solidFill>
              </a:rPr>
              <a:t>a</a:t>
            </a:r>
            <a:r>
              <a:rPr lang="en-GB">
                <a:solidFill>
                  <a:schemeClr val="dk2"/>
                </a:solidFill>
              </a:rPr>
              <a:t> &lt; b</a:t>
            </a:r>
            <a:r>
              <a:rPr lang="en-GB">
                <a:solidFill>
                  <a:schemeClr val="dk2"/>
                </a:solidFill>
              </a:rPr>
              <a:t>-k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90" name="Google Shape;390;p24"/>
          <p:cNvSpPr txBox="1"/>
          <p:nvPr/>
        </p:nvSpPr>
        <p:spPr>
          <a:xfrm>
            <a:off x="4311250" y="426775"/>
            <a:ext cx="14889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b</a:t>
            </a:r>
            <a:r>
              <a:rPr lang="en-GB">
                <a:solidFill>
                  <a:srgbClr val="980000"/>
                </a:solidFill>
              </a:rPr>
              <a:t> </a:t>
            </a:r>
            <a:r>
              <a:rPr lang="en-GB">
                <a:solidFill>
                  <a:schemeClr val="dk2"/>
                </a:solidFill>
              </a:rPr>
              <a:t>&lt; c,d,e,g,i,j,k</a:t>
            </a:r>
            <a:r>
              <a:rPr lang="en-GB">
                <a:solidFill>
                  <a:schemeClr val="dk2"/>
                </a:solidFill>
              </a:rPr>
              <a:t> 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91" name="Google Shape;391;p24"/>
          <p:cNvSpPr txBox="1"/>
          <p:nvPr/>
        </p:nvSpPr>
        <p:spPr>
          <a:xfrm>
            <a:off x="83850" y="2817425"/>
            <a:ext cx="7104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b</a:t>
            </a:r>
            <a:r>
              <a:rPr lang="en-GB">
                <a:solidFill>
                  <a:srgbClr val="980000"/>
                </a:solidFill>
              </a:rPr>
              <a:t> </a:t>
            </a:r>
            <a:r>
              <a:rPr lang="en-GB">
                <a:solidFill>
                  <a:schemeClr val="dk2"/>
                </a:solidFill>
              </a:rPr>
              <a:t>vs </a:t>
            </a:r>
            <a:r>
              <a:rPr lang="en-GB">
                <a:solidFill>
                  <a:srgbClr val="00FFFF"/>
                </a:solidFill>
              </a:rPr>
              <a:t>f</a:t>
            </a:r>
            <a:endParaRPr>
              <a:solidFill>
                <a:srgbClr val="00FFFF"/>
              </a:solidFill>
            </a:endParaRPr>
          </a:p>
        </p:txBody>
      </p:sp>
      <p:sp>
        <p:nvSpPr>
          <p:cNvPr id="392" name="Google Shape;392;p24"/>
          <p:cNvSpPr txBox="1"/>
          <p:nvPr/>
        </p:nvSpPr>
        <p:spPr>
          <a:xfrm>
            <a:off x="813375" y="3122225"/>
            <a:ext cx="21297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P1, C*,  M1, ∅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93" name="Google Shape;393;p24"/>
          <p:cNvSpPr txBox="1"/>
          <p:nvPr/>
        </p:nvSpPr>
        <p:spPr>
          <a:xfrm>
            <a:off x="83850" y="3122225"/>
            <a:ext cx="7104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b</a:t>
            </a:r>
            <a:r>
              <a:rPr lang="en-GB">
                <a:solidFill>
                  <a:srgbClr val="980000"/>
                </a:solidFill>
              </a:rPr>
              <a:t> </a:t>
            </a:r>
            <a:r>
              <a:rPr lang="en-GB">
                <a:solidFill>
                  <a:schemeClr val="dk2"/>
                </a:solidFill>
              </a:rPr>
              <a:t>vs </a:t>
            </a:r>
            <a:r>
              <a:rPr lang="en-GB">
                <a:solidFill>
                  <a:srgbClr val="0000FF"/>
                </a:solidFill>
              </a:rPr>
              <a:t>h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394" name="Google Shape;394;p24"/>
          <p:cNvSpPr txBox="1"/>
          <p:nvPr/>
        </p:nvSpPr>
        <p:spPr>
          <a:xfrm>
            <a:off x="4311250" y="655375"/>
            <a:ext cx="14889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E69138"/>
                </a:solidFill>
              </a:rPr>
              <a:t>c</a:t>
            </a:r>
            <a:r>
              <a:rPr lang="en-GB">
                <a:solidFill>
                  <a:srgbClr val="980000"/>
                </a:solidFill>
              </a:rPr>
              <a:t> </a:t>
            </a:r>
            <a:r>
              <a:rPr lang="en-GB">
                <a:solidFill>
                  <a:schemeClr val="dk2"/>
                </a:solidFill>
              </a:rPr>
              <a:t>&lt; d,e,k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95" name="Google Shape;395;p24"/>
          <p:cNvSpPr txBox="1"/>
          <p:nvPr/>
        </p:nvSpPr>
        <p:spPr>
          <a:xfrm>
            <a:off x="813375" y="3579450"/>
            <a:ext cx="21297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P*, C1,  ∅  , ∅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96" name="Google Shape;396;p24"/>
          <p:cNvSpPr txBox="1"/>
          <p:nvPr/>
        </p:nvSpPr>
        <p:spPr>
          <a:xfrm>
            <a:off x="83850" y="3579450"/>
            <a:ext cx="7104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E69138"/>
                </a:solidFill>
              </a:rPr>
              <a:t>c</a:t>
            </a:r>
            <a:r>
              <a:rPr lang="en-GB">
                <a:solidFill>
                  <a:srgbClr val="980000"/>
                </a:solidFill>
              </a:rPr>
              <a:t> </a:t>
            </a:r>
            <a:r>
              <a:rPr lang="en-GB">
                <a:solidFill>
                  <a:schemeClr val="dk2"/>
                </a:solidFill>
              </a:rPr>
              <a:t>vs </a:t>
            </a:r>
            <a:r>
              <a:rPr lang="en-GB">
                <a:solidFill>
                  <a:srgbClr val="00FFFF"/>
                </a:solidFill>
              </a:rPr>
              <a:t>f</a:t>
            </a:r>
            <a:endParaRPr>
              <a:solidFill>
                <a:srgbClr val="00FFFF"/>
              </a:solidFill>
            </a:endParaRPr>
          </a:p>
        </p:txBody>
      </p:sp>
      <p:sp>
        <p:nvSpPr>
          <p:cNvPr id="397" name="Google Shape;397;p24"/>
          <p:cNvSpPr txBox="1"/>
          <p:nvPr/>
        </p:nvSpPr>
        <p:spPr>
          <a:xfrm>
            <a:off x="813375" y="3884250"/>
            <a:ext cx="21297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P1, C1,  ∅ , ∅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398" name="Google Shape;398;p24"/>
          <p:cNvSpPr txBox="1"/>
          <p:nvPr/>
        </p:nvSpPr>
        <p:spPr>
          <a:xfrm>
            <a:off x="83850" y="3884250"/>
            <a:ext cx="7104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E69138"/>
                </a:solidFill>
              </a:rPr>
              <a:t>c</a:t>
            </a:r>
            <a:r>
              <a:rPr lang="en-GB">
                <a:solidFill>
                  <a:srgbClr val="E69138"/>
                </a:solidFill>
              </a:rPr>
              <a:t> </a:t>
            </a:r>
            <a:r>
              <a:rPr lang="en-GB">
                <a:solidFill>
                  <a:schemeClr val="dk2"/>
                </a:solidFill>
              </a:rPr>
              <a:t>vs </a:t>
            </a:r>
            <a:r>
              <a:rPr lang="en-GB">
                <a:solidFill>
                  <a:srgbClr val="4A86E8"/>
                </a:solidFill>
              </a:rPr>
              <a:t>g</a:t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399" name="Google Shape;399;p24"/>
          <p:cNvSpPr txBox="1"/>
          <p:nvPr/>
        </p:nvSpPr>
        <p:spPr>
          <a:xfrm>
            <a:off x="813375" y="4189050"/>
            <a:ext cx="21297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P*,  C*, M1,  ∅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00" name="Google Shape;400;p24"/>
          <p:cNvSpPr txBox="1"/>
          <p:nvPr/>
        </p:nvSpPr>
        <p:spPr>
          <a:xfrm>
            <a:off x="83850" y="4189050"/>
            <a:ext cx="7104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E69138"/>
                </a:solidFill>
              </a:rPr>
              <a:t>c</a:t>
            </a:r>
            <a:r>
              <a:rPr lang="en-GB">
                <a:solidFill>
                  <a:srgbClr val="980000"/>
                </a:solidFill>
              </a:rPr>
              <a:t> </a:t>
            </a:r>
            <a:r>
              <a:rPr lang="en-GB">
                <a:solidFill>
                  <a:schemeClr val="dk2"/>
                </a:solidFill>
              </a:rPr>
              <a:t>vs </a:t>
            </a:r>
            <a:r>
              <a:rPr lang="en-GB">
                <a:solidFill>
                  <a:srgbClr val="0000FF"/>
                </a:solidFill>
              </a:rPr>
              <a:t>h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401" name="Google Shape;401;p24"/>
          <p:cNvSpPr txBox="1"/>
          <p:nvPr/>
        </p:nvSpPr>
        <p:spPr>
          <a:xfrm>
            <a:off x="4311250" y="863625"/>
            <a:ext cx="14889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1C232"/>
                </a:solidFill>
              </a:rPr>
              <a:t>d</a:t>
            </a:r>
            <a:r>
              <a:rPr lang="en-GB">
                <a:solidFill>
                  <a:srgbClr val="980000"/>
                </a:solidFill>
              </a:rPr>
              <a:t> </a:t>
            </a:r>
            <a:r>
              <a:rPr lang="en-GB">
                <a:solidFill>
                  <a:schemeClr val="dk2"/>
                </a:solidFill>
              </a:rPr>
              <a:t>&lt; e,k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02" name="Google Shape;402;p24"/>
          <p:cNvSpPr txBox="1"/>
          <p:nvPr/>
        </p:nvSpPr>
        <p:spPr>
          <a:xfrm>
            <a:off x="3871913" y="2881300"/>
            <a:ext cx="21297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P*,  C1, ∅ ,  ∅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03" name="Google Shape;403;p24"/>
          <p:cNvSpPr txBox="1"/>
          <p:nvPr/>
        </p:nvSpPr>
        <p:spPr>
          <a:xfrm>
            <a:off x="3142388" y="2881300"/>
            <a:ext cx="7104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1C232"/>
                </a:solidFill>
              </a:rPr>
              <a:t>d</a:t>
            </a:r>
            <a:r>
              <a:rPr lang="en-GB">
                <a:solidFill>
                  <a:srgbClr val="980000"/>
                </a:solidFill>
              </a:rPr>
              <a:t> </a:t>
            </a:r>
            <a:r>
              <a:rPr lang="en-GB">
                <a:solidFill>
                  <a:schemeClr val="dk2"/>
                </a:solidFill>
              </a:rPr>
              <a:t>vs </a:t>
            </a:r>
            <a:r>
              <a:rPr lang="en-GB">
                <a:solidFill>
                  <a:srgbClr val="00FFFF"/>
                </a:solidFill>
              </a:rPr>
              <a:t>f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404" name="Google Shape;404;p24"/>
          <p:cNvSpPr txBox="1"/>
          <p:nvPr/>
        </p:nvSpPr>
        <p:spPr>
          <a:xfrm>
            <a:off x="3871913" y="3186100"/>
            <a:ext cx="21297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P1, C1,  ∅ , ∅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05" name="Google Shape;405;p24"/>
          <p:cNvSpPr txBox="1"/>
          <p:nvPr/>
        </p:nvSpPr>
        <p:spPr>
          <a:xfrm>
            <a:off x="3142388" y="3186100"/>
            <a:ext cx="7104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1C232"/>
                </a:solidFill>
              </a:rPr>
              <a:t>d</a:t>
            </a:r>
            <a:r>
              <a:rPr lang="en-GB">
                <a:solidFill>
                  <a:srgbClr val="E69138"/>
                </a:solidFill>
              </a:rPr>
              <a:t> </a:t>
            </a:r>
            <a:r>
              <a:rPr lang="en-GB">
                <a:solidFill>
                  <a:schemeClr val="dk2"/>
                </a:solidFill>
              </a:rPr>
              <a:t>vs </a:t>
            </a:r>
            <a:r>
              <a:rPr lang="en-GB">
                <a:solidFill>
                  <a:srgbClr val="4A86E8"/>
                </a:solidFill>
              </a:rPr>
              <a:t>g</a:t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406" name="Google Shape;406;p24"/>
          <p:cNvSpPr txBox="1"/>
          <p:nvPr/>
        </p:nvSpPr>
        <p:spPr>
          <a:xfrm>
            <a:off x="3871913" y="3490900"/>
            <a:ext cx="21297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P*,  C1, M1,  ∅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07" name="Google Shape;407;p24"/>
          <p:cNvSpPr txBox="1"/>
          <p:nvPr/>
        </p:nvSpPr>
        <p:spPr>
          <a:xfrm>
            <a:off x="3142388" y="3490900"/>
            <a:ext cx="7104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1C232"/>
                </a:solidFill>
              </a:rPr>
              <a:t>d</a:t>
            </a:r>
            <a:r>
              <a:rPr lang="en-GB">
                <a:solidFill>
                  <a:srgbClr val="980000"/>
                </a:solidFill>
              </a:rPr>
              <a:t> </a:t>
            </a:r>
            <a:r>
              <a:rPr lang="en-GB">
                <a:solidFill>
                  <a:schemeClr val="dk2"/>
                </a:solidFill>
              </a:rPr>
              <a:t>vs </a:t>
            </a:r>
            <a:r>
              <a:rPr lang="en-GB">
                <a:solidFill>
                  <a:srgbClr val="0000FF"/>
                </a:solidFill>
              </a:rPr>
              <a:t>h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408" name="Google Shape;408;p24"/>
          <p:cNvSpPr txBox="1"/>
          <p:nvPr/>
        </p:nvSpPr>
        <p:spPr>
          <a:xfrm>
            <a:off x="3871913" y="3795700"/>
            <a:ext cx="21297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P1,  C1, M1,  ∅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09" name="Google Shape;409;p24"/>
          <p:cNvSpPr txBox="1"/>
          <p:nvPr/>
        </p:nvSpPr>
        <p:spPr>
          <a:xfrm>
            <a:off x="3142388" y="3795700"/>
            <a:ext cx="7104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1C232"/>
                </a:solidFill>
              </a:rPr>
              <a:t>d</a:t>
            </a:r>
            <a:r>
              <a:rPr lang="en-GB">
                <a:solidFill>
                  <a:srgbClr val="980000"/>
                </a:solidFill>
              </a:rPr>
              <a:t> </a:t>
            </a:r>
            <a:r>
              <a:rPr lang="en-GB">
                <a:solidFill>
                  <a:schemeClr val="dk2"/>
                </a:solidFill>
              </a:rPr>
              <a:t>vs </a:t>
            </a:r>
            <a:r>
              <a:rPr lang="en-GB">
                <a:solidFill>
                  <a:srgbClr val="9900FF"/>
                </a:solidFill>
              </a:rPr>
              <a:t>i</a:t>
            </a:r>
            <a:endParaRPr>
              <a:solidFill>
                <a:srgbClr val="9900FF"/>
              </a:solidFill>
            </a:endParaRPr>
          </a:p>
        </p:txBody>
      </p:sp>
      <p:sp>
        <p:nvSpPr>
          <p:cNvPr id="410" name="Google Shape;410;p24"/>
          <p:cNvSpPr txBox="1"/>
          <p:nvPr/>
        </p:nvSpPr>
        <p:spPr>
          <a:xfrm>
            <a:off x="813375" y="4493850"/>
            <a:ext cx="21297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P1,  C*, M1,  ∅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11" name="Google Shape;411;p24"/>
          <p:cNvSpPr txBox="1"/>
          <p:nvPr/>
        </p:nvSpPr>
        <p:spPr>
          <a:xfrm>
            <a:off x="83850" y="4493850"/>
            <a:ext cx="7104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E69138"/>
                </a:solidFill>
              </a:rPr>
              <a:t>c</a:t>
            </a:r>
            <a:r>
              <a:rPr lang="en-GB">
                <a:solidFill>
                  <a:srgbClr val="980000"/>
                </a:solidFill>
              </a:rPr>
              <a:t> </a:t>
            </a:r>
            <a:r>
              <a:rPr lang="en-GB">
                <a:solidFill>
                  <a:schemeClr val="dk2"/>
                </a:solidFill>
              </a:rPr>
              <a:t>vs </a:t>
            </a:r>
            <a:r>
              <a:rPr lang="en-GB">
                <a:solidFill>
                  <a:srgbClr val="9900FF"/>
                </a:solidFill>
              </a:rPr>
              <a:t>i</a:t>
            </a:r>
            <a:endParaRPr>
              <a:solidFill>
                <a:srgbClr val="9900FF"/>
              </a:solidFill>
            </a:endParaRPr>
          </a:p>
        </p:txBody>
      </p:sp>
      <p:sp>
        <p:nvSpPr>
          <p:cNvPr id="412" name="Google Shape;412;p24"/>
          <p:cNvSpPr txBox="1"/>
          <p:nvPr/>
        </p:nvSpPr>
        <p:spPr>
          <a:xfrm>
            <a:off x="813375" y="4798650"/>
            <a:ext cx="21297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P*,  C1, M1,  ∅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13" name="Google Shape;413;p24"/>
          <p:cNvSpPr txBox="1"/>
          <p:nvPr/>
        </p:nvSpPr>
        <p:spPr>
          <a:xfrm>
            <a:off x="83850" y="4798650"/>
            <a:ext cx="7104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E69138"/>
                </a:solidFill>
              </a:rPr>
              <a:t>c</a:t>
            </a:r>
            <a:r>
              <a:rPr lang="en-GB">
                <a:solidFill>
                  <a:srgbClr val="980000"/>
                </a:solidFill>
              </a:rPr>
              <a:t> </a:t>
            </a:r>
            <a:r>
              <a:rPr lang="en-GB">
                <a:solidFill>
                  <a:schemeClr val="dk2"/>
                </a:solidFill>
              </a:rPr>
              <a:t>vs </a:t>
            </a:r>
            <a:r>
              <a:rPr lang="en-GB">
                <a:solidFill>
                  <a:srgbClr val="FF00FF"/>
                </a:solidFill>
              </a:rPr>
              <a:t>j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414" name="Google Shape;414;p24"/>
          <p:cNvSpPr txBox="1"/>
          <p:nvPr/>
        </p:nvSpPr>
        <p:spPr>
          <a:xfrm>
            <a:off x="3871913" y="4100500"/>
            <a:ext cx="21297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P*,  C1, M1,  ∅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15" name="Google Shape;415;p24"/>
          <p:cNvSpPr txBox="1"/>
          <p:nvPr/>
        </p:nvSpPr>
        <p:spPr>
          <a:xfrm>
            <a:off x="3142388" y="4100500"/>
            <a:ext cx="7104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1C232"/>
                </a:solidFill>
              </a:rPr>
              <a:t>d</a:t>
            </a:r>
            <a:r>
              <a:rPr lang="en-GB">
                <a:solidFill>
                  <a:srgbClr val="980000"/>
                </a:solidFill>
              </a:rPr>
              <a:t> </a:t>
            </a:r>
            <a:r>
              <a:rPr lang="en-GB">
                <a:solidFill>
                  <a:schemeClr val="dk2"/>
                </a:solidFill>
              </a:rPr>
              <a:t>vs </a:t>
            </a:r>
            <a:r>
              <a:rPr lang="en-GB">
                <a:solidFill>
                  <a:srgbClr val="FF00FF"/>
                </a:solidFill>
              </a:rPr>
              <a:t>j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416" name="Google Shape;416;p24"/>
          <p:cNvSpPr txBox="1"/>
          <p:nvPr/>
        </p:nvSpPr>
        <p:spPr>
          <a:xfrm>
            <a:off x="4311250" y="1068725"/>
            <a:ext cx="14889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FF00"/>
                </a:solidFill>
              </a:rPr>
              <a:t>e</a:t>
            </a:r>
            <a:r>
              <a:rPr lang="en-GB">
                <a:solidFill>
                  <a:srgbClr val="980000"/>
                </a:solidFill>
              </a:rPr>
              <a:t> </a:t>
            </a:r>
            <a:r>
              <a:rPr lang="en-GB">
                <a:solidFill>
                  <a:schemeClr val="dk2"/>
                </a:solidFill>
              </a:rPr>
              <a:t>&lt;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17" name="Google Shape;417;p24"/>
          <p:cNvSpPr txBox="1"/>
          <p:nvPr/>
        </p:nvSpPr>
        <p:spPr>
          <a:xfrm>
            <a:off x="6904438" y="88850"/>
            <a:ext cx="21297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P*,  C1, M1,  ∅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18" name="Google Shape;418;p24"/>
          <p:cNvSpPr txBox="1"/>
          <p:nvPr/>
        </p:nvSpPr>
        <p:spPr>
          <a:xfrm>
            <a:off x="6174913" y="88850"/>
            <a:ext cx="7104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FF00"/>
                </a:solidFill>
              </a:rPr>
              <a:t>e</a:t>
            </a:r>
            <a:r>
              <a:rPr lang="en-GB">
                <a:solidFill>
                  <a:srgbClr val="980000"/>
                </a:solidFill>
              </a:rPr>
              <a:t> </a:t>
            </a:r>
            <a:r>
              <a:rPr lang="en-GB">
                <a:solidFill>
                  <a:schemeClr val="dk2"/>
                </a:solidFill>
              </a:rPr>
              <a:t>vs </a:t>
            </a:r>
            <a:r>
              <a:rPr lang="en-GB">
                <a:solidFill>
                  <a:srgbClr val="00FFFF"/>
                </a:solidFill>
              </a:rPr>
              <a:t>f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419" name="Google Shape;419;p24"/>
          <p:cNvSpPr txBox="1"/>
          <p:nvPr/>
        </p:nvSpPr>
        <p:spPr>
          <a:xfrm>
            <a:off x="6904438" y="393650"/>
            <a:ext cx="21297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P1, C1, </a:t>
            </a:r>
            <a:r>
              <a:rPr lang="en-GB">
                <a:solidFill>
                  <a:schemeClr val="dk2"/>
                </a:solidFill>
              </a:rPr>
              <a:t>M1</a:t>
            </a:r>
            <a:r>
              <a:rPr lang="en-GB">
                <a:solidFill>
                  <a:schemeClr val="dk2"/>
                </a:solidFill>
              </a:rPr>
              <a:t>, ∅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20" name="Google Shape;420;p24"/>
          <p:cNvSpPr txBox="1"/>
          <p:nvPr/>
        </p:nvSpPr>
        <p:spPr>
          <a:xfrm>
            <a:off x="6174913" y="393650"/>
            <a:ext cx="7104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FF00"/>
                </a:solidFill>
              </a:rPr>
              <a:t>e</a:t>
            </a:r>
            <a:r>
              <a:rPr lang="en-GB">
                <a:solidFill>
                  <a:srgbClr val="E69138"/>
                </a:solidFill>
              </a:rPr>
              <a:t> </a:t>
            </a:r>
            <a:r>
              <a:rPr lang="en-GB">
                <a:solidFill>
                  <a:schemeClr val="dk2"/>
                </a:solidFill>
              </a:rPr>
              <a:t>vs </a:t>
            </a:r>
            <a:r>
              <a:rPr lang="en-GB">
                <a:solidFill>
                  <a:srgbClr val="4A86E8"/>
                </a:solidFill>
              </a:rPr>
              <a:t>g</a:t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421" name="Google Shape;421;p24"/>
          <p:cNvSpPr txBox="1"/>
          <p:nvPr/>
        </p:nvSpPr>
        <p:spPr>
          <a:xfrm>
            <a:off x="6904438" y="698450"/>
            <a:ext cx="21297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P*,  C1, M1,  ∅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22" name="Google Shape;422;p24"/>
          <p:cNvSpPr txBox="1"/>
          <p:nvPr/>
        </p:nvSpPr>
        <p:spPr>
          <a:xfrm>
            <a:off x="6174913" y="698450"/>
            <a:ext cx="7104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FF00"/>
                </a:solidFill>
              </a:rPr>
              <a:t>e</a:t>
            </a:r>
            <a:r>
              <a:rPr lang="en-GB">
                <a:solidFill>
                  <a:srgbClr val="980000"/>
                </a:solidFill>
              </a:rPr>
              <a:t> </a:t>
            </a:r>
            <a:r>
              <a:rPr lang="en-GB">
                <a:solidFill>
                  <a:schemeClr val="dk2"/>
                </a:solidFill>
              </a:rPr>
              <a:t>vs </a:t>
            </a:r>
            <a:r>
              <a:rPr lang="en-GB">
                <a:solidFill>
                  <a:srgbClr val="0000FF"/>
                </a:solidFill>
              </a:rPr>
              <a:t>h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423" name="Google Shape;423;p24"/>
          <p:cNvSpPr txBox="1"/>
          <p:nvPr/>
        </p:nvSpPr>
        <p:spPr>
          <a:xfrm>
            <a:off x="6904438" y="1003250"/>
            <a:ext cx="21297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P1,  C1, M1,  ∅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24" name="Google Shape;424;p24"/>
          <p:cNvSpPr txBox="1"/>
          <p:nvPr/>
        </p:nvSpPr>
        <p:spPr>
          <a:xfrm>
            <a:off x="6174913" y="1003250"/>
            <a:ext cx="7104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FF00"/>
                </a:solidFill>
              </a:rPr>
              <a:t>e</a:t>
            </a:r>
            <a:r>
              <a:rPr lang="en-GB">
                <a:solidFill>
                  <a:srgbClr val="980000"/>
                </a:solidFill>
              </a:rPr>
              <a:t> </a:t>
            </a:r>
            <a:r>
              <a:rPr lang="en-GB">
                <a:solidFill>
                  <a:schemeClr val="dk2"/>
                </a:solidFill>
              </a:rPr>
              <a:t>vs </a:t>
            </a:r>
            <a:r>
              <a:rPr lang="en-GB">
                <a:solidFill>
                  <a:srgbClr val="9900FF"/>
                </a:solidFill>
              </a:rPr>
              <a:t>i</a:t>
            </a:r>
            <a:endParaRPr>
              <a:solidFill>
                <a:srgbClr val="9900FF"/>
              </a:solidFill>
            </a:endParaRPr>
          </a:p>
        </p:txBody>
      </p:sp>
      <p:sp>
        <p:nvSpPr>
          <p:cNvPr id="425" name="Google Shape;425;p24"/>
          <p:cNvSpPr txBox="1"/>
          <p:nvPr/>
        </p:nvSpPr>
        <p:spPr>
          <a:xfrm>
            <a:off x="6904438" y="1308050"/>
            <a:ext cx="21297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P*,  C1, M1,  ∅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26" name="Google Shape;426;p24"/>
          <p:cNvSpPr txBox="1"/>
          <p:nvPr/>
        </p:nvSpPr>
        <p:spPr>
          <a:xfrm>
            <a:off x="6174913" y="1308050"/>
            <a:ext cx="7104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FF00"/>
                </a:solidFill>
              </a:rPr>
              <a:t>e</a:t>
            </a:r>
            <a:r>
              <a:rPr lang="en-GB">
                <a:solidFill>
                  <a:srgbClr val="980000"/>
                </a:solidFill>
              </a:rPr>
              <a:t> </a:t>
            </a:r>
            <a:r>
              <a:rPr lang="en-GB">
                <a:solidFill>
                  <a:schemeClr val="dk2"/>
                </a:solidFill>
              </a:rPr>
              <a:t>vs </a:t>
            </a:r>
            <a:r>
              <a:rPr lang="en-GB">
                <a:solidFill>
                  <a:srgbClr val="FF00FF"/>
                </a:solidFill>
              </a:rPr>
              <a:t>j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427" name="Google Shape;427;p24"/>
          <p:cNvSpPr txBox="1"/>
          <p:nvPr/>
        </p:nvSpPr>
        <p:spPr>
          <a:xfrm>
            <a:off x="6904438" y="1612850"/>
            <a:ext cx="21297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P*,  C1, M1,  ∅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28" name="Google Shape;428;p24"/>
          <p:cNvSpPr txBox="1"/>
          <p:nvPr/>
        </p:nvSpPr>
        <p:spPr>
          <a:xfrm>
            <a:off x="6174913" y="1612850"/>
            <a:ext cx="7104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FF00"/>
                </a:solidFill>
              </a:rPr>
              <a:t>e</a:t>
            </a:r>
            <a:r>
              <a:rPr lang="en-GB">
                <a:solidFill>
                  <a:srgbClr val="980000"/>
                </a:solidFill>
              </a:rPr>
              <a:t> </a:t>
            </a:r>
            <a:r>
              <a:rPr lang="en-GB">
                <a:solidFill>
                  <a:schemeClr val="dk2"/>
                </a:solidFill>
              </a:rPr>
              <a:t>vs </a:t>
            </a:r>
            <a:r>
              <a:rPr lang="en-GB">
                <a:solidFill>
                  <a:schemeClr val="dk1"/>
                </a:solidFill>
              </a:rPr>
              <a:t>k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29" name="Google Shape;429;p24"/>
          <p:cNvSpPr txBox="1"/>
          <p:nvPr/>
        </p:nvSpPr>
        <p:spPr>
          <a:xfrm>
            <a:off x="4311250" y="1281675"/>
            <a:ext cx="14889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FFFF"/>
                </a:solidFill>
              </a:rPr>
              <a:t>f</a:t>
            </a:r>
            <a:r>
              <a:rPr lang="en-GB">
                <a:solidFill>
                  <a:srgbClr val="980000"/>
                </a:solidFill>
              </a:rPr>
              <a:t>  </a:t>
            </a:r>
            <a:r>
              <a:rPr lang="en-GB">
                <a:solidFill>
                  <a:schemeClr val="dk2"/>
                </a:solidFill>
              </a:rPr>
              <a:t>&lt; g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30" name="Google Shape;430;p24"/>
          <p:cNvSpPr txBox="1"/>
          <p:nvPr/>
        </p:nvSpPr>
        <p:spPr>
          <a:xfrm>
            <a:off x="4311250" y="1482075"/>
            <a:ext cx="14889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4A86E8"/>
                </a:solidFill>
              </a:rPr>
              <a:t>g</a:t>
            </a:r>
            <a:r>
              <a:rPr lang="en-GB">
                <a:solidFill>
                  <a:srgbClr val="980000"/>
                </a:solidFill>
              </a:rPr>
              <a:t> </a:t>
            </a:r>
            <a:r>
              <a:rPr lang="en-GB">
                <a:solidFill>
                  <a:schemeClr val="dk2"/>
                </a:solidFill>
              </a:rPr>
              <a:t>&lt;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31" name="Google Shape;431;p24"/>
          <p:cNvSpPr txBox="1"/>
          <p:nvPr/>
        </p:nvSpPr>
        <p:spPr>
          <a:xfrm>
            <a:off x="4311250" y="1699725"/>
            <a:ext cx="14889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FF"/>
                </a:solidFill>
              </a:rPr>
              <a:t>h</a:t>
            </a:r>
            <a:r>
              <a:rPr lang="en-GB">
                <a:solidFill>
                  <a:srgbClr val="0000FF"/>
                </a:solidFill>
              </a:rPr>
              <a:t> </a:t>
            </a:r>
            <a:r>
              <a:rPr lang="en-GB">
                <a:solidFill>
                  <a:schemeClr val="dk2"/>
                </a:solidFill>
              </a:rPr>
              <a:t>&lt; i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32" name="Google Shape;432;p24"/>
          <p:cNvSpPr txBox="1"/>
          <p:nvPr/>
        </p:nvSpPr>
        <p:spPr>
          <a:xfrm>
            <a:off x="4311250" y="1920738"/>
            <a:ext cx="14889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900FF"/>
                </a:solidFill>
              </a:rPr>
              <a:t>i</a:t>
            </a:r>
            <a:r>
              <a:rPr lang="en-GB">
                <a:solidFill>
                  <a:srgbClr val="980000"/>
                </a:solidFill>
              </a:rPr>
              <a:t>  </a:t>
            </a:r>
            <a:r>
              <a:rPr lang="en-GB">
                <a:solidFill>
                  <a:schemeClr val="dk2"/>
                </a:solidFill>
              </a:rPr>
              <a:t>&lt;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33" name="Google Shape;433;p24"/>
          <p:cNvSpPr txBox="1"/>
          <p:nvPr/>
        </p:nvSpPr>
        <p:spPr>
          <a:xfrm>
            <a:off x="4285125" y="2172563"/>
            <a:ext cx="14889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FF"/>
                </a:solidFill>
              </a:rPr>
              <a:t>j</a:t>
            </a:r>
            <a:r>
              <a:rPr lang="en-GB">
                <a:solidFill>
                  <a:srgbClr val="980000"/>
                </a:solidFill>
              </a:rPr>
              <a:t>  </a:t>
            </a:r>
            <a:r>
              <a:rPr lang="en-GB">
                <a:solidFill>
                  <a:schemeClr val="dk2"/>
                </a:solidFill>
              </a:rPr>
              <a:t>&lt; k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34" name="Google Shape;434;p24"/>
          <p:cNvSpPr txBox="1"/>
          <p:nvPr/>
        </p:nvSpPr>
        <p:spPr>
          <a:xfrm>
            <a:off x="4285125" y="2401013"/>
            <a:ext cx="14889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k</a:t>
            </a:r>
            <a:r>
              <a:rPr lang="en-GB">
                <a:solidFill>
                  <a:srgbClr val="980000"/>
                </a:solidFill>
              </a:rPr>
              <a:t> </a:t>
            </a:r>
            <a:r>
              <a:rPr lang="en-GB">
                <a:solidFill>
                  <a:schemeClr val="dk2"/>
                </a:solidFill>
              </a:rPr>
              <a:t>&lt; 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5"/>
          <p:cNvSpPr/>
          <p:nvPr/>
        </p:nvSpPr>
        <p:spPr>
          <a:xfrm>
            <a:off x="-86350" y="-55500"/>
            <a:ext cx="5951400" cy="2880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440" name="Google Shape;440;p25"/>
          <p:cNvGraphicFramePr/>
          <p:nvPr/>
        </p:nvGraphicFramePr>
        <p:xfrm>
          <a:off x="53363" y="70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{7521E79A-4CBD-455C-A84E-DE38A83BF1C4}</a:tableStyleId>
              </a:tblPr>
              <a:tblGrid>
                <a:gridCol w="660000"/>
                <a:gridCol w="660000"/>
                <a:gridCol w="660000"/>
                <a:gridCol w="660000"/>
                <a:gridCol w="660000"/>
                <a:gridCol w="660000"/>
              </a:tblGrid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Inflow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Input layer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(input sub-layer)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Outflow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Output layer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a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P*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F2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M1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b</a:t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F1</a:t>
                      </a:r>
                      <a:endParaRPr sz="800"/>
                    </a:p>
                  </a:txBody>
                  <a:tcPr marT="0" marB="0" marR="0" marL="0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P1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F2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M1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c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C*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F2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M1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d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F1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C1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F2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M1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e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M1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F2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M1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strike="sngStrike">
                          <a:solidFill>
                            <a:srgbClr val="CCCCCC"/>
                          </a:solidFill>
                        </a:rPr>
                        <a:t>f</a:t>
                      </a:r>
                      <a:endParaRPr sz="800" strike="sngStrike"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strike="sngStrike">
                          <a:solidFill>
                            <a:srgbClr val="CCCCCC"/>
                          </a:solidFill>
                        </a:rPr>
                        <a:t>F1</a:t>
                      </a:r>
                      <a:endParaRPr sz="800" strike="sngStrike"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strike="sngStrike">
                          <a:solidFill>
                            <a:srgbClr val="CCCCCC"/>
                          </a:solidFill>
                        </a:rPr>
                        <a:t>P*</a:t>
                      </a:r>
                      <a:endParaRPr sz="800" strike="sngStrike"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strike="sngStrike">
                          <a:solidFill>
                            <a:srgbClr val="CCCCCC"/>
                          </a:solidFill>
                        </a:rPr>
                        <a:t>C1</a:t>
                      </a:r>
                      <a:endParaRPr sz="800" strike="sngStrike"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strike="sngStrike">
                          <a:solidFill>
                            <a:srgbClr val="CCCCCC"/>
                          </a:solidFill>
                        </a:rPr>
                        <a:t>F2</a:t>
                      </a:r>
                      <a:endParaRPr sz="800" strike="sngStrike"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strike="sngStrike">
                          <a:solidFill>
                            <a:srgbClr val="CCCCCC"/>
                          </a:solidFill>
                        </a:rPr>
                        <a:t>M1</a:t>
                      </a:r>
                      <a:endParaRPr sz="800" strike="sngStrike">
                        <a:solidFill>
                          <a:srgbClr val="CCCC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g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P1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C1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F2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M1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strike="sngStrike">
                          <a:solidFill>
                            <a:srgbClr val="9E9E9E"/>
                          </a:solidFill>
                        </a:rPr>
                        <a:t>h</a:t>
                      </a:r>
                      <a:endParaRPr sz="800" strike="sngStrike">
                        <a:solidFill>
                          <a:srgbClr val="9E9E9E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strike="sngStrike">
                          <a:solidFill>
                            <a:srgbClr val="9E9E9E"/>
                          </a:solidFill>
                        </a:rPr>
                        <a:t>F1</a:t>
                      </a:r>
                      <a:endParaRPr sz="800" strike="sngStrike">
                        <a:solidFill>
                          <a:srgbClr val="9E9E9E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strike="sngStrike">
                          <a:solidFill>
                            <a:srgbClr val="9E9E9E"/>
                          </a:solidFill>
                        </a:rPr>
                        <a:t>P*</a:t>
                      </a:r>
                      <a:endParaRPr sz="800" strike="sngStrike">
                        <a:solidFill>
                          <a:srgbClr val="9E9E9E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strike="sngStrike">
                          <a:solidFill>
                            <a:srgbClr val="9E9E9E"/>
                          </a:solidFill>
                        </a:rPr>
                        <a:t>M1</a:t>
                      </a:r>
                      <a:endParaRPr sz="800" strike="sngStrike">
                        <a:solidFill>
                          <a:srgbClr val="9E9E9E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strike="sngStrike">
                          <a:solidFill>
                            <a:srgbClr val="9E9E9E"/>
                          </a:solidFill>
                        </a:rPr>
                        <a:t>F2</a:t>
                      </a:r>
                      <a:endParaRPr sz="800" strike="sngStrike">
                        <a:solidFill>
                          <a:srgbClr val="9E9E9E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strike="sngStrike">
                          <a:solidFill>
                            <a:srgbClr val="9E9E9E"/>
                          </a:solidFill>
                        </a:rPr>
                        <a:t>M1</a:t>
                      </a:r>
                      <a:endParaRPr sz="800" strike="sngStrike">
                        <a:solidFill>
                          <a:srgbClr val="9E9E9E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P1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M1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F2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M1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strike="sngStrike">
                          <a:solidFill>
                            <a:srgbClr val="9E9E9E"/>
                          </a:solidFill>
                        </a:rPr>
                        <a:t>j</a:t>
                      </a:r>
                      <a:endParaRPr sz="800" strike="sngStrike">
                        <a:solidFill>
                          <a:srgbClr val="9E9E9E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strike="sngStrike">
                          <a:solidFill>
                            <a:srgbClr val="9E9E9E"/>
                          </a:solidFill>
                        </a:rPr>
                        <a:t>F1</a:t>
                      </a:r>
                      <a:endParaRPr sz="800" strike="sngStrike">
                        <a:solidFill>
                          <a:srgbClr val="9E9E9E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strike="sngStrike">
                          <a:solidFill>
                            <a:srgbClr val="9E9E9E"/>
                          </a:solidFill>
                        </a:rPr>
                        <a:t>C*</a:t>
                      </a:r>
                      <a:endParaRPr sz="800" strike="sngStrike">
                        <a:solidFill>
                          <a:srgbClr val="9E9E9E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strike="sngStrike">
                          <a:solidFill>
                            <a:srgbClr val="9E9E9E"/>
                          </a:solidFill>
                        </a:rPr>
                        <a:t>M1</a:t>
                      </a:r>
                      <a:endParaRPr sz="800" strike="sngStrike">
                        <a:solidFill>
                          <a:srgbClr val="9E9E9E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strike="sngStrike">
                          <a:solidFill>
                            <a:srgbClr val="9E9E9E"/>
                          </a:solidFill>
                        </a:rPr>
                        <a:t>F2</a:t>
                      </a:r>
                      <a:endParaRPr sz="800" strike="sngStrike">
                        <a:solidFill>
                          <a:srgbClr val="9E9E9E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strike="sngStrike">
                          <a:solidFill>
                            <a:srgbClr val="9E9E9E"/>
                          </a:solidFill>
                        </a:rPr>
                        <a:t>M1</a:t>
                      </a:r>
                      <a:endParaRPr sz="800" strike="sngStrike">
                        <a:solidFill>
                          <a:srgbClr val="9E9E9E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</a:rPr>
                        <a:t>k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</a:rPr>
                        <a:t>F1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C1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M1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F2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M1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1" name="Google Shape;441;p25"/>
          <p:cNvSpPr txBox="1"/>
          <p:nvPr/>
        </p:nvSpPr>
        <p:spPr>
          <a:xfrm>
            <a:off x="794250" y="2817425"/>
            <a:ext cx="21297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9D9D9"/>
                </a:solidFill>
              </a:rPr>
              <a:t>F1, P1, C1,  ∅ ,  ∅</a:t>
            </a:r>
            <a:endParaRPr>
              <a:solidFill>
                <a:srgbClr val="D9D9D9"/>
              </a:solidFill>
            </a:endParaRPr>
          </a:p>
        </p:txBody>
      </p:sp>
      <p:cxnSp>
        <p:nvCxnSpPr>
          <p:cNvPr id="442" name="Google Shape;442;p25"/>
          <p:cNvCxnSpPr/>
          <p:nvPr/>
        </p:nvCxnSpPr>
        <p:spPr>
          <a:xfrm flipH="1">
            <a:off x="4013375" y="423175"/>
            <a:ext cx="240900" cy="3600"/>
          </a:xfrm>
          <a:prstGeom prst="straightConnector1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3" name="Google Shape;443;p25"/>
          <p:cNvCxnSpPr/>
          <p:nvPr/>
        </p:nvCxnSpPr>
        <p:spPr>
          <a:xfrm flipH="1">
            <a:off x="4013375" y="632950"/>
            <a:ext cx="240900" cy="3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4" name="Google Shape;444;p25"/>
          <p:cNvCxnSpPr/>
          <p:nvPr/>
        </p:nvCxnSpPr>
        <p:spPr>
          <a:xfrm flipH="1">
            <a:off x="4013375" y="1068713"/>
            <a:ext cx="240900" cy="3600"/>
          </a:xfrm>
          <a:prstGeom prst="straightConnector1">
            <a:avLst/>
          </a:prstGeom>
          <a:noFill/>
          <a:ln cap="flat" cmpd="sng" w="19050">
            <a:solidFill>
              <a:srgbClr val="FFD96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5" name="Google Shape;445;p25"/>
          <p:cNvCxnSpPr/>
          <p:nvPr/>
        </p:nvCxnSpPr>
        <p:spPr>
          <a:xfrm flipH="1">
            <a:off x="4013375" y="1281663"/>
            <a:ext cx="240900" cy="360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6" name="Google Shape;446;p25"/>
          <p:cNvCxnSpPr/>
          <p:nvPr/>
        </p:nvCxnSpPr>
        <p:spPr>
          <a:xfrm flipH="1">
            <a:off x="4013375" y="1497788"/>
            <a:ext cx="240900" cy="36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7" name="Google Shape;447;p25"/>
          <p:cNvCxnSpPr/>
          <p:nvPr/>
        </p:nvCxnSpPr>
        <p:spPr>
          <a:xfrm flipH="1">
            <a:off x="4013375" y="1714250"/>
            <a:ext cx="240900" cy="36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8" name="Google Shape;448;p25"/>
          <p:cNvCxnSpPr/>
          <p:nvPr/>
        </p:nvCxnSpPr>
        <p:spPr>
          <a:xfrm flipH="1">
            <a:off x="4013375" y="1930375"/>
            <a:ext cx="240900" cy="36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9" name="Google Shape;449;p25"/>
          <p:cNvCxnSpPr/>
          <p:nvPr/>
        </p:nvCxnSpPr>
        <p:spPr>
          <a:xfrm flipH="1">
            <a:off x="4013375" y="2146500"/>
            <a:ext cx="240900" cy="36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0" name="Google Shape;450;p25"/>
          <p:cNvCxnSpPr/>
          <p:nvPr/>
        </p:nvCxnSpPr>
        <p:spPr>
          <a:xfrm flipH="1">
            <a:off x="4013375" y="2362625"/>
            <a:ext cx="240900" cy="36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1" name="Google Shape;451;p25"/>
          <p:cNvCxnSpPr/>
          <p:nvPr/>
        </p:nvCxnSpPr>
        <p:spPr>
          <a:xfrm flipH="1">
            <a:off x="4013375" y="2578750"/>
            <a:ext cx="240900" cy="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2" name="Google Shape;452;p25"/>
          <p:cNvCxnSpPr/>
          <p:nvPr/>
        </p:nvCxnSpPr>
        <p:spPr>
          <a:xfrm flipH="1">
            <a:off x="4013375" y="850838"/>
            <a:ext cx="240900" cy="3600"/>
          </a:xfrm>
          <a:prstGeom prst="straightConnector1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3" name="Google Shape;453;p25"/>
          <p:cNvSpPr txBox="1"/>
          <p:nvPr/>
        </p:nvSpPr>
        <p:spPr>
          <a:xfrm>
            <a:off x="4311250" y="194575"/>
            <a:ext cx="8517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80000"/>
                </a:solidFill>
              </a:rPr>
              <a:t>a</a:t>
            </a:r>
            <a:r>
              <a:rPr lang="en-GB">
                <a:solidFill>
                  <a:schemeClr val="dk2"/>
                </a:solidFill>
              </a:rPr>
              <a:t> &lt; b-k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54" name="Google Shape;454;p25"/>
          <p:cNvSpPr txBox="1"/>
          <p:nvPr/>
        </p:nvSpPr>
        <p:spPr>
          <a:xfrm>
            <a:off x="4311250" y="426775"/>
            <a:ext cx="14889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b</a:t>
            </a:r>
            <a:r>
              <a:rPr lang="en-GB">
                <a:solidFill>
                  <a:srgbClr val="980000"/>
                </a:solidFill>
              </a:rPr>
              <a:t> </a:t>
            </a:r>
            <a:r>
              <a:rPr lang="en-GB">
                <a:solidFill>
                  <a:schemeClr val="dk2"/>
                </a:solidFill>
              </a:rPr>
              <a:t>&lt; c,d,e,g,i,j,k 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55" name="Google Shape;455;p25"/>
          <p:cNvSpPr txBox="1"/>
          <p:nvPr/>
        </p:nvSpPr>
        <p:spPr>
          <a:xfrm>
            <a:off x="83850" y="2817425"/>
            <a:ext cx="7104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CCCCC"/>
                </a:solidFill>
              </a:rPr>
              <a:t>b vs f</a:t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456" name="Google Shape;456;p25"/>
          <p:cNvSpPr txBox="1"/>
          <p:nvPr/>
        </p:nvSpPr>
        <p:spPr>
          <a:xfrm>
            <a:off x="813375" y="3122225"/>
            <a:ext cx="21297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9D9D9"/>
                </a:solidFill>
              </a:rPr>
              <a:t>F1, P1, C*,  </a:t>
            </a:r>
            <a:r>
              <a:rPr lang="en-GB">
                <a:solidFill>
                  <a:srgbClr val="D9D9D9"/>
                </a:solidFill>
              </a:rPr>
              <a:t>M1, ∅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457" name="Google Shape;457;p25"/>
          <p:cNvSpPr txBox="1"/>
          <p:nvPr/>
        </p:nvSpPr>
        <p:spPr>
          <a:xfrm>
            <a:off x="83850" y="3122225"/>
            <a:ext cx="7104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9D9D9"/>
                </a:solidFill>
              </a:rPr>
              <a:t>b vs h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458" name="Google Shape;458;p25"/>
          <p:cNvSpPr txBox="1"/>
          <p:nvPr/>
        </p:nvSpPr>
        <p:spPr>
          <a:xfrm>
            <a:off x="4311250" y="655375"/>
            <a:ext cx="14889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E69138"/>
                </a:solidFill>
              </a:rPr>
              <a:t>c</a:t>
            </a:r>
            <a:r>
              <a:rPr lang="en-GB">
                <a:solidFill>
                  <a:srgbClr val="980000"/>
                </a:solidFill>
              </a:rPr>
              <a:t> </a:t>
            </a:r>
            <a:r>
              <a:rPr lang="en-GB">
                <a:solidFill>
                  <a:schemeClr val="dk2"/>
                </a:solidFill>
              </a:rPr>
              <a:t>&lt; d,e,k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59" name="Google Shape;459;p25"/>
          <p:cNvSpPr txBox="1"/>
          <p:nvPr/>
        </p:nvSpPr>
        <p:spPr>
          <a:xfrm>
            <a:off x="813375" y="3579450"/>
            <a:ext cx="21297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9D9D9"/>
                </a:solidFill>
              </a:rPr>
              <a:t>F1, P*, C1,  ∅  , ∅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460" name="Google Shape;460;p25"/>
          <p:cNvSpPr txBox="1"/>
          <p:nvPr/>
        </p:nvSpPr>
        <p:spPr>
          <a:xfrm>
            <a:off x="83850" y="3579450"/>
            <a:ext cx="7104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9D9D9"/>
                </a:solidFill>
              </a:rPr>
              <a:t>c vs f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461" name="Google Shape;461;p25"/>
          <p:cNvSpPr txBox="1"/>
          <p:nvPr/>
        </p:nvSpPr>
        <p:spPr>
          <a:xfrm>
            <a:off x="813375" y="3884250"/>
            <a:ext cx="21297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P1, C1,  ∅ , ∅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62" name="Google Shape;462;p25"/>
          <p:cNvSpPr txBox="1"/>
          <p:nvPr/>
        </p:nvSpPr>
        <p:spPr>
          <a:xfrm>
            <a:off x="83850" y="3884250"/>
            <a:ext cx="7104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E69138"/>
                </a:solidFill>
              </a:rPr>
              <a:t>c </a:t>
            </a:r>
            <a:r>
              <a:rPr lang="en-GB">
                <a:solidFill>
                  <a:schemeClr val="dk2"/>
                </a:solidFill>
              </a:rPr>
              <a:t>vs </a:t>
            </a:r>
            <a:r>
              <a:rPr lang="en-GB">
                <a:solidFill>
                  <a:srgbClr val="4A86E8"/>
                </a:solidFill>
              </a:rPr>
              <a:t>g</a:t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463" name="Google Shape;463;p25"/>
          <p:cNvSpPr txBox="1"/>
          <p:nvPr/>
        </p:nvSpPr>
        <p:spPr>
          <a:xfrm>
            <a:off x="813375" y="4189050"/>
            <a:ext cx="21297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9D9D9"/>
                </a:solidFill>
              </a:rPr>
              <a:t>F1, P*,  C*, M1,  ∅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464" name="Google Shape;464;p25"/>
          <p:cNvSpPr txBox="1"/>
          <p:nvPr/>
        </p:nvSpPr>
        <p:spPr>
          <a:xfrm>
            <a:off x="83850" y="4189050"/>
            <a:ext cx="7104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9D9D9"/>
                </a:solidFill>
              </a:rPr>
              <a:t>c vs h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465" name="Google Shape;465;p25"/>
          <p:cNvSpPr txBox="1"/>
          <p:nvPr/>
        </p:nvSpPr>
        <p:spPr>
          <a:xfrm>
            <a:off x="4311250" y="863625"/>
            <a:ext cx="14889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1C232"/>
                </a:solidFill>
              </a:rPr>
              <a:t>d</a:t>
            </a:r>
            <a:r>
              <a:rPr lang="en-GB">
                <a:solidFill>
                  <a:srgbClr val="980000"/>
                </a:solidFill>
              </a:rPr>
              <a:t> </a:t>
            </a:r>
            <a:r>
              <a:rPr lang="en-GB">
                <a:solidFill>
                  <a:schemeClr val="dk2"/>
                </a:solidFill>
              </a:rPr>
              <a:t>&lt; e,k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66" name="Google Shape;466;p25"/>
          <p:cNvSpPr txBox="1"/>
          <p:nvPr/>
        </p:nvSpPr>
        <p:spPr>
          <a:xfrm>
            <a:off x="3871913" y="2881300"/>
            <a:ext cx="21297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9D9D9"/>
                </a:solidFill>
              </a:rPr>
              <a:t>F1, P*,  C1, ∅ ,  ∅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467" name="Google Shape;467;p25"/>
          <p:cNvSpPr txBox="1"/>
          <p:nvPr/>
        </p:nvSpPr>
        <p:spPr>
          <a:xfrm>
            <a:off x="3142388" y="2881300"/>
            <a:ext cx="7104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9D9D9"/>
                </a:solidFill>
              </a:rPr>
              <a:t>d vs f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468" name="Google Shape;468;p25"/>
          <p:cNvSpPr txBox="1"/>
          <p:nvPr/>
        </p:nvSpPr>
        <p:spPr>
          <a:xfrm>
            <a:off x="3871913" y="3186100"/>
            <a:ext cx="21297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P1, C1,  ∅ , ∅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69" name="Google Shape;469;p25"/>
          <p:cNvSpPr txBox="1"/>
          <p:nvPr/>
        </p:nvSpPr>
        <p:spPr>
          <a:xfrm>
            <a:off x="3142388" y="3186100"/>
            <a:ext cx="7104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1C232"/>
                </a:solidFill>
              </a:rPr>
              <a:t>d</a:t>
            </a:r>
            <a:r>
              <a:rPr lang="en-GB">
                <a:solidFill>
                  <a:srgbClr val="E69138"/>
                </a:solidFill>
              </a:rPr>
              <a:t> </a:t>
            </a:r>
            <a:r>
              <a:rPr lang="en-GB">
                <a:solidFill>
                  <a:schemeClr val="dk2"/>
                </a:solidFill>
              </a:rPr>
              <a:t>vs </a:t>
            </a:r>
            <a:r>
              <a:rPr lang="en-GB">
                <a:solidFill>
                  <a:srgbClr val="4A86E8"/>
                </a:solidFill>
              </a:rPr>
              <a:t>g</a:t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470" name="Google Shape;470;p25"/>
          <p:cNvSpPr txBox="1"/>
          <p:nvPr/>
        </p:nvSpPr>
        <p:spPr>
          <a:xfrm>
            <a:off x="3871913" y="3490900"/>
            <a:ext cx="21297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9D9D9"/>
                </a:solidFill>
              </a:rPr>
              <a:t>F1, P*,  C1, M1,  ∅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471" name="Google Shape;471;p25"/>
          <p:cNvSpPr txBox="1"/>
          <p:nvPr/>
        </p:nvSpPr>
        <p:spPr>
          <a:xfrm>
            <a:off x="3142388" y="3490900"/>
            <a:ext cx="7104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9D9D9"/>
                </a:solidFill>
              </a:rPr>
              <a:t>d vs h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472" name="Google Shape;472;p25"/>
          <p:cNvSpPr txBox="1"/>
          <p:nvPr/>
        </p:nvSpPr>
        <p:spPr>
          <a:xfrm>
            <a:off x="3871913" y="3795700"/>
            <a:ext cx="21297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P1,  C1, M1,  ∅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73" name="Google Shape;473;p25"/>
          <p:cNvSpPr txBox="1"/>
          <p:nvPr/>
        </p:nvSpPr>
        <p:spPr>
          <a:xfrm>
            <a:off x="3142388" y="3795700"/>
            <a:ext cx="7104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1C232"/>
                </a:solidFill>
              </a:rPr>
              <a:t>d</a:t>
            </a:r>
            <a:r>
              <a:rPr lang="en-GB">
                <a:solidFill>
                  <a:srgbClr val="980000"/>
                </a:solidFill>
              </a:rPr>
              <a:t> </a:t>
            </a:r>
            <a:r>
              <a:rPr lang="en-GB">
                <a:solidFill>
                  <a:schemeClr val="dk2"/>
                </a:solidFill>
              </a:rPr>
              <a:t>vs </a:t>
            </a:r>
            <a:r>
              <a:rPr lang="en-GB">
                <a:solidFill>
                  <a:srgbClr val="9900FF"/>
                </a:solidFill>
              </a:rPr>
              <a:t>i</a:t>
            </a:r>
            <a:endParaRPr>
              <a:solidFill>
                <a:srgbClr val="9900FF"/>
              </a:solidFill>
            </a:endParaRPr>
          </a:p>
        </p:txBody>
      </p:sp>
      <p:sp>
        <p:nvSpPr>
          <p:cNvPr id="474" name="Google Shape;474;p25"/>
          <p:cNvSpPr txBox="1"/>
          <p:nvPr/>
        </p:nvSpPr>
        <p:spPr>
          <a:xfrm>
            <a:off x="813375" y="4493850"/>
            <a:ext cx="21297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P1,  C*, M1,  ∅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75" name="Google Shape;475;p25"/>
          <p:cNvSpPr txBox="1"/>
          <p:nvPr/>
        </p:nvSpPr>
        <p:spPr>
          <a:xfrm>
            <a:off x="83850" y="4493850"/>
            <a:ext cx="7104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E69138"/>
                </a:solidFill>
              </a:rPr>
              <a:t>c</a:t>
            </a:r>
            <a:r>
              <a:rPr lang="en-GB">
                <a:solidFill>
                  <a:srgbClr val="980000"/>
                </a:solidFill>
              </a:rPr>
              <a:t> </a:t>
            </a:r>
            <a:r>
              <a:rPr lang="en-GB">
                <a:solidFill>
                  <a:schemeClr val="dk2"/>
                </a:solidFill>
              </a:rPr>
              <a:t>vs </a:t>
            </a:r>
            <a:r>
              <a:rPr lang="en-GB">
                <a:solidFill>
                  <a:srgbClr val="9900FF"/>
                </a:solidFill>
              </a:rPr>
              <a:t>i</a:t>
            </a:r>
            <a:endParaRPr>
              <a:solidFill>
                <a:srgbClr val="9900FF"/>
              </a:solidFill>
            </a:endParaRPr>
          </a:p>
        </p:txBody>
      </p:sp>
      <p:sp>
        <p:nvSpPr>
          <p:cNvPr id="476" name="Google Shape;476;p25"/>
          <p:cNvSpPr txBox="1"/>
          <p:nvPr/>
        </p:nvSpPr>
        <p:spPr>
          <a:xfrm>
            <a:off x="813375" y="4798650"/>
            <a:ext cx="21297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9D9D9"/>
                </a:solidFill>
              </a:rPr>
              <a:t>F1, P*,  C1, M1,  ∅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477" name="Google Shape;477;p25"/>
          <p:cNvSpPr txBox="1"/>
          <p:nvPr/>
        </p:nvSpPr>
        <p:spPr>
          <a:xfrm>
            <a:off x="83850" y="4798650"/>
            <a:ext cx="7104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9D9D9"/>
                </a:solidFill>
              </a:rPr>
              <a:t>c vs j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478" name="Google Shape;478;p25"/>
          <p:cNvSpPr txBox="1"/>
          <p:nvPr/>
        </p:nvSpPr>
        <p:spPr>
          <a:xfrm>
            <a:off x="3871913" y="4100500"/>
            <a:ext cx="21297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9D9D9"/>
                </a:solidFill>
              </a:rPr>
              <a:t>F1, P*,  C1, M1,  ∅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479" name="Google Shape;479;p25"/>
          <p:cNvSpPr txBox="1"/>
          <p:nvPr/>
        </p:nvSpPr>
        <p:spPr>
          <a:xfrm>
            <a:off x="3142388" y="4100500"/>
            <a:ext cx="7104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9D9D9"/>
                </a:solidFill>
              </a:rPr>
              <a:t>d vs j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480" name="Google Shape;480;p25"/>
          <p:cNvSpPr txBox="1"/>
          <p:nvPr/>
        </p:nvSpPr>
        <p:spPr>
          <a:xfrm>
            <a:off x="4311250" y="1068725"/>
            <a:ext cx="14889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FF00"/>
                </a:solidFill>
              </a:rPr>
              <a:t>e</a:t>
            </a:r>
            <a:r>
              <a:rPr lang="en-GB">
                <a:solidFill>
                  <a:srgbClr val="980000"/>
                </a:solidFill>
              </a:rPr>
              <a:t> </a:t>
            </a:r>
            <a:r>
              <a:rPr lang="en-GB">
                <a:solidFill>
                  <a:schemeClr val="dk2"/>
                </a:solidFill>
              </a:rPr>
              <a:t>&lt;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81" name="Google Shape;481;p25"/>
          <p:cNvSpPr txBox="1"/>
          <p:nvPr/>
        </p:nvSpPr>
        <p:spPr>
          <a:xfrm>
            <a:off x="6904438" y="88850"/>
            <a:ext cx="21297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9D9D9"/>
                </a:solidFill>
              </a:rPr>
              <a:t>F1, P*,  C1, M1,  ∅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482" name="Google Shape;482;p25"/>
          <p:cNvSpPr txBox="1"/>
          <p:nvPr/>
        </p:nvSpPr>
        <p:spPr>
          <a:xfrm>
            <a:off x="6174913" y="88850"/>
            <a:ext cx="7104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9D9D9"/>
                </a:solidFill>
              </a:rPr>
              <a:t>e vs f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483" name="Google Shape;483;p25"/>
          <p:cNvSpPr txBox="1"/>
          <p:nvPr/>
        </p:nvSpPr>
        <p:spPr>
          <a:xfrm>
            <a:off x="6904438" y="393650"/>
            <a:ext cx="21297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P1, C1, M1, ∅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84" name="Google Shape;484;p25"/>
          <p:cNvSpPr txBox="1"/>
          <p:nvPr/>
        </p:nvSpPr>
        <p:spPr>
          <a:xfrm>
            <a:off x="6174913" y="393650"/>
            <a:ext cx="7104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FF00"/>
                </a:solidFill>
              </a:rPr>
              <a:t>e</a:t>
            </a:r>
            <a:r>
              <a:rPr lang="en-GB">
                <a:solidFill>
                  <a:srgbClr val="E69138"/>
                </a:solidFill>
              </a:rPr>
              <a:t> </a:t>
            </a:r>
            <a:r>
              <a:rPr lang="en-GB">
                <a:solidFill>
                  <a:schemeClr val="dk2"/>
                </a:solidFill>
              </a:rPr>
              <a:t>vs </a:t>
            </a:r>
            <a:r>
              <a:rPr lang="en-GB">
                <a:solidFill>
                  <a:srgbClr val="4A86E8"/>
                </a:solidFill>
              </a:rPr>
              <a:t>g</a:t>
            </a:r>
            <a:endParaRPr>
              <a:solidFill>
                <a:srgbClr val="4A86E8"/>
              </a:solidFill>
            </a:endParaRPr>
          </a:p>
        </p:txBody>
      </p:sp>
      <p:sp>
        <p:nvSpPr>
          <p:cNvPr id="485" name="Google Shape;485;p25"/>
          <p:cNvSpPr txBox="1"/>
          <p:nvPr/>
        </p:nvSpPr>
        <p:spPr>
          <a:xfrm>
            <a:off x="6904438" y="698450"/>
            <a:ext cx="21297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9D9D9"/>
                </a:solidFill>
              </a:rPr>
              <a:t>F1, P*,  C1, M1,  ∅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486" name="Google Shape;486;p25"/>
          <p:cNvSpPr txBox="1"/>
          <p:nvPr/>
        </p:nvSpPr>
        <p:spPr>
          <a:xfrm>
            <a:off x="6174913" y="698450"/>
            <a:ext cx="7104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9D9D9"/>
                </a:solidFill>
              </a:rPr>
              <a:t>e vs h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487" name="Google Shape;487;p25"/>
          <p:cNvSpPr txBox="1"/>
          <p:nvPr/>
        </p:nvSpPr>
        <p:spPr>
          <a:xfrm>
            <a:off x="6904438" y="1003250"/>
            <a:ext cx="21297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P1,  C1, M1,  ∅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88" name="Google Shape;488;p25"/>
          <p:cNvSpPr txBox="1"/>
          <p:nvPr/>
        </p:nvSpPr>
        <p:spPr>
          <a:xfrm>
            <a:off x="6174913" y="1003250"/>
            <a:ext cx="7104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FF00"/>
                </a:solidFill>
              </a:rPr>
              <a:t>e</a:t>
            </a:r>
            <a:r>
              <a:rPr lang="en-GB">
                <a:solidFill>
                  <a:srgbClr val="980000"/>
                </a:solidFill>
              </a:rPr>
              <a:t> </a:t>
            </a:r>
            <a:r>
              <a:rPr lang="en-GB">
                <a:solidFill>
                  <a:schemeClr val="dk2"/>
                </a:solidFill>
              </a:rPr>
              <a:t>vs </a:t>
            </a:r>
            <a:r>
              <a:rPr lang="en-GB">
                <a:solidFill>
                  <a:srgbClr val="9900FF"/>
                </a:solidFill>
              </a:rPr>
              <a:t>i</a:t>
            </a:r>
            <a:endParaRPr>
              <a:solidFill>
                <a:srgbClr val="9900FF"/>
              </a:solidFill>
            </a:endParaRPr>
          </a:p>
        </p:txBody>
      </p:sp>
      <p:sp>
        <p:nvSpPr>
          <p:cNvPr id="489" name="Google Shape;489;p25"/>
          <p:cNvSpPr txBox="1"/>
          <p:nvPr/>
        </p:nvSpPr>
        <p:spPr>
          <a:xfrm>
            <a:off x="6904438" y="1308050"/>
            <a:ext cx="21297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9D9D9"/>
                </a:solidFill>
              </a:rPr>
              <a:t>F1, P*,  C1, M1,  ∅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490" name="Google Shape;490;p25"/>
          <p:cNvSpPr txBox="1"/>
          <p:nvPr/>
        </p:nvSpPr>
        <p:spPr>
          <a:xfrm>
            <a:off x="6174913" y="1308050"/>
            <a:ext cx="7104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9D9D9"/>
                </a:solidFill>
              </a:rPr>
              <a:t>e vs j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491" name="Google Shape;491;p25"/>
          <p:cNvSpPr txBox="1"/>
          <p:nvPr/>
        </p:nvSpPr>
        <p:spPr>
          <a:xfrm>
            <a:off x="6904438" y="1612850"/>
            <a:ext cx="21297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P*,  C1, M1,  ∅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92" name="Google Shape;492;p25"/>
          <p:cNvSpPr txBox="1"/>
          <p:nvPr/>
        </p:nvSpPr>
        <p:spPr>
          <a:xfrm>
            <a:off x="6174913" y="1612850"/>
            <a:ext cx="7104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FF00"/>
                </a:solidFill>
              </a:rPr>
              <a:t>e</a:t>
            </a:r>
            <a:r>
              <a:rPr lang="en-GB">
                <a:solidFill>
                  <a:srgbClr val="980000"/>
                </a:solidFill>
              </a:rPr>
              <a:t> </a:t>
            </a:r>
            <a:r>
              <a:rPr lang="en-GB">
                <a:solidFill>
                  <a:schemeClr val="dk2"/>
                </a:solidFill>
              </a:rPr>
              <a:t>vs </a:t>
            </a:r>
            <a:r>
              <a:rPr lang="en-GB">
                <a:solidFill>
                  <a:schemeClr val="dk1"/>
                </a:solidFill>
              </a:rPr>
              <a:t>k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93" name="Google Shape;493;p25"/>
          <p:cNvSpPr txBox="1"/>
          <p:nvPr/>
        </p:nvSpPr>
        <p:spPr>
          <a:xfrm>
            <a:off x="4311250" y="1281675"/>
            <a:ext cx="14889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9D9D9"/>
                </a:solidFill>
              </a:rPr>
              <a:t>f  &lt; g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494" name="Google Shape;494;p25"/>
          <p:cNvSpPr txBox="1"/>
          <p:nvPr/>
        </p:nvSpPr>
        <p:spPr>
          <a:xfrm>
            <a:off x="4311250" y="1482075"/>
            <a:ext cx="14889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4A86E8"/>
                </a:solidFill>
              </a:rPr>
              <a:t>g</a:t>
            </a:r>
            <a:r>
              <a:rPr lang="en-GB">
                <a:solidFill>
                  <a:srgbClr val="980000"/>
                </a:solidFill>
              </a:rPr>
              <a:t> </a:t>
            </a:r>
            <a:r>
              <a:rPr lang="en-GB">
                <a:solidFill>
                  <a:schemeClr val="dk2"/>
                </a:solidFill>
              </a:rPr>
              <a:t>&lt;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95" name="Google Shape;495;p25"/>
          <p:cNvSpPr txBox="1"/>
          <p:nvPr/>
        </p:nvSpPr>
        <p:spPr>
          <a:xfrm>
            <a:off x="4311250" y="1699725"/>
            <a:ext cx="14889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9D9D9"/>
                </a:solidFill>
              </a:rPr>
              <a:t>h &lt; i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496" name="Google Shape;496;p25"/>
          <p:cNvSpPr txBox="1"/>
          <p:nvPr/>
        </p:nvSpPr>
        <p:spPr>
          <a:xfrm>
            <a:off x="4311250" y="1920738"/>
            <a:ext cx="14889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900FF"/>
                </a:solidFill>
              </a:rPr>
              <a:t>i</a:t>
            </a:r>
            <a:r>
              <a:rPr lang="en-GB">
                <a:solidFill>
                  <a:srgbClr val="980000"/>
                </a:solidFill>
              </a:rPr>
              <a:t>  </a:t>
            </a:r>
            <a:r>
              <a:rPr lang="en-GB">
                <a:solidFill>
                  <a:schemeClr val="dk2"/>
                </a:solidFill>
              </a:rPr>
              <a:t>&lt;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97" name="Google Shape;497;p25"/>
          <p:cNvSpPr txBox="1"/>
          <p:nvPr/>
        </p:nvSpPr>
        <p:spPr>
          <a:xfrm>
            <a:off x="4285125" y="2172563"/>
            <a:ext cx="14889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9D9D9"/>
                </a:solidFill>
              </a:rPr>
              <a:t>j  &lt; k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498" name="Google Shape;498;p25"/>
          <p:cNvSpPr txBox="1"/>
          <p:nvPr/>
        </p:nvSpPr>
        <p:spPr>
          <a:xfrm>
            <a:off x="4285125" y="2401013"/>
            <a:ext cx="14889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k</a:t>
            </a:r>
            <a:r>
              <a:rPr lang="en-GB">
                <a:solidFill>
                  <a:srgbClr val="980000"/>
                </a:solidFill>
              </a:rPr>
              <a:t> </a:t>
            </a:r>
            <a:r>
              <a:rPr lang="en-GB">
                <a:solidFill>
                  <a:schemeClr val="dk2"/>
                </a:solidFill>
              </a:rPr>
              <a:t>&lt; 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99" name="Google Shape;499;p25"/>
          <p:cNvSpPr/>
          <p:nvPr/>
        </p:nvSpPr>
        <p:spPr>
          <a:xfrm>
            <a:off x="461375" y="3988638"/>
            <a:ext cx="252000" cy="252000"/>
          </a:xfrm>
          <a:prstGeom prst="ellipse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5"/>
          <p:cNvSpPr/>
          <p:nvPr/>
        </p:nvSpPr>
        <p:spPr>
          <a:xfrm>
            <a:off x="3539050" y="3290888"/>
            <a:ext cx="252000" cy="252000"/>
          </a:xfrm>
          <a:prstGeom prst="ellipse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5"/>
          <p:cNvSpPr/>
          <p:nvPr/>
        </p:nvSpPr>
        <p:spPr>
          <a:xfrm>
            <a:off x="461375" y="4550238"/>
            <a:ext cx="252000" cy="252000"/>
          </a:xfrm>
          <a:prstGeom prst="ellipse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25"/>
          <p:cNvSpPr/>
          <p:nvPr/>
        </p:nvSpPr>
        <p:spPr>
          <a:xfrm>
            <a:off x="3539050" y="3856088"/>
            <a:ext cx="252000" cy="252000"/>
          </a:xfrm>
          <a:prstGeom prst="ellipse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5"/>
          <p:cNvSpPr/>
          <p:nvPr/>
        </p:nvSpPr>
        <p:spPr>
          <a:xfrm>
            <a:off x="6569875" y="508738"/>
            <a:ext cx="252000" cy="252000"/>
          </a:xfrm>
          <a:prstGeom prst="ellipse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5"/>
          <p:cNvSpPr/>
          <p:nvPr/>
        </p:nvSpPr>
        <p:spPr>
          <a:xfrm>
            <a:off x="6569875" y="1096913"/>
            <a:ext cx="252000" cy="252000"/>
          </a:xfrm>
          <a:prstGeom prst="ellipse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5"/>
          <p:cNvSpPr/>
          <p:nvPr/>
        </p:nvSpPr>
        <p:spPr>
          <a:xfrm>
            <a:off x="6569875" y="1685088"/>
            <a:ext cx="252000" cy="252000"/>
          </a:xfrm>
          <a:prstGeom prst="ellipse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0" name="Google Shape;510;p26"/>
          <p:cNvGraphicFramePr/>
          <p:nvPr/>
        </p:nvGraphicFramePr>
        <p:xfrm>
          <a:off x="53363" y="299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{7521E79A-4CBD-455C-A84E-DE38A83BF1C4}</a:tableStyleId>
              </a:tblPr>
              <a:tblGrid>
                <a:gridCol w="792000"/>
                <a:gridCol w="792000"/>
                <a:gridCol w="792000"/>
                <a:gridCol w="792000"/>
                <a:gridCol w="792000"/>
              </a:tblGrid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Inflow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Input layer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(input sub-layer)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Outflow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Output layer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P*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F2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C1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1" name="Google Shape;511;p26"/>
          <p:cNvGraphicFramePr/>
          <p:nvPr/>
        </p:nvGraphicFramePr>
        <p:xfrm>
          <a:off x="53363" y="2513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{7521E79A-4CBD-455C-A84E-DE38A83BF1C4}</a:tableStyleId>
              </a:tblPr>
              <a:tblGrid>
                <a:gridCol w="792000"/>
                <a:gridCol w="792000"/>
                <a:gridCol w="792000"/>
                <a:gridCol w="792000"/>
                <a:gridCol w="792000"/>
              </a:tblGrid>
              <a:tr h="152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Inflow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Input layer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(input sub-layer)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Outflow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Output layer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P*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F2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M1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2" name="Google Shape;512;p26"/>
          <p:cNvSpPr txBox="1"/>
          <p:nvPr/>
        </p:nvSpPr>
        <p:spPr>
          <a:xfrm>
            <a:off x="-251425" y="624675"/>
            <a:ext cx="2129700" cy="15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2"/>
                </a:solidFill>
              </a:rPr>
              <a:t>F1, P* ,    ,    ,   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=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P1 , C1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P2 , C1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P3 , C1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P4 , C1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2"/>
                </a:solidFill>
              </a:rPr>
              <a:t>F1, ∅ , C1 , ∅ , ∅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13" name="Google Shape;513;p26"/>
          <p:cNvSpPr txBox="1"/>
          <p:nvPr/>
        </p:nvSpPr>
        <p:spPr>
          <a:xfrm>
            <a:off x="2186975" y="700875"/>
            <a:ext cx="2129700" cy="127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∅ , C1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14" name="Google Shape;514;p26"/>
          <p:cNvSpPr txBox="1"/>
          <p:nvPr/>
        </p:nvSpPr>
        <p:spPr>
          <a:xfrm>
            <a:off x="-251425" y="2986875"/>
            <a:ext cx="2129700" cy="15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2"/>
                </a:solidFill>
              </a:rPr>
              <a:t>F1, P* , : , M1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=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P1 , : , M1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P2 , : , </a:t>
            </a:r>
            <a:r>
              <a:rPr lang="en-GB">
                <a:solidFill>
                  <a:schemeClr val="dk2"/>
                </a:solidFill>
              </a:rPr>
              <a:t>M1</a:t>
            </a:r>
            <a:r>
              <a:rPr lang="en-GB">
                <a:solidFill>
                  <a:schemeClr val="dk2"/>
                </a:solidFill>
              </a:rPr>
              <a:t>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P3 , : , </a:t>
            </a:r>
            <a:r>
              <a:rPr lang="en-GB">
                <a:solidFill>
                  <a:schemeClr val="dk2"/>
                </a:solidFill>
              </a:rPr>
              <a:t>M1</a:t>
            </a:r>
            <a:r>
              <a:rPr lang="en-GB">
                <a:solidFill>
                  <a:schemeClr val="dk2"/>
                </a:solidFill>
              </a:rPr>
              <a:t>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P4 , : , </a:t>
            </a:r>
            <a:r>
              <a:rPr lang="en-GB">
                <a:solidFill>
                  <a:schemeClr val="dk2"/>
                </a:solidFill>
              </a:rPr>
              <a:t>M1</a:t>
            </a:r>
            <a:r>
              <a:rPr lang="en-GB">
                <a:solidFill>
                  <a:schemeClr val="dk2"/>
                </a:solidFill>
              </a:rPr>
              <a:t>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∅ , : , </a:t>
            </a:r>
            <a:r>
              <a:rPr lang="en-GB">
                <a:solidFill>
                  <a:schemeClr val="dk2"/>
                </a:solidFill>
              </a:rPr>
              <a:t>M1</a:t>
            </a:r>
            <a:r>
              <a:rPr lang="en-GB">
                <a:solidFill>
                  <a:schemeClr val="dk2"/>
                </a:solidFill>
              </a:rPr>
              <a:t> , ∅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15" name="Google Shape;515;p26"/>
          <p:cNvSpPr txBox="1"/>
          <p:nvPr/>
        </p:nvSpPr>
        <p:spPr>
          <a:xfrm>
            <a:off x="2211925" y="3030650"/>
            <a:ext cx="2129700" cy="15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=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∅ , ∅ , M1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graphicFrame>
        <p:nvGraphicFramePr>
          <p:cNvPr id="516" name="Google Shape;516;p26"/>
          <p:cNvGraphicFramePr/>
          <p:nvPr/>
        </p:nvGraphicFramePr>
        <p:xfrm>
          <a:off x="4701563" y="299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{7521E79A-4CBD-455C-A84E-DE38A83BF1C4}</a:tableStyleId>
              </a:tblPr>
              <a:tblGrid>
                <a:gridCol w="792000"/>
                <a:gridCol w="792000"/>
                <a:gridCol w="792000"/>
                <a:gridCol w="792000"/>
                <a:gridCol w="792000"/>
              </a:tblGrid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Inflow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Input layer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(input sub-layer)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Outflow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Output layer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P*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F2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C*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7" name="Google Shape;517;p26"/>
          <p:cNvGraphicFramePr/>
          <p:nvPr/>
        </p:nvGraphicFramePr>
        <p:xfrm>
          <a:off x="4701563" y="2513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{7521E79A-4CBD-455C-A84E-DE38A83BF1C4}</a:tableStyleId>
              </a:tblPr>
              <a:tblGrid>
                <a:gridCol w="792000"/>
                <a:gridCol w="792000"/>
                <a:gridCol w="792000"/>
                <a:gridCol w="792000"/>
                <a:gridCol w="792000"/>
              </a:tblGrid>
              <a:tr h="152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Inflow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Input layer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(input sub-layer)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Outflow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Output layer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P*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F2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M*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8" name="Google Shape;518;p26"/>
          <p:cNvSpPr txBox="1"/>
          <p:nvPr/>
        </p:nvSpPr>
        <p:spPr>
          <a:xfrm>
            <a:off x="4396775" y="700875"/>
            <a:ext cx="2129700" cy="15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2"/>
                </a:solidFill>
              </a:rPr>
              <a:t>F1, P* , C*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=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P1 , C*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P2 , C*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P3 , C*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P4 , C*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∅ , C* , ∅ , ∅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19" name="Google Shape;519;p26"/>
          <p:cNvSpPr txBox="1"/>
          <p:nvPr/>
        </p:nvSpPr>
        <p:spPr>
          <a:xfrm>
            <a:off x="6758975" y="700875"/>
            <a:ext cx="2129700" cy="15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=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∅ , C*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20" name="Google Shape;520;p26"/>
          <p:cNvSpPr txBox="1"/>
          <p:nvPr/>
        </p:nvSpPr>
        <p:spPr>
          <a:xfrm>
            <a:off x="4472975" y="2986875"/>
            <a:ext cx="2129700" cy="15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2"/>
                </a:solidFill>
              </a:rPr>
              <a:t>F1, P* , : , M*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=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P1 , : , M*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P2 , : , M*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P3 , : , M*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P4 , : , M*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∅ , : , M* , ∅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21" name="Google Shape;521;p26"/>
          <p:cNvSpPr txBox="1"/>
          <p:nvPr/>
        </p:nvSpPr>
        <p:spPr>
          <a:xfrm>
            <a:off x="6860125" y="3030650"/>
            <a:ext cx="2129700" cy="15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=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∅ , ∅ , M*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522" name="Google Shape;522;p26"/>
          <p:cNvCxnSpPr/>
          <p:nvPr/>
        </p:nvCxnSpPr>
        <p:spPr>
          <a:xfrm>
            <a:off x="4292425" y="123350"/>
            <a:ext cx="3600" cy="4773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7" name="Google Shape;527;p27"/>
          <p:cNvGraphicFramePr/>
          <p:nvPr/>
        </p:nvGraphicFramePr>
        <p:xfrm>
          <a:off x="53363" y="299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{7521E79A-4CBD-455C-A84E-DE38A83BF1C4}</a:tableStyleId>
              </a:tblPr>
              <a:tblGrid>
                <a:gridCol w="792000"/>
                <a:gridCol w="792000"/>
                <a:gridCol w="792000"/>
                <a:gridCol w="792000"/>
                <a:gridCol w="792000"/>
              </a:tblGrid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Inflow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Input layer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(input sub-layer)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Outflow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Output layer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C</a:t>
                      </a:r>
                      <a:r>
                        <a:rPr lang="en-GB" sz="800"/>
                        <a:t>*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F2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M</a:t>
                      </a:r>
                      <a:r>
                        <a:rPr lang="en-GB" sz="800"/>
                        <a:t>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28" name="Google Shape;528;p27"/>
          <p:cNvGraphicFramePr/>
          <p:nvPr/>
        </p:nvGraphicFramePr>
        <p:xfrm>
          <a:off x="53363" y="2513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{7521E79A-4CBD-455C-A84E-DE38A83BF1C4}</a:tableStyleId>
              </a:tblPr>
              <a:tblGrid>
                <a:gridCol w="792000"/>
                <a:gridCol w="792000"/>
                <a:gridCol w="792000"/>
                <a:gridCol w="792000"/>
                <a:gridCol w="792000"/>
              </a:tblGrid>
              <a:tr h="152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Inflow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Input layer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(input sub-layer)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Outflow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Output layer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C</a:t>
                      </a:r>
                      <a:r>
                        <a:rPr lang="en-GB" sz="800"/>
                        <a:t>*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F2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E</a:t>
                      </a:r>
                      <a:r>
                        <a:rPr lang="en-GB" sz="800"/>
                        <a:t>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29" name="Google Shape;529;p27"/>
          <p:cNvSpPr txBox="1"/>
          <p:nvPr/>
        </p:nvSpPr>
        <p:spPr>
          <a:xfrm>
            <a:off x="-251425" y="624675"/>
            <a:ext cx="2129700" cy="15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=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: , C* , M1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: , C* , </a:t>
            </a:r>
            <a:r>
              <a:rPr lang="en-GB">
                <a:solidFill>
                  <a:schemeClr val="dk2"/>
                </a:solidFill>
              </a:rPr>
              <a:t>M1</a:t>
            </a:r>
            <a:r>
              <a:rPr lang="en-GB">
                <a:solidFill>
                  <a:schemeClr val="dk2"/>
                </a:solidFill>
              </a:rPr>
              <a:t>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: , C* , </a:t>
            </a:r>
            <a:r>
              <a:rPr lang="en-GB">
                <a:solidFill>
                  <a:schemeClr val="dk2"/>
                </a:solidFill>
              </a:rPr>
              <a:t>M1</a:t>
            </a:r>
            <a:r>
              <a:rPr lang="en-GB">
                <a:solidFill>
                  <a:schemeClr val="dk2"/>
                </a:solidFill>
              </a:rPr>
              <a:t>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: , C* , </a:t>
            </a:r>
            <a:r>
              <a:rPr lang="en-GB">
                <a:solidFill>
                  <a:schemeClr val="dk2"/>
                </a:solidFill>
              </a:rPr>
              <a:t>M1</a:t>
            </a:r>
            <a:r>
              <a:rPr lang="en-GB">
                <a:solidFill>
                  <a:schemeClr val="dk2"/>
                </a:solidFill>
              </a:rPr>
              <a:t>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: , C* , </a:t>
            </a:r>
            <a:r>
              <a:rPr lang="en-GB">
                <a:solidFill>
                  <a:schemeClr val="dk2"/>
                </a:solidFill>
              </a:rPr>
              <a:t>M1</a:t>
            </a:r>
            <a:r>
              <a:rPr lang="en-GB">
                <a:solidFill>
                  <a:schemeClr val="dk2"/>
                </a:solidFill>
              </a:rPr>
              <a:t> , ∅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30" name="Google Shape;530;p27"/>
          <p:cNvSpPr txBox="1"/>
          <p:nvPr/>
        </p:nvSpPr>
        <p:spPr>
          <a:xfrm>
            <a:off x="2186975" y="700875"/>
            <a:ext cx="2129700" cy="15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=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∅ , ∅ , M1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31" name="Google Shape;531;p27"/>
          <p:cNvSpPr txBox="1"/>
          <p:nvPr/>
        </p:nvSpPr>
        <p:spPr>
          <a:xfrm>
            <a:off x="-251425" y="2986875"/>
            <a:ext cx="2129700" cy="15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=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P1 , : , M1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P2 , : , M1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P3 , : , M1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P4 , : , M1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∅ , : , M1 , ∅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32" name="Google Shape;532;p27"/>
          <p:cNvSpPr txBox="1"/>
          <p:nvPr/>
        </p:nvSpPr>
        <p:spPr>
          <a:xfrm>
            <a:off x="2211925" y="3030650"/>
            <a:ext cx="2129700" cy="15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=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∅ , ∅ , M1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graphicFrame>
        <p:nvGraphicFramePr>
          <p:cNvPr id="533" name="Google Shape;533;p27"/>
          <p:cNvGraphicFramePr/>
          <p:nvPr/>
        </p:nvGraphicFramePr>
        <p:xfrm>
          <a:off x="4701563" y="299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{7521E79A-4CBD-455C-A84E-DE38A83BF1C4}</a:tableStyleId>
              </a:tblPr>
              <a:tblGrid>
                <a:gridCol w="792000"/>
                <a:gridCol w="792000"/>
                <a:gridCol w="792000"/>
                <a:gridCol w="792000"/>
                <a:gridCol w="792000"/>
              </a:tblGrid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Inflow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Input layer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(input sub-layer)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Outflow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Output layer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C</a:t>
                      </a:r>
                      <a:r>
                        <a:rPr lang="en-GB" sz="800"/>
                        <a:t>*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F2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M</a:t>
                      </a:r>
                      <a:r>
                        <a:rPr lang="en-GB" sz="800"/>
                        <a:t>*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Google Shape;534;p27"/>
          <p:cNvGraphicFramePr/>
          <p:nvPr/>
        </p:nvGraphicFramePr>
        <p:xfrm>
          <a:off x="4701563" y="2513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{7521E79A-4CBD-455C-A84E-DE38A83BF1C4}</a:tableStyleId>
              </a:tblPr>
              <a:tblGrid>
                <a:gridCol w="792000"/>
                <a:gridCol w="792000"/>
                <a:gridCol w="792000"/>
                <a:gridCol w="792000"/>
                <a:gridCol w="792000"/>
              </a:tblGrid>
              <a:tr h="152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Inflow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Input layer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(input sub-layer)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Outflow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Output layer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C</a:t>
                      </a:r>
                      <a:r>
                        <a:rPr lang="en-GB" sz="800"/>
                        <a:t>*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F2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E</a:t>
                      </a:r>
                      <a:r>
                        <a:rPr lang="en-GB" sz="800"/>
                        <a:t>*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35" name="Google Shape;535;p27"/>
          <p:cNvSpPr txBox="1"/>
          <p:nvPr/>
        </p:nvSpPr>
        <p:spPr>
          <a:xfrm>
            <a:off x="4396775" y="700875"/>
            <a:ext cx="2129700" cy="15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=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P1 , C*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P2 , C*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P3 , C*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P4 , C*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∅ , C* , ∅ , ∅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36" name="Google Shape;536;p27"/>
          <p:cNvSpPr txBox="1"/>
          <p:nvPr/>
        </p:nvSpPr>
        <p:spPr>
          <a:xfrm>
            <a:off x="6758975" y="700875"/>
            <a:ext cx="2129700" cy="15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=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∅ , C* , ∅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37" name="Google Shape;537;p27"/>
          <p:cNvSpPr txBox="1"/>
          <p:nvPr/>
        </p:nvSpPr>
        <p:spPr>
          <a:xfrm>
            <a:off x="4472975" y="2986875"/>
            <a:ext cx="2129700" cy="15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=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P1 , : , M*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P2 , : , M*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P3 , : , M*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P4 , : , M*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∅ , : , M* , ∅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38" name="Google Shape;538;p27"/>
          <p:cNvSpPr txBox="1"/>
          <p:nvPr/>
        </p:nvSpPr>
        <p:spPr>
          <a:xfrm>
            <a:off x="6860125" y="3030650"/>
            <a:ext cx="2129700" cy="15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=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F1, ∅ , ∅ , M* , ∅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539" name="Google Shape;539;p27"/>
          <p:cNvCxnSpPr/>
          <p:nvPr/>
        </p:nvCxnSpPr>
        <p:spPr>
          <a:xfrm>
            <a:off x="4292425" y="123350"/>
            <a:ext cx="3600" cy="4773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4" name="Google Shape;544;p28"/>
          <p:cNvGraphicFramePr/>
          <p:nvPr/>
        </p:nvGraphicFramePr>
        <p:xfrm>
          <a:off x="53363" y="299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{7521E79A-4CBD-455C-A84E-DE38A83BF1C4}</a:tableStyleId>
              </a:tblPr>
              <a:tblGrid>
                <a:gridCol w="903725"/>
                <a:gridCol w="903725"/>
                <a:gridCol w="903725"/>
                <a:gridCol w="903725"/>
                <a:gridCol w="903725"/>
              </a:tblGrid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Inflow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Input layer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(input sub-layer)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Outflow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Output layer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P*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F2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M</a:t>
                      </a:r>
                      <a:r>
                        <a:rPr lang="en-GB" sz="800"/>
                        <a:t>1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F1</a:t>
                      </a:r>
                      <a:endParaRPr sz="800"/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C*</a:t>
                      </a:r>
                      <a:endParaRPr sz="800"/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F2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M</a:t>
                      </a:r>
                      <a:r>
                        <a:rPr lang="en-GB" sz="800"/>
                        <a:t>1</a:t>
                      </a:r>
                      <a:endParaRPr sz="800"/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9" name="Google Shape;549;p29"/>
          <p:cNvCxnSpPr/>
          <p:nvPr/>
        </p:nvCxnSpPr>
        <p:spPr>
          <a:xfrm flipH="1" rot="10800000">
            <a:off x="4275363" y="2005200"/>
            <a:ext cx="1482000" cy="12633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50" name="Google Shape;550;p29"/>
          <p:cNvSpPr/>
          <p:nvPr/>
        </p:nvSpPr>
        <p:spPr>
          <a:xfrm>
            <a:off x="697351" y="1967225"/>
            <a:ext cx="312600" cy="2970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P2</a:t>
            </a:r>
            <a:endParaRPr sz="1000"/>
          </a:p>
        </p:txBody>
      </p:sp>
      <p:sp>
        <p:nvSpPr>
          <p:cNvPr id="551" name="Google Shape;551;p29"/>
          <p:cNvSpPr/>
          <p:nvPr/>
        </p:nvSpPr>
        <p:spPr>
          <a:xfrm>
            <a:off x="296376" y="2500625"/>
            <a:ext cx="312600" cy="297000"/>
          </a:xfrm>
          <a:prstGeom prst="ellipse">
            <a:avLst/>
          </a:prstGeom>
          <a:solidFill>
            <a:srgbClr val="DD7E6B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C1</a:t>
            </a:r>
            <a:endParaRPr sz="1000"/>
          </a:p>
        </p:txBody>
      </p:sp>
      <p:sp>
        <p:nvSpPr>
          <p:cNvPr id="552" name="Google Shape;552;p29"/>
          <p:cNvSpPr/>
          <p:nvPr/>
        </p:nvSpPr>
        <p:spPr>
          <a:xfrm>
            <a:off x="697351" y="2500625"/>
            <a:ext cx="312600" cy="297000"/>
          </a:xfrm>
          <a:prstGeom prst="ellipse">
            <a:avLst/>
          </a:prstGeom>
          <a:solidFill>
            <a:srgbClr val="DD7E6B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C2</a:t>
            </a:r>
            <a:endParaRPr sz="1000"/>
          </a:p>
        </p:txBody>
      </p:sp>
      <p:sp>
        <p:nvSpPr>
          <p:cNvPr id="553" name="Google Shape;553;p29"/>
          <p:cNvSpPr/>
          <p:nvPr/>
        </p:nvSpPr>
        <p:spPr>
          <a:xfrm>
            <a:off x="296376" y="2999825"/>
            <a:ext cx="312600" cy="2970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M1</a:t>
            </a:r>
            <a:endParaRPr sz="1000"/>
          </a:p>
        </p:txBody>
      </p:sp>
      <p:sp>
        <p:nvSpPr>
          <p:cNvPr id="554" name="Google Shape;554;p29"/>
          <p:cNvSpPr/>
          <p:nvPr/>
        </p:nvSpPr>
        <p:spPr>
          <a:xfrm>
            <a:off x="311251" y="3491213"/>
            <a:ext cx="312600" cy="2970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E1</a:t>
            </a:r>
            <a:endParaRPr sz="1000"/>
          </a:p>
        </p:txBody>
      </p:sp>
      <p:sp>
        <p:nvSpPr>
          <p:cNvPr id="555" name="Google Shape;555;p29"/>
          <p:cNvSpPr/>
          <p:nvPr/>
        </p:nvSpPr>
        <p:spPr>
          <a:xfrm>
            <a:off x="741151" y="3491213"/>
            <a:ext cx="312600" cy="2970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E2</a:t>
            </a:r>
            <a:endParaRPr sz="1000"/>
          </a:p>
        </p:txBody>
      </p:sp>
      <p:cxnSp>
        <p:nvCxnSpPr>
          <p:cNvPr id="556" name="Google Shape;556;p29"/>
          <p:cNvCxnSpPr>
            <a:stCxn id="550" idx="4"/>
            <a:endCxn id="551" idx="0"/>
          </p:cNvCxnSpPr>
          <p:nvPr/>
        </p:nvCxnSpPr>
        <p:spPr>
          <a:xfrm flipH="1">
            <a:off x="452551" y="2264225"/>
            <a:ext cx="401100" cy="236400"/>
          </a:xfrm>
          <a:prstGeom prst="straightConnector1">
            <a:avLst/>
          </a:prstGeom>
          <a:noFill/>
          <a:ln cap="flat" cmpd="sng" w="9525">
            <a:solidFill>
              <a:srgbClr val="CC412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7" name="Google Shape;557;p29"/>
          <p:cNvCxnSpPr>
            <a:stCxn id="552" idx="4"/>
            <a:endCxn id="553" idx="0"/>
          </p:cNvCxnSpPr>
          <p:nvPr/>
        </p:nvCxnSpPr>
        <p:spPr>
          <a:xfrm flipH="1">
            <a:off x="452551" y="2797625"/>
            <a:ext cx="401100" cy="202200"/>
          </a:xfrm>
          <a:prstGeom prst="straightConnector1">
            <a:avLst/>
          </a:prstGeom>
          <a:noFill/>
          <a:ln cap="flat" cmpd="sng" w="9525">
            <a:solidFill>
              <a:srgbClr val="8E7CC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8" name="Google Shape;558;p29"/>
          <p:cNvCxnSpPr>
            <a:stCxn id="553" idx="4"/>
            <a:endCxn id="554" idx="0"/>
          </p:cNvCxnSpPr>
          <p:nvPr/>
        </p:nvCxnSpPr>
        <p:spPr>
          <a:xfrm>
            <a:off x="452676" y="3296825"/>
            <a:ext cx="15000" cy="1944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9" name="Google Shape;559;p29"/>
          <p:cNvCxnSpPr>
            <a:stCxn id="550" idx="4"/>
            <a:endCxn id="552" idx="0"/>
          </p:cNvCxnSpPr>
          <p:nvPr/>
        </p:nvCxnSpPr>
        <p:spPr>
          <a:xfrm>
            <a:off x="853651" y="2264225"/>
            <a:ext cx="0" cy="236400"/>
          </a:xfrm>
          <a:prstGeom prst="straightConnector1">
            <a:avLst/>
          </a:prstGeom>
          <a:noFill/>
          <a:ln cap="flat" cmpd="sng" w="9525">
            <a:solidFill>
              <a:srgbClr val="CC412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0" name="Google Shape;560;p29"/>
          <p:cNvCxnSpPr>
            <a:stCxn id="561" idx="5"/>
            <a:endCxn id="554" idx="0"/>
          </p:cNvCxnSpPr>
          <p:nvPr/>
        </p:nvCxnSpPr>
        <p:spPr>
          <a:xfrm flipH="1">
            <a:off x="467546" y="3253330"/>
            <a:ext cx="498900" cy="2379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2" name="Google Shape;562;p29"/>
          <p:cNvCxnSpPr>
            <a:stCxn id="553" idx="4"/>
            <a:endCxn id="555" idx="0"/>
          </p:cNvCxnSpPr>
          <p:nvPr/>
        </p:nvCxnSpPr>
        <p:spPr>
          <a:xfrm>
            <a:off x="452676" y="3296825"/>
            <a:ext cx="444900" cy="1944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3" name="Google Shape;563;p29"/>
          <p:cNvCxnSpPr>
            <a:stCxn id="561" idx="4"/>
            <a:endCxn id="555" idx="0"/>
          </p:cNvCxnSpPr>
          <p:nvPr/>
        </p:nvCxnSpPr>
        <p:spPr>
          <a:xfrm>
            <a:off x="855926" y="3296825"/>
            <a:ext cx="41400" cy="1944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4" name="Google Shape;564;p29"/>
          <p:cNvSpPr/>
          <p:nvPr/>
        </p:nvSpPr>
        <p:spPr>
          <a:xfrm>
            <a:off x="1338158" y="1303500"/>
            <a:ext cx="482700" cy="447900"/>
          </a:xfrm>
          <a:prstGeom prst="rect">
            <a:avLst/>
          </a:prstGeom>
          <a:solidFill>
            <a:srgbClr val="F6B26B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T1</a:t>
            </a:r>
            <a:endParaRPr/>
          </a:p>
        </p:txBody>
      </p:sp>
      <p:cxnSp>
        <p:nvCxnSpPr>
          <p:cNvPr id="565" name="Google Shape;565;p29"/>
          <p:cNvCxnSpPr>
            <a:stCxn id="566" idx="6"/>
            <a:endCxn id="564" idx="1"/>
          </p:cNvCxnSpPr>
          <p:nvPr/>
        </p:nvCxnSpPr>
        <p:spPr>
          <a:xfrm>
            <a:off x="793076" y="1527450"/>
            <a:ext cx="545100" cy="600"/>
          </a:xfrm>
          <a:prstGeom prst="bentConnector3">
            <a:avLst>
              <a:gd fmla="val 49998" name="adj1"/>
            </a:avLst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67" name="Google Shape;567;p29"/>
          <p:cNvSpPr/>
          <p:nvPr/>
        </p:nvSpPr>
        <p:spPr>
          <a:xfrm>
            <a:off x="4197646" y="186875"/>
            <a:ext cx="482700" cy="447900"/>
          </a:xfrm>
          <a:prstGeom prst="rect">
            <a:avLst/>
          </a:prstGeom>
          <a:solidFill>
            <a:srgbClr val="F6B26B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T2</a:t>
            </a:r>
            <a:endParaRPr/>
          </a:p>
        </p:txBody>
      </p:sp>
      <p:cxnSp>
        <p:nvCxnSpPr>
          <p:cNvPr id="568" name="Google Shape;568;p29"/>
          <p:cNvCxnSpPr>
            <a:stCxn id="564" idx="3"/>
            <a:endCxn id="569" idx="2"/>
          </p:cNvCxnSpPr>
          <p:nvPr/>
        </p:nvCxnSpPr>
        <p:spPr>
          <a:xfrm flipH="1" rot="10800000">
            <a:off x="1820858" y="416850"/>
            <a:ext cx="1754100" cy="1110600"/>
          </a:xfrm>
          <a:prstGeom prst="bentConnector3">
            <a:avLst>
              <a:gd fmla="val 50002" name="adj1"/>
            </a:avLst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70" name="Google Shape;570;p29"/>
          <p:cNvSpPr/>
          <p:nvPr/>
        </p:nvSpPr>
        <p:spPr>
          <a:xfrm>
            <a:off x="7266996" y="205188"/>
            <a:ext cx="482700" cy="447900"/>
          </a:xfrm>
          <a:prstGeom prst="rect">
            <a:avLst/>
          </a:prstGeom>
          <a:solidFill>
            <a:srgbClr val="F6B26B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T3</a:t>
            </a:r>
            <a:endParaRPr/>
          </a:p>
        </p:txBody>
      </p:sp>
      <p:sp>
        <p:nvSpPr>
          <p:cNvPr id="571" name="Google Shape;571;p29"/>
          <p:cNvSpPr/>
          <p:nvPr/>
        </p:nvSpPr>
        <p:spPr>
          <a:xfrm>
            <a:off x="7266996" y="1795938"/>
            <a:ext cx="482700" cy="447900"/>
          </a:xfrm>
          <a:prstGeom prst="rect">
            <a:avLst/>
          </a:prstGeom>
          <a:solidFill>
            <a:srgbClr val="F6B26B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T4</a:t>
            </a:r>
            <a:endParaRPr/>
          </a:p>
        </p:txBody>
      </p:sp>
      <p:sp>
        <p:nvSpPr>
          <p:cNvPr id="572" name="Google Shape;572;p29"/>
          <p:cNvSpPr/>
          <p:nvPr/>
        </p:nvSpPr>
        <p:spPr>
          <a:xfrm>
            <a:off x="310076" y="1967225"/>
            <a:ext cx="312600" cy="297000"/>
          </a:xfrm>
          <a:prstGeom prst="ellipse">
            <a:avLst/>
          </a:prstGeom>
          <a:solidFill>
            <a:srgbClr val="A4C2F4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P1</a:t>
            </a:r>
            <a:endParaRPr sz="1000"/>
          </a:p>
        </p:txBody>
      </p:sp>
      <p:cxnSp>
        <p:nvCxnSpPr>
          <p:cNvPr id="573" name="Google Shape;573;p29"/>
          <p:cNvCxnSpPr>
            <a:stCxn id="572" idx="4"/>
            <a:endCxn id="551" idx="0"/>
          </p:cNvCxnSpPr>
          <p:nvPr/>
        </p:nvCxnSpPr>
        <p:spPr>
          <a:xfrm flipH="1">
            <a:off x="452576" y="2264225"/>
            <a:ext cx="13800" cy="236400"/>
          </a:xfrm>
          <a:prstGeom prst="straightConnector1">
            <a:avLst/>
          </a:prstGeom>
          <a:noFill/>
          <a:ln cap="flat" cmpd="sng" w="9525">
            <a:solidFill>
              <a:srgbClr val="CC412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4" name="Google Shape;574;p29"/>
          <p:cNvCxnSpPr>
            <a:stCxn id="572" idx="4"/>
            <a:endCxn id="552" idx="0"/>
          </p:cNvCxnSpPr>
          <p:nvPr/>
        </p:nvCxnSpPr>
        <p:spPr>
          <a:xfrm>
            <a:off x="466376" y="2264225"/>
            <a:ext cx="387300" cy="236400"/>
          </a:xfrm>
          <a:prstGeom prst="straightConnector1">
            <a:avLst/>
          </a:prstGeom>
          <a:noFill/>
          <a:ln cap="flat" cmpd="sng" w="9525">
            <a:solidFill>
              <a:srgbClr val="CC412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5" name="Google Shape;575;p29"/>
          <p:cNvCxnSpPr>
            <a:stCxn id="551" idx="4"/>
            <a:endCxn id="553" idx="0"/>
          </p:cNvCxnSpPr>
          <p:nvPr/>
        </p:nvCxnSpPr>
        <p:spPr>
          <a:xfrm>
            <a:off x="452676" y="2797625"/>
            <a:ext cx="0" cy="202200"/>
          </a:xfrm>
          <a:prstGeom prst="straightConnector1">
            <a:avLst/>
          </a:prstGeom>
          <a:noFill/>
          <a:ln cap="flat" cmpd="sng" w="9525">
            <a:solidFill>
              <a:srgbClr val="8E7CC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6" name="Google Shape;566;p29"/>
          <p:cNvSpPr/>
          <p:nvPr/>
        </p:nvSpPr>
        <p:spPr>
          <a:xfrm>
            <a:off x="480476" y="1378950"/>
            <a:ext cx="312600" cy="297000"/>
          </a:xfrm>
          <a:prstGeom prst="ellipse">
            <a:avLst/>
          </a:prstGeom>
          <a:solidFill>
            <a:srgbClr val="43434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</a:endParaRPr>
          </a:p>
        </p:txBody>
      </p:sp>
      <p:cxnSp>
        <p:nvCxnSpPr>
          <p:cNvPr id="576" name="Google Shape;576;p29"/>
          <p:cNvCxnSpPr>
            <a:stCxn id="566" idx="4"/>
            <a:endCxn id="572" idx="0"/>
          </p:cNvCxnSpPr>
          <p:nvPr/>
        </p:nvCxnSpPr>
        <p:spPr>
          <a:xfrm flipH="1">
            <a:off x="466376" y="1675950"/>
            <a:ext cx="170400" cy="291300"/>
          </a:xfrm>
          <a:prstGeom prst="straightConnector1">
            <a:avLst/>
          </a:prstGeom>
          <a:noFill/>
          <a:ln cap="flat" cmpd="sng" w="9525">
            <a:solidFill>
              <a:srgbClr val="3D85C6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77" name="Google Shape;577;p29"/>
          <p:cNvCxnSpPr>
            <a:stCxn id="566" idx="4"/>
            <a:endCxn id="550" idx="0"/>
          </p:cNvCxnSpPr>
          <p:nvPr/>
        </p:nvCxnSpPr>
        <p:spPr>
          <a:xfrm>
            <a:off x="636776" y="1675950"/>
            <a:ext cx="216900" cy="291300"/>
          </a:xfrm>
          <a:prstGeom prst="straightConnector1">
            <a:avLst/>
          </a:prstGeom>
          <a:noFill/>
          <a:ln cap="flat" cmpd="sng" w="9525">
            <a:solidFill>
              <a:srgbClr val="3D85C6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69" name="Google Shape;569;p29"/>
          <p:cNvSpPr/>
          <p:nvPr/>
        </p:nvSpPr>
        <p:spPr>
          <a:xfrm>
            <a:off x="3575038" y="268463"/>
            <a:ext cx="312600" cy="297000"/>
          </a:xfrm>
          <a:prstGeom prst="ellipse">
            <a:avLst/>
          </a:prstGeom>
          <a:solidFill>
            <a:srgbClr val="43434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</a:endParaRPr>
          </a:p>
        </p:txBody>
      </p:sp>
      <p:cxnSp>
        <p:nvCxnSpPr>
          <p:cNvPr id="578" name="Google Shape;578;p29"/>
          <p:cNvCxnSpPr>
            <a:stCxn id="569" idx="6"/>
            <a:endCxn id="567" idx="1"/>
          </p:cNvCxnSpPr>
          <p:nvPr/>
        </p:nvCxnSpPr>
        <p:spPr>
          <a:xfrm flipH="1" rot="10800000">
            <a:off x="3887638" y="410963"/>
            <a:ext cx="309900" cy="60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79" name="Google Shape;579;p29"/>
          <p:cNvSpPr/>
          <p:nvPr/>
        </p:nvSpPr>
        <p:spPr>
          <a:xfrm>
            <a:off x="6492163" y="280063"/>
            <a:ext cx="312600" cy="297000"/>
          </a:xfrm>
          <a:prstGeom prst="ellipse">
            <a:avLst/>
          </a:prstGeom>
          <a:solidFill>
            <a:srgbClr val="43434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580" name="Google Shape;580;p29"/>
          <p:cNvSpPr/>
          <p:nvPr/>
        </p:nvSpPr>
        <p:spPr>
          <a:xfrm>
            <a:off x="5429876" y="1879938"/>
            <a:ext cx="312600" cy="297000"/>
          </a:xfrm>
          <a:prstGeom prst="ellipse">
            <a:avLst/>
          </a:prstGeom>
          <a:solidFill>
            <a:srgbClr val="43434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</a:endParaRPr>
          </a:p>
        </p:txBody>
      </p:sp>
      <p:cxnSp>
        <p:nvCxnSpPr>
          <p:cNvPr id="581" name="Google Shape;581;p29"/>
          <p:cNvCxnSpPr>
            <a:stCxn id="567" idx="3"/>
            <a:endCxn id="579" idx="2"/>
          </p:cNvCxnSpPr>
          <p:nvPr/>
        </p:nvCxnSpPr>
        <p:spPr>
          <a:xfrm>
            <a:off x="4680346" y="410825"/>
            <a:ext cx="1811700" cy="17700"/>
          </a:xfrm>
          <a:prstGeom prst="bentConnector3">
            <a:avLst>
              <a:gd fmla="val 50003" name="adj1"/>
            </a:avLst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82" name="Google Shape;582;p29"/>
          <p:cNvCxnSpPr>
            <a:stCxn id="579" idx="6"/>
            <a:endCxn id="570" idx="1"/>
          </p:cNvCxnSpPr>
          <p:nvPr/>
        </p:nvCxnSpPr>
        <p:spPr>
          <a:xfrm>
            <a:off x="6804763" y="428563"/>
            <a:ext cx="462300" cy="600"/>
          </a:xfrm>
          <a:prstGeom prst="bentConnector3">
            <a:avLst>
              <a:gd fmla="val 49993" name="adj1"/>
            </a:avLst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83" name="Google Shape;583;p29"/>
          <p:cNvCxnSpPr>
            <a:stCxn id="580" idx="6"/>
            <a:endCxn id="571" idx="1"/>
          </p:cNvCxnSpPr>
          <p:nvPr/>
        </p:nvCxnSpPr>
        <p:spPr>
          <a:xfrm flipH="1" rot="10800000">
            <a:off x="5742476" y="2020038"/>
            <a:ext cx="1524600" cy="8400"/>
          </a:xfrm>
          <a:prstGeom prst="bentConnector3">
            <a:avLst>
              <a:gd fmla="val 49997" name="adj1"/>
            </a:avLst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84" name="Google Shape;584;p29"/>
          <p:cNvSpPr/>
          <p:nvPr/>
        </p:nvSpPr>
        <p:spPr>
          <a:xfrm>
            <a:off x="8285251" y="754950"/>
            <a:ext cx="312600" cy="2970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E1</a:t>
            </a:r>
            <a:endParaRPr sz="1000"/>
          </a:p>
        </p:txBody>
      </p:sp>
      <p:sp>
        <p:nvSpPr>
          <p:cNvPr id="585" name="Google Shape;585;p29"/>
          <p:cNvSpPr/>
          <p:nvPr/>
        </p:nvSpPr>
        <p:spPr>
          <a:xfrm>
            <a:off x="8715151" y="754950"/>
            <a:ext cx="312600" cy="2970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E2</a:t>
            </a:r>
            <a:endParaRPr sz="1000"/>
          </a:p>
        </p:txBody>
      </p:sp>
      <p:cxnSp>
        <p:nvCxnSpPr>
          <p:cNvPr id="586" name="Google Shape;586;p29"/>
          <p:cNvCxnSpPr>
            <a:stCxn id="587" idx="4"/>
            <a:endCxn id="584" idx="0"/>
          </p:cNvCxnSpPr>
          <p:nvPr/>
        </p:nvCxnSpPr>
        <p:spPr>
          <a:xfrm flipH="1">
            <a:off x="8441701" y="574775"/>
            <a:ext cx="214800" cy="1803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8" name="Google Shape;588;p29"/>
          <p:cNvCxnSpPr>
            <a:stCxn id="587" idx="4"/>
            <a:endCxn id="585" idx="0"/>
          </p:cNvCxnSpPr>
          <p:nvPr/>
        </p:nvCxnSpPr>
        <p:spPr>
          <a:xfrm>
            <a:off x="8656501" y="574775"/>
            <a:ext cx="215100" cy="1803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7" name="Google Shape;587;p29"/>
          <p:cNvSpPr/>
          <p:nvPr/>
        </p:nvSpPr>
        <p:spPr>
          <a:xfrm>
            <a:off x="8500201" y="277775"/>
            <a:ext cx="312600" cy="297000"/>
          </a:xfrm>
          <a:prstGeom prst="ellipse">
            <a:avLst/>
          </a:prstGeom>
          <a:solidFill>
            <a:srgbClr val="43434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</a:endParaRPr>
          </a:p>
        </p:txBody>
      </p:sp>
      <p:sp>
        <p:nvSpPr>
          <p:cNvPr id="589" name="Google Shape;589;p29"/>
          <p:cNvSpPr/>
          <p:nvPr/>
        </p:nvSpPr>
        <p:spPr>
          <a:xfrm>
            <a:off x="8285276" y="2346000"/>
            <a:ext cx="312600" cy="2970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E1</a:t>
            </a:r>
            <a:endParaRPr sz="1000"/>
          </a:p>
        </p:txBody>
      </p:sp>
      <p:sp>
        <p:nvSpPr>
          <p:cNvPr id="590" name="Google Shape;590;p29"/>
          <p:cNvSpPr/>
          <p:nvPr/>
        </p:nvSpPr>
        <p:spPr>
          <a:xfrm>
            <a:off x="8715176" y="2346000"/>
            <a:ext cx="312600" cy="2970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E2</a:t>
            </a:r>
            <a:endParaRPr sz="1000"/>
          </a:p>
        </p:txBody>
      </p:sp>
      <p:cxnSp>
        <p:nvCxnSpPr>
          <p:cNvPr id="591" name="Google Shape;591;p29"/>
          <p:cNvCxnSpPr>
            <a:stCxn id="592" idx="4"/>
            <a:endCxn id="589" idx="0"/>
          </p:cNvCxnSpPr>
          <p:nvPr/>
        </p:nvCxnSpPr>
        <p:spPr>
          <a:xfrm flipH="1">
            <a:off x="8441726" y="2165825"/>
            <a:ext cx="214800" cy="1803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3" name="Google Shape;593;p29"/>
          <p:cNvCxnSpPr>
            <a:stCxn id="592" idx="4"/>
            <a:endCxn id="590" idx="0"/>
          </p:cNvCxnSpPr>
          <p:nvPr/>
        </p:nvCxnSpPr>
        <p:spPr>
          <a:xfrm>
            <a:off x="8656526" y="2165825"/>
            <a:ext cx="215100" cy="1803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2" name="Google Shape;592;p29"/>
          <p:cNvSpPr/>
          <p:nvPr/>
        </p:nvSpPr>
        <p:spPr>
          <a:xfrm>
            <a:off x="8500226" y="1868825"/>
            <a:ext cx="312600" cy="297000"/>
          </a:xfrm>
          <a:prstGeom prst="ellipse">
            <a:avLst/>
          </a:prstGeom>
          <a:solidFill>
            <a:srgbClr val="43434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</a:endParaRPr>
          </a:p>
        </p:txBody>
      </p:sp>
      <p:cxnSp>
        <p:nvCxnSpPr>
          <p:cNvPr id="594" name="Google Shape;594;p29"/>
          <p:cNvCxnSpPr>
            <a:stCxn id="570" idx="3"/>
            <a:endCxn id="587" idx="2"/>
          </p:cNvCxnSpPr>
          <p:nvPr/>
        </p:nvCxnSpPr>
        <p:spPr>
          <a:xfrm flipH="1" rot="10800000">
            <a:off x="7749696" y="426138"/>
            <a:ext cx="750600" cy="3000"/>
          </a:xfrm>
          <a:prstGeom prst="straightConnector1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95" name="Google Shape;595;p29"/>
          <p:cNvCxnSpPr>
            <a:stCxn id="571" idx="3"/>
            <a:endCxn id="592" idx="2"/>
          </p:cNvCxnSpPr>
          <p:nvPr/>
        </p:nvCxnSpPr>
        <p:spPr>
          <a:xfrm flipH="1" rot="10800000">
            <a:off x="7749696" y="2017188"/>
            <a:ext cx="750600" cy="2700"/>
          </a:xfrm>
          <a:prstGeom prst="bentConnector3">
            <a:avLst>
              <a:gd fmla="val 49995" name="adj1"/>
            </a:avLst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96" name="Google Shape;596;p29"/>
          <p:cNvSpPr txBox="1"/>
          <p:nvPr/>
        </p:nvSpPr>
        <p:spPr>
          <a:xfrm>
            <a:off x="424500" y="1328350"/>
            <a:ext cx="4011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FFFFF"/>
                </a:solidFill>
              </a:rPr>
              <a:t>F1</a:t>
            </a:r>
            <a:endParaRPr b="1" baseline="-25000" sz="1000">
              <a:solidFill>
                <a:srgbClr val="FFFFFF"/>
              </a:solidFill>
            </a:endParaRPr>
          </a:p>
        </p:txBody>
      </p:sp>
      <p:sp>
        <p:nvSpPr>
          <p:cNvPr id="597" name="Google Shape;597;p29"/>
          <p:cNvSpPr txBox="1"/>
          <p:nvPr/>
        </p:nvSpPr>
        <p:spPr>
          <a:xfrm>
            <a:off x="3497650" y="195575"/>
            <a:ext cx="4674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FFFFF"/>
                </a:solidFill>
              </a:rPr>
              <a:t>F2</a:t>
            </a:r>
            <a:endParaRPr b="1" baseline="-25000" sz="1000">
              <a:solidFill>
                <a:srgbClr val="FFFFFF"/>
              </a:solidFill>
            </a:endParaRPr>
          </a:p>
        </p:txBody>
      </p:sp>
      <p:sp>
        <p:nvSpPr>
          <p:cNvPr id="598" name="Google Shape;598;p29"/>
          <p:cNvSpPr txBox="1"/>
          <p:nvPr/>
        </p:nvSpPr>
        <p:spPr>
          <a:xfrm>
            <a:off x="6414775" y="207175"/>
            <a:ext cx="4674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FFFFF"/>
                </a:solidFill>
              </a:rPr>
              <a:t>F3</a:t>
            </a:r>
            <a:endParaRPr b="1" baseline="-25000" sz="1000">
              <a:solidFill>
                <a:srgbClr val="FFFFFF"/>
              </a:solidFill>
            </a:endParaRPr>
          </a:p>
        </p:txBody>
      </p:sp>
      <p:sp>
        <p:nvSpPr>
          <p:cNvPr id="599" name="Google Shape;599;p29"/>
          <p:cNvSpPr txBox="1"/>
          <p:nvPr/>
        </p:nvSpPr>
        <p:spPr>
          <a:xfrm>
            <a:off x="8422813" y="204888"/>
            <a:ext cx="4674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FFFFF"/>
                </a:solidFill>
              </a:rPr>
              <a:t>F5</a:t>
            </a:r>
            <a:endParaRPr b="1" baseline="-25000" sz="1000">
              <a:solidFill>
                <a:srgbClr val="FFFFFF"/>
              </a:solidFill>
            </a:endParaRPr>
          </a:p>
        </p:txBody>
      </p:sp>
      <p:sp>
        <p:nvSpPr>
          <p:cNvPr id="600" name="Google Shape;600;p29"/>
          <p:cNvSpPr txBox="1"/>
          <p:nvPr/>
        </p:nvSpPr>
        <p:spPr>
          <a:xfrm>
            <a:off x="8422838" y="1795938"/>
            <a:ext cx="4674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FFFFF"/>
                </a:solidFill>
              </a:rPr>
              <a:t>F6</a:t>
            </a:r>
            <a:endParaRPr b="1" baseline="-25000" sz="1000">
              <a:solidFill>
                <a:srgbClr val="FFFFFF"/>
              </a:solidFill>
            </a:endParaRPr>
          </a:p>
        </p:txBody>
      </p:sp>
      <p:sp>
        <p:nvSpPr>
          <p:cNvPr id="601" name="Google Shape;601;p29"/>
          <p:cNvSpPr txBox="1"/>
          <p:nvPr/>
        </p:nvSpPr>
        <p:spPr>
          <a:xfrm>
            <a:off x="5352488" y="1807050"/>
            <a:ext cx="4674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FFFFF"/>
                </a:solidFill>
              </a:rPr>
              <a:t>F4</a:t>
            </a:r>
            <a:endParaRPr b="1" baseline="-25000" sz="1000">
              <a:solidFill>
                <a:srgbClr val="FFFFFF"/>
              </a:solidFill>
            </a:endParaRPr>
          </a:p>
        </p:txBody>
      </p:sp>
      <p:cxnSp>
        <p:nvCxnSpPr>
          <p:cNvPr id="602" name="Google Shape;602;p29"/>
          <p:cNvCxnSpPr>
            <a:stCxn id="564" idx="3"/>
          </p:cNvCxnSpPr>
          <p:nvPr/>
        </p:nvCxnSpPr>
        <p:spPr>
          <a:xfrm>
            <a:off x="1820858" y="1527450"/>
            <a:ext cx="2487600" cy="1742100"/>
          </a:xfrm>
          <a:prstGeom prst="bentConnector3">
            <a:avLst>
              <a:gd fmla="val 35694" name="adj1"/>
            </a:avLst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61" name="Google Shape;561;p29"/>
          <p:cNvSpPr/>
          <p:nvPr/>
        </p:nvSpPr>
        <p:spPr>
          <a:xfrm>
            <a:off x="699626" y="2999825"/>
            <a:ext cx="312600" cy="2970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M2</a:t>
            </a:r>
            <a:endParaRPr sz="1000"/>
          </a:p>
        </p:txBody>
      </p:sp>
      <p:cxnSp>
        <p:nvCxnSpPr>
          <p:cNvPr id="603" name="Google Shape;603;p29"/>
          <p:cNvCxnSpPr>
            <a:stCxn id="552" idx="4"/>
            <a:endCxn id="561" idx="0"/>
          </p:cNvCxnSpPr>
          <p:nvPr/>
        </p:nvCxnSpPr>
        <p:spPr>
          <a:xfrm>
            <a:off x="853651" y="2797625"/>
            <a:ext cx="2400" cy="202200"/>
          </a:xfrm>
          <a:prstGeom prst="straightConnector1">
            <a:avLst/>
          </a:prstGeom>
          <a:noFill/>
          <a:ln cap="flat" cmpd="sng" w="9525">
            <a:solidFill>
              <a:srgbClr val="8E7CC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4" name="Google Shape;604;p29"/>
          <p:cNvCxnSpPr>
            <a:stCxn id="551" idx="4"/>
            <a:endCxn id="561" idx="0"/>
          </p:cNvCxnSpPr>
          <p:nvPr/>
        </p:nvCxnSpPr>
        <p:spPr>
          <a:xfrm>
            <a:off x="452676" y="2797625"/>
            <a:ext cx="403200" cy="202200"/>
          </a:xfrm>
          <a:prstGeom prst="straightConnector1">
            <a:avLst/>
          </a:prstGeom>
          <a:noFill/>
          <a:ln cap="flat" cmpd="sng" w="9525">
            <a:solidFill>
              <a:srgbClr val="8E7CC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5" name="Google Shape;605;p29"/>
          <p:cNvSpPr/>
          <p:nvPr/>
        </p:nvSpPr>
        <p:spPr>
          <a:xfrm>
            <a:off x="3372363" y="877200"/>
            <a:ext cx="312600" cy="297000"/>
          </a:xfrm>
          <a:prstGeom prst="ellipse">
            <a:avLst/>
          </a:prstGeom>
          <a:solidFill>
            <a:srgbClr val="DD7E6B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C1</a:t>
            </a:r>
            <a:endParaRPr sz="1000"/>
          </a:p>
        </p:txBody>
      </p:sp>
      <p:sp>
        <p:nvSpPr>
          <p:cNvPr id="606" name="Google Shape;606;p29"/>
          <p:cNvSpPr/>
          <p:nvPr/>
        </p:nvSpPr>
        <p:spPr>
          <a:xfrm>
            <a:off x="3773338" y="877200"/>
            <a:ext cx="312600" cy="297000"/>
          </a:xfrm>
          <a:prstGeom prst="ellipse">
            <a:avLst/>
          </a:prstGeom>
          <a:solidFill>
            <a:srgbClr val="DD7E6B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C2</a:t>
            </a:r>
            <a:endParaRPr sz="1000"/>
          </a:p>
        </p:txBody>
      </p:sp>
      <p:sp>
        <p:nvSpPr>
          <p:cNvPr id="607" name="Google Shape;607;p29"/>
          <p:cNvSpPr/>
          <p:nvPr/>
        </p:nvSpPr>
        <p:spPr>
          <a:xfrm>
            <a:off x="3372363" y="1376400"/>
            <a:ext cx="312600" cy="2970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M1</a:t>
            </a:r>
            <a:endParaRPr sz="1000"/>
          </a:p>
        </p:txBody>
      </p:sp>
      <p:sp>
        <p:nvSpPr>
          <p:cNvPr id="608" name="Google Shape;608;p29"/>
          <p:cNvSpPr/>
          <p:nvPr/>
        </p:nvSpPr>
        <p:spPr>
          <a:xfrm>
            <a:off x="3387238" y="1867788"/>
            <a:ext cx="312600" cy="2970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E1</a:t>
            </a:r>
            <a:endParaRPr sz="1000"/>
          </a:p>
        </p:txBody>
      </p:sp>
      <p:sp>
        <p:nvSpPr>
          <p:cNvPr id="609" name="Google Shape;609;p29"/>
          <p:cNvSpPr/>
          <p:nvPr/>
        </p:nvSpPr>
        <p:spPr>
          <a:xfrm>
            <a:off x="3817138" y="1867788"/>
            <a:ext cx="312600" cy="2970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E2</a:t>
            </a:r>
            <a:endParaRPr sz="1000"/>
          </a:p>
        </p:txBody>
      </p:sp>
      <p:cxnSp>
        <p:nvCxnSpPr>
          <p:cNvPr id="610" name="Google Shape;610;p29"/>
          <p:cNvCxnSpPr>
            <a:stCxn id="606" idx="4"/>
            <a:endCxn id="607" idx="0"/>
          </p:cNvCxnSpPr>
          <p:nvPr/>
        </p:nvCxnSpPr>
        <p:spPr>
          <a:xfrm flipH="1">
            <a:off x="3528538" y="1174200"/>
            <a:ext cx="401100" cy="202200"/>
          </a:xfrm>
          <a:prstGeom prst="straightConnector1">
            <a:avLst/>
          </a:prstGeom>
          <a:noFill/>
          <a:ln cap="flat" cmpd="sng" w="9525">
            <a:solidFill>
              <a:srgbClr val="8E7CC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1" name="Google Shape;611;p29"/>
          <p:cNvCxnSpPr>
            <a:stCxn id="607" idx="4"/>
            <a:endCxn id="608" idx="0"/>
          </p:cNvCxnSpPr>
          <p:nvPr/>
        </p:nvCxnSpPr>
        <p:spPr>
          <a:xfrm>
            <a:off x="3528663" y="1673400"/>
            <a:ext cx="15000" cy="1944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2" name="Google Shape;612;p29"/>
          <p:cNvCxnSpPr>
            <a:stCxn id="613" idx="5"/>
            <a:endCxn id="608" idx="0"/>
          </p:cNvCxnSpPr>
          <p:nvPr/>
        </p:nvCxnSpPr>
        <p:spPr>
          <a:xfrm flipH="1">
            <a:off x="3543534" y="1629905"/>
            <a:ext cx="498900" cy="2379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4" name="Google Shape;614;p29"/>
          <p:cNvCxnSpPr>
            <a:stCxn id="607" idx="4"/>
            <a:endCxn id="609" idx="0"/>
          </p:cNvCxnSpPr>
          <p:nvPr/>
        </p:nvCxnSpPr>
        <p:spPr>
          <a:xfrm>
            <a:off x="3528663" y="1673400"/>
            <a:ext cx="444900" cy="1944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5" name="Google Shape;615;p29"/>
          <p:cNvCxnSpPr>
            <a:stCxn id="606" idx="4"/>
            <a:endCxn id="609" idx="0"/>
          </p:cNvCxnSpPr>
          <p:nvPr/>
        </p:nvCxnSpPr>
        <p:spPr>
          <a:xfrm>
            <a:off x="3929638" y="1174200"/>
            <a:ext cx="43800" cy="6936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6" name="Google Shape;616;p29"/>
          <p:cNvCxnSpPr>
            <a:endCxn id="605" idx="0"/>
          </p:cNvCxnSpPr>
          <p:nvPr/>
        </p:nvCxnSpPr>
        <p:spPr>
          <a:xfrm flipH="1">
            <a:off x="3528663" y="574800"/>
            <a:ext cx="220500" cy="302400"/>
          </a:xfrm>
          <a:prstGeom prst="straightConnector1">
            <a:avLst/>
          </a:prstGeom>
          <a:noFill/>
          <a:ln cap="flat" cmpd="sng" w="9525">
            <a:solidFill>
              <a:srgbClr val="CC412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7" name="Google Shape;617;p29"/>
          <p:cNvCxnSpPr>
            <a:endCxn id="606" idx="0"/>
          </p:cNvCxnSpPr>
          <p:nvPr/>
        </p:nvCxnSpPr>
        <p:spPr>
          <a:xfrm>
            <a:off x="3749338" y="574800"/>
            <a:ext cx="180300" cy="302400"/>
          </a:xfrm>
          <a:prstGeom prst="straightConnector1">
            <a:avLst/>
          </a:prstGeom>
          <a:noFill/>
          <a:ln cap="flat" cmpd="sng" w="9525">
            <a:solidFill>
              <a:srgbClr val="CC412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8" name="Google Shape;618;p29"/>
          <p:cNvCxnSpPr>
            <a:stCxn id="605" idx="4"/>
            <a:endCxn id="607" idx="0"/>
          </p:cNvCxnSpPr>
          <p:nvPr/>
        </p:nvCxnSpPr>
        <p:spPr>
          <a:xfrm>
            <a:off x="3528663" y="1174200"/>
            <a:ext cx="0" cy="202200"/>
          </a:xfrm>
          <a:prstGeom prst="straightConnector1">
            <a:avLst/>
          </a:prstGeom>
          <a:noFill/>
          <a:ln cap="flat" cmpd="sng" w="9525">
            <a:solidFill>
              <a:srgbClr val="8E7CC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3" name="Google Shape;613;p29"/>
          <p:cNvSpPr/>
          <p:nvPr/>
        </p:nvSpPr>
        <p:spPr>
          <a:xfrm>
            <a:off x="3775613" y="1376400"/>
            <a:ext cx="312600" cy="2970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M2</a:t>
            </a:r>
            <a:endParaRPr sz="1000"/>
          </a:p>
        </p:txBody>
      </p:sp>
      <p:cxnSp>
        <p:nvCxnSpPr>
          <p:cNvPr id="619" name="Google Shape;619;p29"/>
          <p:cNvCxnSpPr>
            <a:stCxn id="606" idx="4"/>
            <a:endCxn id="613" idx="0"/>
          </p:cNvCxnSpPr>
          <p:nvPr/>
        </p:nvCxnSpPr>
        <p:spPr>
          <a:xfrm>
            <a:off x="3929638" y="1174200"/>
            <a:ext cx="2400" cy="202200"/>
          </a:xfrm>
          <a:prstGeom prst="straightConnector1">
            <a:avLst/>
          </a:prstGeom>
          <a:noFill/>
          <a:ln cap="flat" cmpd="sng" w="9525">
            <a:solidFill>
              <a:srgbClr val="8E7CC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0" name="Google Shape;620;p29"/>
          <p:cNvCxnSpPr>
            <a:stCxn id="605" idx="4"/>
            <a:endCxn id="613" idx="0"/>
          </p:cNvCxnSpPr>
          <p:nvPr/>
        </p:nvCxnSpPr>
        <p:spPr>
          <a:xfrm>
            <a:off x="3528663" y="1174200"/>
            <a:ext cx="403200" cy="202200"/>
          </a:xfrm>
          <a:prstGeom prst="straightConnector1">
            <a:avLst/>
          </a:prstGeom>
          <a:noFill/>
          <a:ln cap="flat" cmpd="sng" w="9525">
            <a:solidFill>
              <a:srgbClr val="8E7CC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1" name="Google Shape;621;p29"/>
          <p:cNvSpPr/>
          <p:nvPr/>
        </p:nvSpPr>
        <p:spPr>
          <a:xfrm>
            <a:off x="6289726" y="786725"/>
            <a:ext cx="312600" cy="2970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M1</a:t>
            </a:r>
            <a:endParaRPr sz="1000"/>
          </a:p>
        </p:txBody>
      </p:sp>
      <p:sp>
        <p:nvSpPr>
          <p:cNvPr id="622" name="Google Shape;622;p29"/>
          <p:cNvSpPr/>
          <p:nvPr/>
        </p:nvSpPr>
        <p:spPr>
          <a:xfrm>
            <a:off x="6304601" y="1278113"/>
            <a:ext cx="312600" cy="2970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E1</a:t>
            </a:r>
            <a:endParaRPr sz="1000"/>
          </a:p>
        </p:txBody>
      </p:sp>
      <p:sp>
        <p:nvSpPr>
          <p:cNvPr id="623" name="Google Shape;623;p29"/>
          <p:cNvSpPr/>
          <p:nvPr/>
        </p:nvSpPr>
        <p:spPr>
          <a:xfrm>
            <a:off x="6734501" y="1278113"/>
            <a:ext cx="312600" cy="2970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E2</a:t>
            </a:r>
            <a:endParaRPr sz="1000"/>
          </a:p>
        </p:txBody>
      </p:sp>
      <p:cxnSp>
        <p:nvCxnSpPr>
          <p:cNvPr id="624" name="Google Shape;624;p29"/>
          <p:cNvCxnSpPr>
            <a:stCxn id="621" idx="4"/>
            <a:endCxn id="622" idx="0"/>
          </p:cNvCxnSpPr>
          <p:nvPr/>
        </p:nvCxnSpPr>
        <p:spPr>
          <a:xfrm>
            <a:off x="6446026" y="1083725"/>
            <a:ext cx="15000" cy="1944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5" name="Google Shape;625;p29"/>
          <p:cNvCxnSpPr>
            <a:stCxn id="626" idx="5"/>
            <a:endCxn id="622" idx="0"/>
          </p:cNvCxnSpPr>
          <p:nvPr/>
        </p:nvCxnSpPr>
        <p:spPr>
          <a:xfrm flipH="1">
            <a:off x="6460896" y="1040230"/>
            <a:ext cx="498900" cy="2379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7" name="Google Shape;627;p29"/>
          <p:cNvCxnSpPr>
            <a:stCxn id="621" idx="4"/>
            <a:endCxn id="623" idx="0"/>
          </p:cNvCxnSpPr>
          <p:nvPr/>
        </p:nvCxnSpPr>
        <p:spPr>
          <a:xfrm>
            <a:off x="6446026" y="1083725"/>
            <a:ext cx="444900" cy="1944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8" name="Google Shape;628;p29"/>
          <p:cNvCxnSpPr>
            <a:stCxn id="598" idx="2"/>
            <a:endCxn id="621" idx="0"/>
          </p:cNvCxnSpPr>
          <p:nvPr/>
        </p:nvCxnSpPr>
        <p:spPr>
          <a:xfrm flipH="1">
            <a:off x="6445975" y="577075"/>
            <a:ext cx="202500" cy="209700"/>
          </a:xfrm>
          <a:prstGeom prst="straightConnector1">
            <a:avLst/>
          </a:prstGeom>
          <a:noFill/>
          <a:ln cap="flat" cmpd="sng" w="9525">
            <a:solidFill>
              <a:srgbClr val="8E7CC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6" name="Google Shape;626;p29"/>
          <p:cNvSpPr/>
          <p:nvPr/>
        </p:nvSpPr>
        <p:spPr>
          <a:xfrm>
            <a:off x="6692976" y="786725"/>
            <a:ext cx="312600" cy="2970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M2</a:t>
            </a:r>
            <a:endParaRPr sz="1000"/>
          </a:p>
        </p:txBody>
      </p:sp>
      <p:cxnSp>
        <p:nvCxnSpPr>
          <p:cNvPr id="629" name="Google Shape;629;p29"/>
          <p:cNvCxnSpPr>
            <a:stCxn id="598" idx="2"/>
            <a:endCxn id="626" idx="0"/>
          </p:cNvCxnSpPr>
          <p:nvPr/>
        </p:nvCxnSpPr>
        <p:spPr>
          <a:xfrm>
            <a:off x="6648475" y="577075"/>
            <a:ext cx="200700" cy="209700"/>
          </a:xfrm>
          <a:prstGeom prst="straightConnector1">
            <a:avLst/>
          </a:prstGeom>
          <a:noFill/>
          <a:ln cap="flat" cmpd="sng" w="9525">
            <a:solidFill>
              <a:srgbClr val="8E7CC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0" name="Google Shape;630;p29"/>
          <p:cNvCxnSpPr>
            <a:stCxn id="626" idx="4"/>
            <a:endCxn id="623" idx="0"/>
          </p:cNvCxnSpPr>
          <p:nvPr/>
        </p:nvCxnSpPr>
        <p:spPr>
          <a:xfrm>
            <a:off x="6849276" y="1083725"/>
            <a:ext cx="41400" cy="1944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1" name="Google Shape;631;p29"/>
          <p:cNvCxnSpPr>
            <a:stCxn id="567" idx="3"/>
            <a:endCxn id="601" idx="0"/>
          </p:cNvCxnSpPr>
          <p:nvPr/>
        </p:nvCxnSpPr>
        <p:spPr>
          <a:xfrm>
            <a:off x="4680346" y="410825"/>
            <a:ext cx="905700" cy="1396200"/>
          </a:xfrm>
          <a:prstGeom prst="bentConnector2">
            <a:avLst/>
          </a:prstGeom>
          <a:noFill/>
          <a:ln cap="flat" cmpd="sng" w="19050">
            <a:solidFill>
              <a:srgbClr val="595959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32" name="Google Shape;632;p29"/>
          <p:cNvSpPr/>
          <p:nvPr/>
        </p:nvSpPr>
        <p:spPr>
          <a:xfrm>
            <a:off x="5209738" y="2341475"/>
            <a:ext cx="312600" cy="2970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M1</a:t>
            </a:r>
            <a:endParaRPr sz="1000"/>
          </a:p>
        </p:txBody>
      </p:sp>
      <p:sp>
        <p:nvSpPr>
          <p:cNvPr id="633" name="Google Shape;633;p29"/>
          <p:cNvSpPr/>
          <p:nvPr/>
        </p:nvSpPr>
        <p:spPr>
          <a:xfrm>
            <a:off x="5224613" y="2832863"/>
            <a:ext cx="312600" cy="2970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E1</a:t>
            </a:r>
            <a:endParaRPr sz="1000"/>
          </a:p>
        </p:txBody>
      </p:sp>
      <p:sp>
        <p:nvSpPr>
          <p:cNvPr id="634" name="Google Shape;634;p29"/>
          <p:cNvSpPr/>
          <p:nvPr/>
        </p:nvSpPr>
        <p:spPr>
          <a:xfrm>
            <a:off x="5654513" y="2832863"/>
            <a:ext cx="312600" cy="2970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E2</a:t>
            </a:r>
            <a:endParaRPr sz="1000"/>
          </a:p>
        </p:txBody>
      </p:sp>
      <p:cxnSp>
        <p:nvCxnSpPr>
          <p:cNvPr id="635" name="Google Shape;635;p29"/>
          <p:cNvCxnSpPr>
            <a:stCxn id="632" idx="4"/>
            <a:endCxn id="633" idx="0"/>
          </p:cNvCxnSpPr>
          <p:nvPr/>
        </p:nvCxnSpPr>
        <p:spPr>
          <a:xfrm>
            <a:off x="5366038" y="2638475"/>
            <a:ext cx="15000" cy="1944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6" name="Google Shape;636;p29"/>
          <p:cNvCxnSpPr>
            <a:stCxn id="637" idx="5"/>
            <a:endCxn id="633" idx="0"/>
          </p:cNvCxnSpPr>
          <p:nvPr/>
        </p:nvCxnSpPr>
        <p:spPr>
          <a:xfrm flipH="1">
            <a:off x="5380909" y="2594980"/>
            <a:ext cx="498900" cy="2379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8" name="Google Shape;638;p29"/>
          <p:cNvCxnSpPr>
            <a:stCxn id="632" idx="4"/>
            <a:endCxn id="634" idx="0"/>
          </p:cNvCxnSpPr>
          <p:nvPr/>
        </p:nvCxnSpPr>
        <p:spPr>
          <a:xfrm>
            <a:off x="5366038" y="2638475"/>
            <a:ext cx="444900" cy="1944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9" name="Google Shape;639;p29"/>
          <p:cNvCxnSpPr>
            <a:endCxn id="632" idx="0"/>
          </p:cNvCxnSpPr>
          <p:nvPr/>
        </p:nvCxnSpPr>
        <p:spPr>
          <a:xfrm flipH="1">
            <a:off x="5366038" y="2131775"/>
            <a:ext cx="202500" cy="209700"/>
          </a:xfrm>
          <a:prstGeom prst="straightConnector1">
            <a:avLst/>
          </a:prstGeom>
          <a:noFill/>
          <a:ln cap="flat" cmpd="sng" w="9525">
            <a:solidFill>
              <a:srgbClr val="8E7CC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7" name="Google Shape;637;p29"/>
          <p:cNvSpPr/>
          <p:nvPr/>
        </p:nvSpPr>
        <p:spPr>
          <a:xfrm>
            <a:off x="5612988" y="2341475"/>
            <a:ext cx="312600" cy="297000"/>
          </a:xfrm>
          <a:prstGeom prst="ellipse">
            <a:avLst/>
          </a:prstGeom>
          <a:solidFill>
            <a:srgbClr val="8E7CC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/>
              <a:t>M2</a:t>
            </a:r>
            <a:endParaRPr sz="1000"/>
          </a:p>
        </p:txBody>
      </p:sp>
      <p:cxnSp>
        <p:nvCxnSpPr>
          <p:cNvPr id="640" name="Google Shape;640;p29"/>
          <p:cNvCxnSpPr>
            <a:endCxn id="637" idx="0"/>
          </p:cNvCxnSpPr>
          <p:nvPr/>
        </p:nvCxnSpPr>
        <p:spPr>
          <a:xfrm>
            <a:off x="5568588" y="2131775"/>
            <a:ext cx="200700" cy="209700"/>
          </a:xfrm>
          <a:prstGeom prst="straightConnector1">
            <a:avLst/>
          </a:prstGeom>
          <a:noFill/>
          <a:ln cap="flat" cmpd="sng" w="9525">
            <a:solidFill>
              <a:srgbClr val="8E7CC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1" name="Google Shape;641;p29"/>
          <p:cNvCxnSpPr>
            <a:stCxn id="637" idx="4"/>
            <a:endCxn id="634" idx="0"/>
          </p:cNvCxnSpPr>
          <p:nvPr/>
        </p:nvCxnSpPr>
        <p:spPr>
          <a:xfrm>
            <a:off x="5769288" y="2638475"/>
            <a:ext cx="41400" cy="1944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6" name="Google Shape;646;p30"/>
          <p:cNvGraphicFramePr/>
          <p:nvPr/>
        </p:nvGraphicFramePr>
        <p:xfrm>
          <a:off x="53363" y="451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{7521E79A-4CBD-455C-A84E-DE38A83BF1C4}</a:tableStyleId>
              </a:tblPr>
              <a:tblGrid>
                <a:gridCol w="792000"/>
                <a:gridCol w="792000"/>
                <a:gridCol w="792000"/>
                <a:gridCol w="792000"/>
                <a:gridCol w="792000"/>
              </a:tblGrid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Inflow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Input layer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(input sub-layer)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Outflow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/>
                        <a:t>Output layer</a:t>
                      </a:r>
                      <a:endParaRPr sz="800">
                        <a:solidFill>
                          <a:srgbClr val="000000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rgbClr val="85200C"/>
                          </a:solidFill>
                        </a:rPr>
                        <a:t>F1</a:t>
                      </a:r>
                      <a:endParaRPr sz="800">
                        <a:solidFill>
                          <a:srgbClr val="85200C"/>
                        </a:solidFill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rgbClr val="85200C"/>
                          </a:solidFill>
                        </a:rPr>
                        <a:t>P1</a:t>
                      </a:r>
                      <a:endParaRPr sz="800">
                        <a:solidFill>
                          <a:srgbClr val="85200C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rgbClr val="85200C"/>
                          </a:solidFill>
                        </a:rPr>
                        <a:t>3</a:t>
                      </a:r>
                      <a:endParaRPr sz="800">
                        <a:solidFill>
                          <a:srgbClr val="85200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rgbClr val="85200C"/>
                          </a:solidFill>
                        </a:rPr>
                        <a:t>F4</a:t>
                      </a:r>
                      <a:endParaRPr sz="800">
                        <a:solidFill>
                          <a:srgbClr val="85200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rgbClr val="85200C"/>
                          </a:solidFill>
                        </a:rPr>
                        <a:t>M2</a:t>
                      </a:r>
                      <a:endParaRPr sz="800">
                        <a:solidFill>
                          <a:srgbClr val="85200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4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rgbClr val="1155CC"/>
                          </a:solidFill>
                        </a:rPr>
                        <a:t>F3</a:t>
                      </a:r>
                      <a:endParaRPr sz="800">
                        <a:solidFill>
                          <a:srgbClr val="1155CC"/>
                        </a:solidFill>
                      </a:endParaRPr>
                    </a:p>
                  </a:txBody>
                  <a:tcPr marT="0" marB="0" marR="0" marL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rgbClr val="1155CC"/>
                          </a:solidFill>
                        </a:rPr>
                        <a:t>M</a:t>
                      </a:r>
                      <a:r>
                        <a:rPr lang="en-GB" sz="800">
                          <a:solidFill>
                            <a:srgbClr val="1155CC"/>
                          </a:solidFill>
                        </a:rPr>
                        <a:t>1</a:t>
                      </a:r>
                      <a:endParaRPr sz="800">
                        <a:solidFill>
                          <a:srgbClr val="1155CC"/>
                        </a:solidFill>
                      </a:endParaRPr>
                    </a:p>
                  </a:txBody>
                  <a:tcPr marT="0" marB="0" marR="0" marL="0" anchor="ctr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rgbClr val="1155CC"/>
                          </a:solidFill>
                        </a:rPr>
                        <a:t>8</a:t>
                      </a:r>
                      <a:endParaRPr sz="800">
                        <a:solidFill>
                          <a:srgbClr val="1155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rgbClr val="1155CC"/>
                          </a:solidFill>
                        </a:rPr>
                        <a:t>F5</a:t>
                      </a:r>
                      <a:endParaRPr sz="800">
                        <a:solidFill>
                          <a:srgbClr val="1155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rgbClr val="1155CC"/>
                          </a:solidFill>
                        </a:rPr>
                        <a:t>E1</a:t>
                      </a:r>
                      <a:endParaRPr sz="800">
                        <a:solidFill>
                          <a:srgbClr val="1155CC"/>
                        </a:solidFill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7" name="Google Shape;647;p30"/>
          <p:cNvSpPr txBox="1"/>
          <p:nvPr/>
        </p:nvSpPr>
        <p:spPr>
          <a:xfrm>
            <a:off x="4447075" y="255300"/>
            <a:ext cx="1997700" cy="15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inflow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90000"/>
                </a:solidFill>
              </a:rPr>
              <a:t>F1, P1 , C* , M2 , ∅</a:t>
            </a:r>
            <a:endParaRPr>
              <a:solidFill>
                <a:srgbClr val="99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155CC"/>
                </a:solidFill>
              </a:rPr>
              <a:t>F1, P* , C* , M1 , E1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648" name="Google Shape;648;p30"/>
          <p:cNvSpPr txBox="1"/>
          <p:nvPr/>
        </p:nvSpPr>
        <p:spPr>
          <a:xfrm>
            <a:off x="6512125" y="255300"/>
            <a:ext cx="1781100" cy="15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outflow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90000"/>
                </a:solidFill>
              </a:rPr>
              <a:t>F4, ∅ , ∅ , M2 , ∅</a:t>
            </a:r>
            <a:endParaRPr>
              <a:solidFill>
                <a:srgbClr val="99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155CC"/>
                </a:solidFill>
              </a:rPr>
              <a:t>F1, ∅ , ∅ , ∅ , E1</a:t>
            </a:r>
            <a:endParaRPr>
              <a:solidFill>
                <a:srgbClr val="1155CC"/>
              </a:solidFill>
            </a:endParaRPr>
          </a:p>
        </p:txBody>
      </p:sp>
      <p:cxnSp>
        <p:nvCxnSpPr>
          <p:cNvPr id="649" name="Google Shape;649;p30"/>
          <p:cNvCxnSpPr/>
          <p:nvPr/>
        </p:nvCxnSpPr>
        <p:spPr>
          <a:xfrm flipH="1" rot="10800000">
            <a:off x="4173375" y="772275"/>
            <a:ext cx="418500" cy="2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0" name="Google Shape;650;p30"/>
          <p:cNvCxnSpPr/>
          <p:nvPr/>
        </p:nvCxnSpPr>
        <p:spPr>
          <a:xfrm flipH="1">
            <a:off x="2587725" y="1319325"/>
            <a:ext cx="2237100" cy="535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1" name="Google Shape;651;p30"/>
          <p:cNvSpPr txBox="1"/>
          <p:nvPr/>
        </p:nvSpPr>
        <p:spPr>
          <a:xfrm>
            <a:off x="53375" y="1950950"/>
            <a:ext cx="1997700" cy="29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inflow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90000"/>
                </a:solidFill>
              </a:rPr>
              <a:t>F1, P1 , ∅ ,  M2 , ∅</a:t>
            </a:r>
            <a:endParaRPr>
              <a:solidFill>
                <a:srgbClr val="99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990000"/>
                </a:solidFill>
              </a:rPr>
              <a:t>F1, P1 , C1 , M2 , ∅</a:t>
            </a:r>
            <a:endParaRPr>
              <a:solidFill>
                <a:srgbClr val="99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990000"/>
                </a:solidFill>
              </a:rPr>
              <a:t>F1, P1 , C2 , M2 , ∅</a:t>
            </a:r>
            <a:endParaRPr>
              <a:solidFill>
                <a:srgbClr val="99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155CC"/>
                </a:solidFill>
              </a:rPr>
              <a:t>F1, ∅  , ∅  , M1 , E1</a:t>
            </a:r>
            <a:endParaRPr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155CC"/>
                </a:solidFill>
              </a:rPr>
              <a:t>F1, ∅  , C1 , M1 , E1</a:t>
            </a:r>
            <a:endParaRPr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155CC"/>
                </a:solidFill>
              </a:rPr>
              <a:t>F1, ∅  , C2 , M1 , E1</a:t>
            </a:r>
            <a:endParaRPr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155CC"/>
                </a:solidFill>
              </a:rPr>
              <a:t>F1, P1 , ∅  , M1 , E1</a:t>
            </a:r>
            <a:endParaRPr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155CC"/>
                </a:solidFill>
              </a:rPr>
              <a:t>F1, P1 , C1 , M1 , E1</a:t>
            </a:r>
            <a:endParaRPr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155CC"/>
                </a:solidFill>
              </a:rPr>
              <a:t>F1, P1 , C2 , M1 , E1</a:t>
            </a:r>
            <a:endParaRPr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155CC"/>
                </a:solidFill>
              </a:rPr>
              <a:t>F1, P2 , ∅  , M1 , E1</a:t>
            </a:r>
            <a:endParaRPr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155CC"/>
                </a:solidFill>
              </a:rPr>
              <a:t>F1, P2 , C1 , M1 , E1</a:t>
            </a:r>
            <a:endParaRPr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1155CC"/>
                </a:solidFill>
              </a:rPr>
              <a:t>F1, P2 , C2 , M1 , E1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652" name="Google Shape;652;p30"/>
          <p:cNvSpPr txBox="1"/>
          <p:nvPr/>
        </p:nvSpPr>
        <p:spPr>
          <a:xfrm>
            <a:off x="2118425" y="1950950"/>
            <a:ext cx="1997700" cy="29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outflow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90000"/>
                </a:solidFill>
              </a:rPr>
              <a:t>F4, ∅ , ∅ , M2 , ∅</a:t>
            </a:r>
            <a:endParaRPr>
              <a:solidFill>
                <a:srgbClr val="99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990000"/>
                </a:solidFill>
              </a:rPr>
              <a:t>F4, ∅ , ∅ , M2 , ∅</a:t>
            </a:r>
            <a:endParaRPr>
              <a:solidFill>
                <a:srgbClr val="99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990000"/>
                </a:solidFill>
              </a:rPr>
              <a:t>F4, ∅ , ∅ , M2 , ∅</a:t>
            </a:r>
            <a:endParaRPr>
              <a:solidFill>
                <a:srgbClr val="99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155CC"/>
                </a:solidFill>
              </a:rPr>
              <a:t>F1, ∅ , ∅ , ∅ , E1</a:t>
            </a:r>
            <a:endParaRPr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155CC"/>
                </a:solidFill>
              </a:rPr>
              <a:t>F1, ∅ , ∅ , ∅ , E1</a:t>
            </a:r>
            <a:endParaRPr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155CC"/>
                </a:solidFill>
              </a:rPr>
              <a:t>F1, ∅ , ∅ , ∅ , E1</a:t>
            </a:r>
            <a:endParaRPr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155CC"/>
                </a:solidFill>
              </a:rPr>
              <a:t>F1, ∅ , ∅ , ∅ , E1</a:t>
            </a:r>
            <a:endParaRPr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155CC"/>
                </a:solidFill>
              </a:rPr>
              <a:t>F1, ∅ , ∅ , ∅ , E1</a:t>
            </a:r>
            <a:endParaRPr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155CC"/>
                </a:solidFill>
              </a:rPr>
              <a:t>F1, ∅ , ∅ , ∅ , E1</a:t>
            </a:r>
            <a:endParaRPr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155CC"/>
                </a:solidFill>
              </a:rPr>
              <a:t>F1, ∅ , ∅ , ∅ , E1</a:t>
            </a:r>
            <a:endParaRPr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155CC"/>
                </a:solidFill>
              </a:rPr>
              <a:t>F1, ∅ , ∅ , ∅ , E1</a:t>
            </a:r>
            <a:endParaRPr>
              <a:solidFill>
                <a:srgbClr val="1155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1155CC"/>
                </a:solidFill>
              </a:rPr>
              <a:t>F1, ∅ , ∅ , ∅ , E1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653" name="Google Shape;653;p30"/>
          <p:cNvSpPr txBox="1"/>
          <p:nvPr/>
        </p:nvSpPr>
        <p:spPr>
          <a:xfrm>
            <a:off x="8264725" y="255300"/>
            <a:ext cx="778500" cy="15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Priority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212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2211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654" name="Google Shape;654;p30"/>
          <p:cNvSpPr txBox="1"/>
          <p:nvPr/>
        </p:nvSpPr>
        <p:spPr>
          <a:xfrm>
            <a:off x="3999750" y="1950950"/>
            <a:ext cx="778500" cy="29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Priority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212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212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2"/>
                </a:solidFill>
              </a:rPr>
              <a:t>212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2211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2211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2211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2211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2211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2211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2211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2211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2"/>
                </a:solidFill>
              </a:rPr>
              <a:t>2211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